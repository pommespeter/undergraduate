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81" r:id="rId4"/>
    <p:sldId id="258" r:id="rId5"/>
    <p:sldId id="260" r:id="rId6"/>
    <p:sldId id="307" r:id="rId7"/>
    <p:sldId id="261" r:id="rId8"/>
    <p:sldId id="308" r:id="rId9"/>
    <p:sldId id="262" r:id="rId10"/>
    <p:sldId id="264" r:id="rId11"/>
    <p:sldId id="309" r:id="rId12"/>
    <p:sldId id="266" r:id="rId13"/>
    <p:sldId id="277" r:id="rId14"/>
    <p:sldId id="272" r:id="rId15"/>
    <p:sldId id="293" r:id="rId16"/>
    <p:sldId id="273" r:id="rId17"/>
    <p:sldId id="274" r:id="rId18"/>
    <p:sldId id="275" r:id="rId19"/>
    <p:sldId id="282" r:id="rId20"/>
    <p:sldId id="284" r:id="rId21"/>
    <p:sldId id="287" r:id="rId22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333300"/>
    <a:srgbClr val="CC3300"/>
    <a:srgbClr val="FF0000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56" autoAdjust="0"/>
    <p:restoredTop sz="94265" autoAdjust="0"/>
  </p:normalViewPr>
  <p:slideViewPr>
    <p:cSldViewPr>
      <p:cViewPr varScale="1">
        <p:scale>
          <a:sx n="80" d="100"/>
          <a:sy n="80" d="100"/>
        </p:scale>
        <p:origin x="63" y="243"/>
      </p:cViewPr>
      <p:guideLst>
        <p:guide orient="horz" pos="2160"/>
        <p:guide pos="27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7" Type="http://schemas.openxmlformats.org/officeDocument/2006/relationships/image" Target="../media/image16.wmf"/><Relationship Id="rId6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2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6.vml.rels><?xml version="1.0" encoding="UTF-8" standalone="yes"?>
<Relationships xmlns="http://schemas.openxmlformats.org/package/2006/relationships"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2.wmf"/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19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image" Target="../media/image22.e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32.wmf"/><Relationship Id="rId8" Type="http://schemas.openxmlformats.org/officeDocument/2006/relationships/image" Target="../media/image31.wmf"/><Relationship Id="rId7" Type="http://schemas.openxmlformats.org/officeDocument/2006/relationships/image" Target="../media/image30.emf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4" Type="http://schemas.openxmlformats.org/officeDocument/2006/relationships/image" Target="../media/image27.emf"/><Relationship Id="rId3" Type="http://schemas.openxmlformats.org/officeDocument/2006/relationships/image" Target="../media/image26.emf"/><Relationship Id="rId23" Type="http://schemas.openxmlformats.org/officeDocument/2006/relationships/image" Target="../media/image42.emf"/><Relationship Id="rId22" Type="http://schemas.openxmlformats.org/officeDocument/2006/relationships/image" Target="../media/image41.wmf"/><Relationship Id="rId21" Type="http://schemas.openxmlformats.org/officeDocument/2006/relationships/image" Target="../media/image40.wmf"/><Relationship Id="rId20" Type="http://schemas.openxmlformats.org/officeDocument/2006/relationships/image" Target="../media/image39.wmf"/><Relationship Id="rId2" Type="http://schemas.openxmlformats.org/officeDocument/2006/relationships/image" Target="../media/image25.emf"/><Relationship Id="rId19" Type="http://schemas.openxmlformats.org/officeDocument/2006/relationships/image" Target="../media/image38.wmf"/><Relationship Id="rId18" Type="http://schemas.openxmlformats.org/officeDocument/2006/relationships/image" Target="../media/image37.wmf"/><Relationship Id="rId17" Type="http://schemas.openxmlformats.org/officeDocument/2006/relationships/image" Target="../media/image36.wmf"/><Relationship Id="rId16" Type="http://schemas.openxmlformats.org/officeDocument/2006/relationships/image" Target="../media/image35.wmf"/><Relationship Id="rId15" Type="http://schemas.openxmlformats.org/officeDocument/2006/relationships/image" Target="../media/image34.wmf"/><Relationship Id="rId14" Type="http://schemas.openxmlformats.org/officeDocument/2006/relationships/image" Target="../media/image21.wmf"/><Relationship Id="rId13" Type="http://schemas.openxmlformats.org/officeDocument/2006/relationships/image" Target="../media/image12.wmf"/><Relationship Id="rId12" Type="http://schemas.openxmlformats.org/officeDocument/2006/relationships/image" Target="../media/image33.wmf"/><Relationship Id="rId11" Type="http://schemas.openxmlformats.org/officeDocument/2006/relationships/image" Target="../media/image10.wmf"/><Relationship Id="rId10" Type="http://schemas.openxmlformats.org/officeDocument/2006/relationships/image" Target="../media/image9.wmf"/><Relationship Id="rId1" Type="http://schemas.openxmlformats.org/officeDocument/2006/relationships/image" Target="../media/image24.e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51.wmf"/><Relationship Id="rId8" Type="http://schemas.openxmlformats.org/officeDocument/2006/relationships/image" Target="../media/image50.wmf"/><Relationship Id="rId7" Type="http://schemas.openxmlformats.org/officeDocument/2006/relationships/image" Target="../media/image49.wmf"/><Relationship Id="rId6" Type="http://schemas.openxmlformats.org/officeDocument/2006/relationships/image" Target="../media/image48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7" Type="http://schemas.openxmlformats.org/officeDocument/2006/relationships/image" Target="../media/image60.wmf"/><Relationship Id="rId6" Type="http://schemas.openxmlformats.org/officeDocument/2006/relationships/image" Target="../media/image59.wmf"/><Relationship Id="rId5" Type="http://schemas.openxmlformats.org/officeDocument/2006/relationships/image" Target="../media/image58.wmf"/><Relationship Id="rId4" Type="http://schemas.openxmlformats.org/officeDocument/2006/relationships/image" Target="../media/image57.wmf"/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emf"/><Relationship Id="rId2" Type="http://schemas.openxmlformats.org/officeDocument/2006/relationships/image" Target="../media/image63.emf"/><Relationship Id="rId1" Type="http://schemas.openxmlformats.org/officeDocument/2006/relationships/image" Target="../media/image62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5.emf"/></Relationships>
</file>

<file path=ppt/drawings/_rels/vmlDrawing15.vml.rels><?xml version="1.0" encoding="UTF-8" standalone="yes"?>
<Relationships xmlns="http://schemas.openxmlformats.org/package/2006/relationships"><Relationship Id="rId9" Type="http://schemas.openxmlformats.org/officeDocument/2006/relationships/image" Target="../media/image74.wmf"/><Relationship Id="rId8" Type="http://schemas.openxmlformats.org/officeDocument/2006/relationships/image" Target="../media/image73.wmf"/><Relationship Id="rId7" Type="http://schemas.openxmlformats.org/officeDocument/2006/relationships/image" Target="../media/image72.wmf"/><Relationship Id="rId6" Type="http://schemas.openxmlformats.org/officeDocument/2006/relationships/image" Target="../media/image71.wmf"/><Relationship Id="rId5" Type="http://schemas.openxmlformats.org/officeDocument/2006/relationships/image" Target="../media/image70.wmf"/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0" Type="http://schemas.openxmlformats.org/officeDocument/2006/relationships/image" Target="../media/image75.wmf"/><Relationship Id="rId1" Type="http://schemas.openxmlformats.org/officeDocument/2006/relationships/image" Target="../media/image66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6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77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5DD3E4-8228-4198-A052-50DC963579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DD674-FC6A-4937-9CA6-E0A646F8435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7BEAF-53E1-4F20-9996-84A2B635AFC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115BC8-1911-447E-BA11-AAEE67FDFA0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ED4E09-3769-4B0B-B27E-0ECDF45776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C710AF-F82D-4F04-AE00-75C9682E7B0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795C402-9E0C-4328-BEA6-A4EF75149EA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6CBF6-6B6C-48AD-AB4F-020C33F902F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90326-8267-4133-A839-601D16EF239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87844A-A006-4C16-84DA-2613AA0D23E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00FA-A128-41D0-BD51-2C9A3C5DC24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fld id="{73C231E1-1029-4024-ADA5-F05EDCCAD3F3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2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7.w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6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4.wmf"/><Relationship Id="rId10" Type="http://schemas.openxmlformats.org/officeDocument/2006/relationships/vmlDrawing" Target="../drawings/vmlDrawing2.vml"/><Relationship Id="rId1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.bin"/><Relationship Id="rId8" Type="http://schemas.openxmlformats.org/officeDocument/2006/relationships/image" Target="../media/image11.wmf"/><Relationship Id="rId7" Type="http://schemas.openxmlformats.org/officeDocument/2006/relationships/oleObject" Target="../embeddings/oleObject11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9.bin"/><Relationship Id="rId2" Type="http://schemas.openxmlformats.org/officeDocument/2006/relationships/image" Target="../media/image8.emf"/><Relationship Id="rId14" Type="http://schemas.openxmlformats.org/officeDocument/2006/relationships/vmlDrawing" Target="../drawings/vmlDrawing3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13.wmf"/><Relationship Id="rId11" Type="http://schemas.openxmlformats.org/officeDocument/2006/relationships/oleObject" Target="../embeddings/oleObject13.bin"/><Relationship Id="rId10" Type="http://schemas.openxmlformats.org/officeDocument/2006/relationships/image" Target="../media/image12.wmf"/><Relationship Id="rId1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8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17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15.bin"/><Relationship Id="rId2" Type="http://schemas.openxmlformats.org/officeDocument/2006/relationships/image" Target="../media/image14.wmf"/><Relationship Id="rId18" Type="http://schemas.openxmlformats.org/officeDocument/2006/relationships/vmlDrawing" Target="../drawings/vmlDrawing4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17.wmf"/><Relationship Id="rId15" Type="http://schemas.openxmlformats.org/officeDocument/2006/relationships/oleObject" Target="../embeddings/oleObject21.bin"/><Relationship Id="rId14" Type="http://schemas.openxmlformats.org/officeDocument/2006/relationships/image" Target="../media/image16.wmf"/><Relationship Id="rId13" Type="http://schemas.openxmlformats.org/officeDocument/2006/relationships/oleObject" Target="../embeddings/oleObject20.bin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19.bin"/><Relationship Id="rId10" Type="http://schemas.openxmlformats.org/officeDocument/2006/relationships/image" Target="../media/image15.wmf"/><Relationship Id="rId1" Type="http://schemas.openxmlformats.org/officeDocument/2006/relationships/oleObject" Target="../embeddings/oleObject14.bin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emf"/><Relationship Id="rId1" Type="http://schemas.openxmlformats.org/officeDocument/2006/relationships/oleObject" Target="../embeddings/oleObject22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7.bin"/><Relationship Id="rId8" Type="http://schemas.openxmlformats.org/officeDocument/2006/relationships/image" Target="../media/image12.wmf"/><Relationship Id="rId7" Type="http://schemas.openxmlformats.org/officeDocument/2006/relationships/oleObject" Target="../embeddings/oleObject26.bin"/><Relationship Id="rId6" Type="http://schemas.openxmlformats.org/officeDocument/2006/relationships/image" Target="../media/image10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9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19.emf"/><Relationship Id="rId14" Type="http://schemas.openxmlformats.org/officeDocument/2006/relationships/vmlDrawing" Target="../drawings/vmlDrawing6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1.wmf"/><Relationship Id="rId11" Type="http://schemas.openxmlformats.org/officeDocument/2006/relationships/oleObject" Target="../embeddings/oleObject28.bin"/><Relationship Id="rId10" Type="http://schemas.openxmlformats.org/officeDocument/2006/relationships/image" Target="../media/image20.wmf"/><Relationship Id="rId1" Type="http://schemas.openxmlformats.org/officeDocument/2006/relationships/oleObject" Target="../embeddings/oleObject23.bin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7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3.emf"/><Relationship Id="rId3" Type="http://schemas.openxmlformats.org/officeDocument/2006/relationships/oleObject" Target="../embeddings/oleObject30.bin"/><Relationship Id="rId2" Type="http://schemas.openxmlformats.org/officeDocument/2006/relationships/image" Target="../media/image22.emf"/><Relationship Id="rId1" Type="http://schemas.openxmlformats.org/officeDocument/2006/relationships/oleObject" Target="../embeddings/oleObject29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27.e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26.emf"/><Relationship Id="rId5" Type="http://schemas.openxmlformats.org/officeDocument/2006/relationships/oleObject" Target="../embeddings/oleObject33.bin"/><Relationship Id="rId48" Type="http://schemas.openxmlformats.org/officeDocument/2006/relationships/vmlDrawing" Target="../drawings/vmlDrawing8.vml"/><Relationship Id="rId47" Type="http://schemas.openxmlformats.org/officeDocument/2006/relationships/slideLayout" Target="../slideLayouts/slideLayout7.xml"/><Relationship Id="rId46" Type="http://schemas.openxmlformats.org/officeDocument/2006/relationships/image" Target="../media/image42.emf"/><Relationship Id="rId45" Type="http://schemas.openxmlformats.org/officeDocument/2006/relationships/oleObject" Target="../embeddings/oleObject53.bin"/><Relationship Id="rId44" Type="http://schemas.openxmlformats.org/officeDocument/2006/relationships/image" Target="../media/image41.wmf"/><Relationship Id="rId43" Type="http://schemas.openxmlformats.org/officeDocument/2006/relationships/oleObject" Target="../embeddings/oleObject52.bin"/><Relationship Id="rId42" Type="http://schemas.openxmlformats.org/officeDocument/2006/relationships/image" Target="../media/image40.wmf"/><Relationship Id="rId41" Type="http://schemas.openxmlformats.org/officeDocument/2006/relationships/oleObject" Target="../embeddings/oleObject51.bin"/><Relationship Id="rId40" Type="http://schemas.openxmlformats.org/officeDocument/2006/relationships/image" Target="../media/image39.wmf"/><Relationship Id="rId4" Type="http://schemas.openxmlformats.org/officeDocument/2006/relationships/image" Target="../media/image25.emf"/><Relationship Id="rId39" Type="http://schemas.openxmlformats.org/officeDocument/2006/relationships/oleObject" Target="../embeddings/oleObject50.bin"/><Relationship Id="rId38" Type="http://schemas.openxmlformats.org/officeDocument/2006/relationships/image" Target="../media/image38.wmf"/><Relationship Id="rId37" Type="http://schemas.openxmlformats.org/officeDocument/2006/relationships/oleObject" Target="../embeddings/oleObject49.bin"/><Relationship Id="rId36" Type="http://schemas.openxmlformats.org/officeDocument/2006/relationships/image" Target="../media/image37.wmf"/><Relationship Id="rId35" Type="http://schemas.openxmlformats.org/officeDocument/2006/relationships/oleObject" Target="../embeddings/oleObject48.bin"/><Relationship Id="rId34" Type="http://schemas.openxmlformats.org/officeDocument/2006/relationships/image" Target="../media/image36.wmf"/><Relationship Id="rId33" Type="http://schemas.openxmlformats.org/officeDocument/2006/relationships/oleObject" Target="../embeddings/oleObject47.bin"/><Relationship Id="rId32" Type="http://schemas.openxmlformats.org/officeDocument/2006/relationships/image" Target="../media/image35.wmf"/><Relationship Id="rId31" Type="http://schemas.openxmlformats.org/officeDocument/2006/relationships/oleObject" Target="../embeddings/oleObject46.bin"/><Relationship Id="rId30" Type="http://schemas.openxmlformats.org/officeDocument/2006/relationships/image" Target="../media/image34.wmf"/><Relationship Id="rId3" Type="http://schemas.openxmlformats.org/officeDocument/2006/relationships/oleObject" Target="../embeddings/oleObject32.bin"/><Relationship Id="rId29" Type="http://schemas.openxmlformats.org/officeDocument/2006/relationships/oleObject" Target="../embeddings/oleObject45.bin"/><Relationship Id="rId28" Type="http://schemas.openxmlformats.org/officeDocument/2006/relationships/image" Target="../media/image21.wmf"/><Relationship Id="rId27" Type="http://schemas.openxmlformats.org/officeDocument/2006/relationships/oleObject" Target="../embeddings/oleObject44.bin"/><Relationship Id="rId26" Type="http://schemas.openxmlformats.org/officeDocument/2006/relationships/image" Target="../media/image12.wmf"/><Relationship Id="rId25" Type="http://schemas.openxmlformats.org/officeDocument/2006/relationships/oleObject" Target="../embeddings/oleObject43.bin"/><Relationship Id="rId24" Type="http://schemas.openxmlformats.org/officeDocument/2006/relationships/image" Target="../media/image33.wmf"/><Relationship Id="rId23" Type="http://schemas.openxmlformats.org/officeDocument/2006/relationships/oleObject" Target="../embeddings/oleObject42.bin"/><Relationship Id="rId22" Type="http://schemas.openxmlformats.org/officeDocument/2006/relationships/image" Target="../media/image10.wmf"/><Relationship Id="rId21" Type="http://schemas.openxmlformats.org/officeDocument/2006/relationships/oleObject" Target="../embeddings/oleObject41.bin"/><Relationship Id="rId20" Type="http://schemas.openxmlformats.org/officeDocument/2006/relationships/image" Target="../media/image9.wmf"/><Relationship Id="rId2" Type="http://schemas.openxmlformats.org/officeDocument/2006/relationships/image" Target="../media/image24.emf"/><Relationship Id="rId19" Type="http://schemas.openxmlformats.org/officeDocument/2006/relationships/oleObject" Target="../embeddings/oleObject40.bin"/><Relationship Id="rId18" Type="http://schemas.openxmlformats.org/officeDocument/2006/relationships/image" Target="../media/image32.wmf"/><Relationship Id="rId17" Type="http://schemas.openxmlformats.org/officeDocument/2006/relationships/oleObject" Target="../embeddings/oleObject39.bin"/><Relationship Id="rId16" Type="http://schemas.openxmlformats.org/officeDocument/2006/relationships/image" Target="../media/image31.wmf"/><Relationship Id="rId15" Type="http://schemas.openxmlformats.org/officeDocument/2006/relationships/oleObject" Target="../embeddings/oleObject38.bin"/><Relationship Id="rId14" Type="http://schemas.openxmlformats.org/officeDocument/2006/relationships/image" Target="../media/image30.emf"/><Relationship Id="rId13" Type="http://schemas.openxmlformats.org/officeDocument/2006/relationships/oleObject" Target="../embeddings/oleObject37.bin"/><Relationship Id="rId12" Type="http://schemas.openxmlformats.org/officeDocument/2006/relationships/image" Target="../media/image29.emf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28.emf"/><Relationship Id="rId1" Type="http://schemas.openxmlformats.org/officeDocument/2006/relationships/oleObject" Target="../embeddings/oleObject31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8.bin"/><Relationship Id="rId8" Type="http://schemas.openxmlformats.org/officeDocument/2006/relationships/image" Target="../media/image46.wmf"/><Relationship Id="rId7" Type="http://schemas.openxmlformats.org/officeDocument/2006/relationships/oleObject" Target="../embeddings/oleObject57.bin"/><Relationship Id="rId6" Type="http://schemas.openxmlformats.org/officeDocument/2006/relationships/image" Target="../media/image45.wmf"/><Relationship Id="rId5" Type="http://schemas.openxmlformats.org/officeDocument/2006/relationships/oleObject" Target="../embeddings/oleObject56.bin"/><Relationship Id="rId4" Type="http://schemas.openxmlformats.org/officeDocument/2006/relationships/image" Target="../media/image44.wmf"/><Relationship Id="rId3" Type="http://schemas.openxmlformats.org/officeDocument/2006/relationships/oleObject" Target="../embeddings/oleObject55.bin"/><Relationship Id="rId20" Type="http://schemas.openxmlformats.org/officeDocument/2006/relationships/vmlDrawing" Target="../drawings/vmlDrawing9.vml"/><Relationship Id="rId2" Type="http://schemas.openxmlformats.org/officeDocument/2006/relationships/image" Target="../media/image43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1.wmf"/><Relationship Id="rId17" Type="http://schemas.openxmlformats.org/officeDocument/2006/relationships/oleObject" Target="../embeddings/oleObject62.bin"/><Relationship Id="rId16" Type="http://schemas.openxmlformats.org/officeDocument/2006/relationships/image" Target="../media/image50.wmf"/><Relationship Id="rId15" Type="http://schemas.openxmlformats.org/officeDocument/2006/relationships/oleObject" Target="../embeddings/oleObject61.bin"/><Relationship Id="rId14" Type="http://schemas.openxmlformats.org/officeDocument/2006/relationships/image" Target="../media/image49.wmf"/><Relationship Id="rId13" Type="http://schemas.openxmlformats.org/officeDocument/2006/relationships/oleObject" Target="../embeddings/oleObject60.bin"/><Relationship Id="rId12" Type="http://schemas.openxmlformats.org/officeDocument/2006/relationships/image" Target="../media/image48.wmf"/><Relationship Id="rId11" Type="http://schemas.openxmlformats.org/officeDocument/2006/relationships/oleObject" Target="../embeddings/oleObject59.bin"/><Relationship Id="rId10" Type="http://schemas.openxmlformats.org/officeDocument/2006/relationships/image" Target="../media/image47.wmf"/><Relationship Id="rId1" Type="http://schemas.openxmlformats.org/officeDocument/2006/relationships/oleObject" Target="../embeddings/oleObject54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emf"/><Relationship Id="rId1" Type="http://schemas.openxmlformats.org/officeDocument/2006/relationships/oleObject" Target="../embeddings/oleObject63.bin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7.xml"/><Relationship Id="rId3" Type="http://schemas.openxmlformats.org/officeDocument/2006/relationships/oleObject" Target="../embeddings/oleObject65.bin"/><Relationship Id="rId2" Type="http://schemas.openxmlformats.org/officeDocument/2006/relationships/image" Target="../media/image53.wmf"/><Relationship Id="rId1" Type="http://schemas.openxmlformats.org/officeDocument/2006/relationships/oleObject" Target="../embeddings/oleObject64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0.bin"/><Relationship Id="rId8" Type="http://schemas.openxmlformats.org/officeDocument/2006/relationships/image" Target="../media/image57.w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56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55.w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54.wmf"/><Relationship Id="rId18" Type="http://schemas.openxmlformats.org/officeDocument/2006/relationships/vmlDrawing" Target="../drawings/vmlDrawing12.vml"/><Relationship Id="rId17" Type="http://schemas.openxmlformats.org/officeDocument/2006/relationships/slideLayout" Target="../slideLayouts/slideLayout7.xml"/><Relationship Id="rId16" Type="http://schemas.openxmlformats.org/officeDocument/2006/relationships/image" Target="../media/image61.wmf"/><Relationship Id="rId15" Type="http://schemas.openxmlformats.org/officeDocument/2006/relationships/oleObject" Target="../embeddings/oleObject73.bin"/><Relationship Id="rId14" Type="http://schemas.openxmlformats.org/officeDocument/2006/relationships/image" Target="../media/image60.wmf"/><Relationship Id="rId13" Type="http://schemas.openxmlformats.org/officeDocument/2006/relationships/oleObject" Target="../embeddings/oleObject72.bin"/><Relationship Id="rId12" Type="http://schemas.openxmlformats.org/officeDocument/2006/relationships/image" Target="../media/image59.wmf"/><Relationship Id="rId11" Type="http://schemas.openxmlformats.org/officeDocument/2006/relationships/oleObject" Target="../embeddings/oleObject71.bin"/><Relationship Id="rId10" Type="http://schemas.openxmlformats.org/officeDocument/2006/relationships/image" Target="../media/image58.wmf"/><Relationship Id="rId1" Type="http://schemas.openxmlformats.org/officeDocument/2006/relationships/oleObject" Target="../embeddings/oleObject6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64.e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63.e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62.emf"/><Relationship Id="rId1" Type="http://schemas.openxmlformats.org/officeDocument/2006/relationships/oleObject" Target="../embeddings/oleObject74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5.emf"/><Relationship Id="rId1" Type="http://schemas.openxmlformats.org/officeDocument/2006/relationships/oleObject" Target="../embeddings/oleObject77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oleObject" Target="../embeddings/oleObject82.bin"/><Relationship Id="rId7" Type="http://schemas.openxmlformats.org/officeDocument/2006/relationships/oleObject" Target="../embeddings/oleObject81.bin"/><Relationship Id="rId6" Type="http://schemas.openxmlformats.org/officeDocument/2006/relationships/image" Target="../media/image68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79.bin"/><Relationship Id="rId23" Type="http://schemas.openxmlformats.org/officeDocument/2006/relationships/vmlDrawing" Target="../drawings/vmlDrawing15.v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75.wmf"/><Relationship Id="rId20" Type="http://schemas.openxmlformats.org/officeDocument/2006/relationships/oleObject" Target="../embeddings/oleObject88.bin"/><Relationship Id="rId2" Type="http://schemas.openxmlformats.org/officeDocument/2006/relationships/image" Target="../media/image66.wmf"/><Relationship Id="rId19" Type="http://schemas.openxmlformats.org/officeDocument/2006/relationships/image" Target="../media/image74.wmf"/><Relationship Id="rId18" Type="http://schemas.openxmlformats.org/officeDocument/2006/relationships/oleObject" Target="../embeddings/oleObject87.bin"/><Relationship Id="rId17" Type="http://schemas.openxmlformats.org/officeDocument/2006/relationships/image" Target="../media/image73.wmf"/><Relationship Id="rId16" Type="http://schemas.openxmlformats.org/officeDocument/2006/relationships/oleObject" Target="../embeddings/oleObject86.bin"/><Relationship Id="rId15" Type="http://schemas.openxmlformats.org/officeDocument/2006/relationships/image" Target="../media/image72.wmf"/><Relationship Id="rId14" Type="http://schemas.openxmlformats.org/officeDocument/2006/relationships/oleObject" Target="../embeddings/oleObject85.bin"/><Relationship Id="rId13" Type="http://schemas.openxmlformats.org/officeDocument/2006/relationships/image" Target="../media/image71.wmf"/><Relationship Id="rId12" Type="http://schemas.openxmlformats.org/officeDocument/2006/relationships/oleObject" Target="../embeddings/oleObject84.bin"/><Relationship Id="rId11" Type="http://schemas.openxmlformats.org/officeDocument/2006/relationships/image" Target="../media/image70.wmf"/><Relationship Id="rId10" Type="http://schemas.openxmlformats.org/officeDocument/2006/relationships/oleObject" Target="../embeddings/oleObject83.bin"/><Relationship Id="rId1" Type="http://schemas.openxmlformats.org/officeDocument/2006/relationships/oleObject" Target="../embeddings/oleObject78.bin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6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6.wmf"/><Relationship Id="rId1" Type="http://schemas.openxmlformats.org/officeDocument/2006/relationships/oleObject" Target="../embeddings/oleObject89.bin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7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7.emf"/><Relationship Id="rId1" Type="http://schemas.openxmlformats.org/officeDocument/2006/relationships/oleObject" Target="../embeddings/oleObject90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762000" y="4572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kumimoji="0" lang="en-US" altLang="zh-CN" sz="5400" b="1">
                <a:solidFill>
                  <a:srgbClr val="CC3300"/>
                </a:solidFill>
                <a:ea typeface="隶书" panose="02010509060101010101" pitchFamily="49" charset="-122"/>
              </a:rPr>
              <a:t>9.4 </a:t>
            </a:r>
            <a:r>
              <a:rPr kumimoji="0" lang="zh-CN" altLang="en-US" sz="5400" b="1">
                <a:solidFill>
                  <a:srgbClr val="CC3300"/>
                </a:solidFill>
                <a:ea typeface="隶书" panose="02010509060101010101" pitchFamily="49" charset="-122"/>
              </a:rPr>
              <a:t>复合函数求导法则</a:t>
            </a:r>
            <a:endParaRPr kumimoji="0" lang="zh-CN" altLang="en-US" sz="5400" b="1">
              <a:solidFill>
                <a:srgbClr val="CC3300"/>
              </a:solidFill>
              <a:ea typeface="隶书" panose="02010509060101010101" pitchFamily="49" charset="-122"/>
            </a:endParaRPr>
          </a:p>
        </p:txBody>
      </p:sp>
      <p:sp>
        <p:nvSpPr>
          <p:cNvPr id="26627" name="Rectangle 3"/>
          <p:cNvSpPr>
            <a:spLocks noChangeArrowheads="1"/>
          </p:cNvSpPr>
          <p:nvPr/>
        </p:nvSpPr>
        <p:spPr bwMode="auto">
          <a:xfrm>
            <a:off x="533400" y="1676400"/>
            <a:ext cx="624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先回忆一下一元复合函数的</a:t>
            </a:r>
            <a:r>
              <a:rPr lang="zh-CN" altLang="en-US" sz="2800" b="1">
                <a:solidFill>
                  <a:srgbClr val="0000FF"/>
                </a:solidFill>
              </a:rPr>
              <a:t>微分法则</a:t>
            </a:r>
            <a:endParaRPr lang="zh-CN" altLang="en-US" sz="2400">
              <a:solidFill>
                <a:srgbClr val="0000FF"/>
              </a:solidFill>
            </a:endParaRPr>
          </a:p>
        </p:txBody>
      </p:sp>
      <p:graphicFrame>
        <p:nvGraphicFramePr>
          <p:cNvPr id="26628" name="Object 4"/>
          <p:cNvGraphicFramePr>
            <a:graphicFrameLocks noChangeAspect="1"/>
          </p:cNvGraphicFramePr>
          <p:nvPr/>
        </p:nvGraphicFramePr>
        <p:xfrm>
          <a:off x="742950" y="2362200"/>
          <a:ext cx="42306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name="Equation" r:id="rId1" imgW="3987800" imgH="431800" progId="Equation.3">
                  <p:embed/>
                </p:oleObj>
              </mc:Choice>
              <mc:Fallback>
                <p:oleObj name="Equation" r:id="rId1" imgW="3987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2950" y="2362200"/>
                        <a:ext cx="42306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29" name="Rectangle 5"/>
          <p:cNvSpPr>
            <a:spLocks noChangeArrowheads="1"/>
          </p:cNvSpPr>
          <p:nvPr/>
        </p:nvSpPr>
        <p:spPr bwMode="auto">
          <a:xfrm>
            <a:off x="5105400" y="2286000"/>
            <a:ext cx="2057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则复合函数                               </a:t>
            </a:r>
            <a:endParaRPr lang="zh-CN" altLang="en-US" sz="2400"/>
          </a:p>
        </p:txBody>
      </p:sp>
      <p:graphicFrame>
        <p:nvGraphicFramePr>
          <p:cNvPr id="26630" name="Object 6"/>
          <p:cNvGraphicFramePr>
            <a:graphicFrameLocks noChangeAspect="1"/>
          </p:cNvGraphicFramePr>
          <p:nvPr/>
        </p:nvGraphicFramePr>
        <p:xfrm>
          <a:off x="717550" y="3009900"/>
          <a:ext cx="1803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tion" r:id="rId3" imgW="1803400" imgH="393700" progId="Equation.3">
                  <p:embed/>
                </p:oleObj>
              </mc:Choice>
              <mc:Fallback>
                <p:oleObj name="Equation" r:id="rId3" imgW="18034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550" y="3009900"/>
                        <a:ext cx="1803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1" name="Rectangle 7"/>
          <p:cNvSpPr>
            <a:spLocks noChangeArrowheads="1"/>
          </p:cNvSpPr>
          <p:nvPr/>
        </p:nvSpPr>
        <p:spPr bwMode="auto">
          <a:xfrm>
            <a:off x="2743200" y="2895600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对 </a:t>
            </a:r>
            <a:r>
              <a:rPr lang="en-US" altLang="zh-CN" b="1" i="1"/>
              <a:t>x </a:t>
            </a:r>
            <a:r>
              <a:rPr lang="zh-CN" altLang="en-US" sz="2800" b="1"/>
              <a:t>的导数为</a:t>
            </a:r>
            <a:endParaRPr lang="zh-CN" altLang="en-US" sz="2400"/>
          </a:p>
        </p:txBody>
      </p:sp>
      <p:graphicFrame>
        <p:nvGraphicFramePr>
          <p:cNvPr id="26632" name="Object 8"/>
          <p:cNvGraphicFramePr>
            <a:graphicFrameLocks noChangeAspect="1"/>
          </p:cNvGraphicFramePr>
          <p:nvPr/>
        </p:nvGraphicFramePr>
        <p:xfrm>
          <a:off x="5160963" y="2819400"/>
          <a:ext cx="175101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0" name="Equation" r:id="rId5" imgW="812165" imgH="393700" progId="Equation.DSMT4">
                  <p:embed/>
                </p:oleObj>
              </mc:Choice>
              <mc:Fallback>
                <p:oleObj name="Equation" r:id="rId5" imgW="812165" imgH="3937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0963" y="2819400"/>
                        <a:ext cx="1751012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Rectangle 9"/>
          <p:cNvSpPr>
            <a:spLocks noChangeArrowheads="1"/>
          </p:cNvSpPr>
          <p:nvPr/>
        </p:nvSpPr>
        <p:spPr bwMode="auto">
          <a:xfrm>
            <a:off x="533400" y="3776663"/>
            <a:ext cx="7696200" cy="304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        </a:t>
            </a:r>
            <a:r>
              <a:rPr lang="zh-CN" altLang="en-US" sz="2800" b="1"/>
              <a:t>这一节我们将把这一求导法则推广到多元函数的情形，主要介绍多元复合函数的微分法我们知道，求偏导数与求一元函数的导数本质上并没有区别，对一元函数适用的微分法包括复合函数的微分法在内，在多元函数微分法中仍然适用，那么为什么还要介绍多元</a:t>
            </a:r>
            <a:r>
              <a:rPr kumimoji="0" lang="zh-CN" altLang="en-US" sz="2800" b="1"/>
              <a:t>复合函数的微分法呢？</a:t>
            </a:r>
            <a:endParaRPr kumimoji="0" lang="zh-CN" altLang="en-US" sz="2800" b="1"/>
          </a:p>
          <a:p>
            <a:pPr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27" grpId="0" autoUpdateAnimBg="0"/>
      <p:bldP spid="26629" grpId="0" autoUpdateAnimBg="0"/>
      <p:bldP spid="26631" grpId="0" autoUpdateAnimBg="0"/>
      <p:bldP spid="26633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67" name="Rectangle 19"/>
          <p:cNvSpPr>
            <a:spLocks noChangeArrowheads="1"/>
          </p:cNvSpPr>
          <p:nvPr/>
        </p:nvSpPr>
        <p:spPr bwMode="auto">
          <a:xfrm>
            <a:off x="457200" y="457200"/>
            <a:ext cx="70104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0" lang="zh-CN" altLang="en-US" sz="2800" b="1"/>
          </a:p>
        </p:txBody>
      </p:sp>
      <p:sp>
        <p:nvSpPr>
          <p:cNvPr id="27668" name="Rectangle 20"/>
          <p:cNvSpPr>
            <a:spLocks noChangeArrowheads="1"/>
          </p:cNvSpPr>
          <p:nvPr/>
        </p:nvSpPr>
        <p:spPr bwMode="auto">
          <a:xfrm>
            <a:off x="460375" y="549275"/>
            <a:ext cx="7924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这主要是对于没有具体给出式子的所谓</a:t>
            </a:r>
            <a:r>
              <a:rPr kumimoji="0" lang="zh-CN" altLang="en-US" sz="2800" b="1">
                <a:solidFill>
                  <a:schemeClr val="accent2"/>
                </a:solidFill>
              </a:rPr>
              <a:t>抽象函数</a:t>
            </a:r>
            <a:endParaRPr kumimoji="0" lang="zh-CN" altLang="en-US" sz="2400">
              <a:solidFill>
                <a:schemeClr val="accent2"/>
              </a:solidFill>
            </a:endParaRPr>
          </a:p>
        </p:txBody>
      </p:sp>
      <p:grpSp>
        <p:nvGrpSpPr>
          <p:cNvPr id="27669" name="Group 21"/>
          <p:cNvGrpSpPr/>
          <p:nvPr/>
        </p:nvGrpSpPr>
        <p:grpSpPr bwMode="auto">
          <a:xfrm>
            <a:off x="609600" y="1306513"/>
            <a:ext cx="3352800" cy="533400"/>
            <a:chOff x="336" y="1152"/>
            <a:chExt cx="2112" cy="336"/>
          </a:xfrm>
        </p:grpSpPr>
        <p:sp>
          <p:nvSpPr>
            <p:cNvPr id="3086" name="Rectangle 22"/>
            <p:cNvSpPr>
              <a:spLocks noChangeArrowheads="1"/>
            </p:cNvSpPr>
            <p:nvPr/>
          </p:nvSpPr>
          <p:spPr bwMode="auto">
            <a:xfrm>
              <a:off x="336" y="1152"/>
              <a:ext cx="43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如</a:t>
              </a:r>
              <a:endParaRPr kumimoji="0" lang="zh-CN" altLang="en-US" sz="2400"/>
            </a:p>
          </p:txBody>
        </p:sp>
        <p:graphicFrame>
          <p:nvGraphicFramePr>
            <p:cNvPr id="3087" name="Object 23"/>
            <p:cNvGraphicFramePr>
              <a:graphicFrameLocks noChangeAspect="1"/>
            </p:cNvGraphicFramePr>
            <p:nvPr/>
          </p:nvGraphicFramePr>
          <p:xfrm>
            <a:off x="768" y="1152"/>
            <a:ext cx="16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Equation" r:id="rId1" imgW="2667000" imgH="469900" progId="Equation.3">
                    <p:embed/>
                  </p:oleObj>
                </mc:Choice>
                <mc:Fallback>
                  <p:oleObj name="Equation" r:id="rId1" imgW="2667000" imgH="469900" progId="Equation.3">
                    <p:embed/>
                    <p:pic>
                      <p:nvPicPr>
                        <p:cNvPr id="0" name="Object 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152"/>
                          <a:ext cx="16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672" name="Group 24"/>
          <p:cNvGrpSpPr/>
          <p:nvPr/>
        </p:nvGrpSpPr>
        <p:grpSpPr bwMode="auto">
          <a:xfrm>
            <a:off x="657225" y="1285875"/>
            <a:ext cx="6530975" cy="1152525"/>
            <a:chOff x="432" y="1194"/>
            <a:chExt cx="3581" cy="726"/>
          </a:xfrm>
        </p:grpSpPr>
        <p:sp>
          <p:nvSpPr>
            <p:cNvPr id="3082" name="Rectangle 25"/>
            <p:cNvSpPr>
              <a:spLocks noChangeArrowheads="1"/>
            </p:cNvSpPr>
            <p:nvPr/>
          </p:nvSpPr>
          <p:spPr bwMode="auto">
            <a:xfrm>
              <a:off x="2318" y="1194"/>
              <a:ext cx="86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它是由</a:t>
              </a:r>
              <a:endParaRPr kumimoji="0" lang="zh-CN" altLang="en-US" sz="2400"/>
            </a:p>
          </p:txBody>
        </p:sp>
        <p:graphicFrame>
          <p:nvGraphicFramePr>
            <p:cNvPr id="3083" name="Object 26"/>
            <p:cNvGraphicFramePr>
              <a:graphicFrameLocks noChangeAspect="1"/>
            </p:cNvGraphicFramePr>
            <p:nvPr/>
          </p:nvGraphicFramePr>
          <p:xfrm>
            <a:off x="3013" y="1237"/>
            <a:ext cx="1000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Equation" r:id="rId3" imgW="1586865" imgH="393700" progId="Equation.3">
                    <p:embed/>
                  </p:oleObj>
                </mc:Choice>
                <mc:Fallback>
                  <p:oleObj name="Equation" r:id="rId3" imgW="1586865" imgH="393700" progId="Equation.3">
                    <p:embed/>
                    <p:pic>
                      <p:nvPicPr>
                        <p:cNvPr id="0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13" y="1237"/>
                          <a:ext cx="1000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84" name="Object 27"/>
            <p:cNvGraphicFramePr>
              <a:graphicFrameLocks noChangeAspect="1"/>
            </p:cNvGraphicFramePr>
            <p:nvPr/>
          </p:nvGraphicFramePr>
          <p:xfrm>
            <a:off x="432" y="1584"/>
            <a:ext cx="2064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Equation" r:id="rId5" imgW="3060700" imgH="469900" progId="Equation.3">
                    <p:embed/>
                  </p:oleObj>
                </mc:Choice>
                <mc:Fallback>
                  <p:oleObj name="Equation" r:id="rId5" imgW="3060700" imgH="4699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" y="1584"/>
                          <a:ext cx="2064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5" name="Rectangle 28"/>
            <p:cNvSpPr>
              <a:spLocks noChangeArrowheads="1"/>
            </p:cNvSpPr>
            <p:nvPr/>
          </p:nvSpPr>
          <p:spPr bwMode="auto">
            <a:xfrm>
              <a:off x="2552" y="1590"/>
              <a:ext cx="139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/>
                <a:t>复合而成的</a:t>
              </a:r>
              <a:endParaRPr kumimoji="0" lang="zh-CN" altLang="en-US" sz="2400"/>
            </a:p>
          </p:txBody>
        </p:sp>
      </p:grpSp>
      <p:sp>
        <p:nvSpPr>
          <p:cNvPr id="27677" name="Rectangle 29"/>
          <p:cNvSpPr>
            <a:spLocks noChangeArrowheads="1"/>
          </p:cNvSpPr>
          <p:nvPr/>
        </p:nvSpPr>
        <p:spPr bwMode="auto">
          <a:xfrm>
            <a:off x="685800" y="2636838"/>
            <a:ext cx="4038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由于   </a:t>
            </a:r>
            <a:r>
              <a:rPr kumimoji="0" lang="en-US" altLang="zh-CN" b="1" i="1"/>
              <a:t>f</a:t>
            </a:r>
            <a:r>
              <a:rPr kumimoji="0" lang="en-US" altLang="zh-CN" sz="2800" b="1"/>
              <a:t>   </a:t>
            </a:r>
            <a:r>
              <a:rPr kumimoji="0" lang="zh-CN" altLang="en-US" sz="2800" b="1"/>
              <a:t>没有具体给出</a:t>
            </a:r>
            <a:endParaRPr kumimoji="0" lang="zh-CN" altLang="en-US" sz="2400"/>
          </a:p>
        </p:txBody>
      </p:sp>
      <p:grpSp>
        <p:nvGrpSpPr>
          <p:cNvPr id="27678" name="Group 30"/>
          <p:cNvGrpSpPr/>
          <p:nvPr/>
        </p:nvGrpSpPr>
        <p:grpSpPr bwMode="auto">
          <a:xfrm>
            <a:off x="323850" y="2565400"/>
            <a:ext cx="7543800" cy="2259013"/>
            <a:chOff x="464" y="1627"/>
            <a:chExt cx="4752" cy="1423"/>
          </a:xfrm>
        </p:grpSpPr>
        <p:graphicFrame>
          <p:nvGraphicFramePr>
            <p:cNvPr id="3080" name="Object 31"/>
            <p:cNvGraphicFramePr>
              <a:graphicFrameLocks noChangeAspect="1"/>
            </p:cNvGraphicFramePr>
            <p:nvPr/>
          </p:nvGraphicFramePr>
          <p:xfrm>
            <a:off x="2959" y="1627"/>
            <a:ext cx="1382" cy="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1" name="Equation" r:id="rId7" imgW="2057400" imgH="914400" progId="Equation.3">
                    <p:embed/>
                  </p:oleObj>
                </mc:Choice>
                <mc:Fallback>
                  <p:oleObj name="Equation" r:id="rId7" imgW="2057400" imgH="914400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627"/>
                          <a:ext cx="1382" cy="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1" name="Rectangle 32"/>
            <p:cNvSpPr>
              <a:spLocks noChangeArrowheads="1"/>
            </p:cNvSpPr>
            <p:nvPr/>
          </p:nvSpPr>
          <p:spPr bwMode="auto">
            <a:xfrm>
              <a:off x="464" y="2216"/>
              <a:ext cx="4752" cy="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en-US" altLang="zh-CN" sz="2800" b="1"/>
                <a:t>      </a:t>
              </a:r>
              <a:r>
                <a:rPr kumimoji="0" lang="zh-CN" altLang="en-US" sz="2800" b="1"/>
                <a:t>一元复合函数的微分法则就无能为力了，为此还要介绍多元复合函数的微分法</a:t>
              </a:r>
              <a:r>
                <a:rPr kumimoji="0" lang="en-US" altLang="zh-CN" sz="2800" b="1"/>
                <a:t>.</a:t>
              </a:r>
              <a:endParaRPr kumimoji="0" lang="zh-CN" altLang="en-US" sz="2800" b="1"/>
            </a:p>
            <a:p>
              <a:pPr>
                <a:spcBef>
                  <a:spcPct val="0"/>
                </a:spcBef>
                <a:buFontTx/>
                <a:buNone/>
              </a:pPr>
              <a:endParaRPr kumimoji="0"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7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7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67" grpId="0" autoUpdateAnimBg="0"/>
      <p:bldP spid="27668" grpId="0" autoUpdateAnimBg="0"/>
      <p:bldP spid="2767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323850" y="152400"/>
            <a:ext cx="36576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 b="1">
                <a:solidFill>
                  <a:schemeClr val="tx2"/>
                </a:solidFill>
                <a:ea typeface="黑体" panose="02010609060101010101" pitchFamily="49" charset="-122"/>
              </a:rPr>
              <a:t>一、链式法则</a:t>
            </a:r>
            <a:endParaRPr lang="zh-CN" altLang="en-US" sz="40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455930" y="1049020"/>
          <a:ext cx="7568565" cy="28327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Document" r:id="rId1" imgW="7381875" imgH="2781300" progId="Word.Document.8">
                  <p:embed/>
                </p:oleObj>
              </mc:Choice>
              <mc:Fallback>
                <p:oleObj name="Document" r:id="rId1" imgW="7381875" imgH="2781300" progId="Word.Document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930" y="1049020"/>
                        <a:ext cx="7568565" cy="28327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1003300" y="4478338"/>
          <a:ext cx="3286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公式" r:id="rId3" imgW="215900" imgH="266065" progId="Equation.3">
                  <p:embed/>
                </p:oleObj>
              </mc:Choice>
              <mc:Fallback>
                <p:oleObj name="公式" r:id="rId3" imgW="215900" imgH="266065" progId="Equation.3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3300" y="4478338"/>
                        <a:ext cx="3286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1331913" y="4197350"/>
            <a:ext cx="1054100" cy="328613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11"/>
          <p:cNvSpPr>
            <a:spLocks noChangeShapeType="1"/>
          </p:cNvSpPr>
          <p:nvPr/>
        </p:nvSpPr>
        <p:spPr bwMode="auto">
          <a:xfrm>
            <a:off x="2878138" y="4224338"/>
            <a:ext cx="1254125" cy="274637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2451100" y="4041775"/>
          <a:ext cx="368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公式" r:id="rId5" imgW="241300" imgH="254000" progId="Equation.3">
                  <p:embed/>
                </p:oleObj>
              </mc:Choice>
              <mc:Fallback>
                <p:oleObj name="公式" r:id="rId5" imgW="241300" imgH="254000" progId="Equation.3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4041775"/>
                        <a:ext cx="368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140200" y="4495800"/>
          <a:ext cx="2508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公式" r:id="rId7" imgW="165100" imgH="292100" progId="Equation.3">
                  <p:embed/>
                </p:oleObj>
              </mc:Choice>
              <mc:Fallback>
                <p:oleObj name="公式" r:id="rId7" imgW="165100" imgH="292100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495800"/>
                        <a:ext cx="2508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1331913" y="4543425"/>
            <a:ext cx="987425" cy="438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332038" y="4762500"/>
          <a:ext cx="328612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公式" r:id="rId9" imgW="215900" imgH="254000" progId="Equation.3">
                  <p:embed/>
                </p:oleObj>
              </mc:Choice>
              <mc:Fallback>
                <p:oleObj name="公式" r:id="rId9" imgW="215900" imgH="2540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2038" y="4762500"/>
                        <a:ext cx="328612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Line 15"/>
          <p:cNvSpPr>
            <a:spLocks noChangeShapeType="1"/>
          </p:cNvSpPr>
          <p:nvPr/>
        </p:nvSpPr>
        <p:spPr bwMode="auto">
          <a:xfrm flipV="1">
            <a:off x="2617788" y="4652963"/>
            <a:ext cx="1514475" cy="3587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681163" y="5543550"/>
            <a:ext cx="1871662" cy="460375"/>
          </a:xfrm>
          <a:prstGeom prst="rect">
            <a:avLst/>
          </a:prstGeom>
          <a:solidFill>
            <a:srgbClr val="00B050"/>
          </a:solidFill>
          <a:ln w="9525">
            <a:solidFill>
              <a:schemeClr val="accent1"/>
            </a:solidFill>
            <a:miter lim="800000"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chemeClr val="bg1"/>
                </a:solidFill>
              </a:rPr>
              <a:t>树形结构图</a:t>
            </a:r>
            <a:endParaRPr lang="zh-CN" altLang="en-US" sz="2400" b="1">
              <a:solidFill>
                <a:schemeClr val="bg1"/>
              </a:solidFill>
            </a:endParaRPr>
          </a:p>
        </p:txBody>
      </p:sp>
      <p:sp>
        <p:nvSpPr>
          <p:cNvPr id="18" name="Rectangle 15"/>
          <p:cNvSpPr>
            <a:spLocks noChangeArrowheads="1"/>
          </p:cNvSpPr>
          <p:nvPr/>
        </p:nvSpPr>
        <p:spPr bwMode="auto">
          <a:xfrm>
            <a:off x="4556125" y="4238625"/>
            <a:ext cx="4479925" cy="646113"/>
          </a:xfrm>
          <a:prstGeom prst="rect">
            <a:avLst/>
          </a:prstGeom>
          <a:solidFill>
            <a:srgbClr val="00B0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>
                <a:solidFill>
                  <a:srgbClr val="FF0000"/>
                </a:solidFill>
                <a:ea typeface="黑体" panose="02010609060101010101" pitchFamily="49" charset="-122"/>
              </a:rPr>
              <a:t>“</a:t>
            </a:r>
            <a:r>
              <a:rPr kumimoji="0" lang="zh-CN" altLang="en-US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分道相加，连线相乘</a:t>
            </a:r>
            <a:r>
              <a:rPr kumimoji="0" lang="zh-CN" altLang="en-US" b="1">
                <a:solidFill>
                  <a:srgbClr val="FF0000"/>
                </a:solidFill>
                <a:ea typeface="黑体" panose="02010609060101010101" pitchFamily="49" charset="-122"/>
              </a:rPr>
              <a:t>”</a:t>
            </a:r>
            <a:r>
              <a:rPr kumimoji="0" lang="zh-CN" altLang="en-US" sz="36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kumimoji="0" lang="zh-CN" altLang="en-US" sz="3600" b="1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4427538" y="5297488"/>
            <a:ext cx="4392612" cy="954087"/>
            <a:chOff x="4427984" y="5296722"/>
            <a:chExt cx="4392488" cy="954107"/>
          </a:xfrm>
        </p:grpSpPr>
        <p:sp>
          <p:nvSpPr>
            <p:cNvPr id="4111" name="Rectangle 15"/>
            <p:cNvSpPr>
              <a:spLocks noChangeArrowheads="1"/>
            </p:cNvSpPr>
            <p:nvPr/>
          </p:nvSpPr>
          <p:spPr bwMode="auto">
            <a:xfrm>
              <a:off x="4427984" y="5296722"/>
              <a:ext cx="4392488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accent2"/>
                  </a:solidFill>
                  <a:ea typeface="黑体" panose="02010609060101010101" pitchFamily="49" charset="-122"/>
                </a:rPr>
                <a:t>一元函数用导数符号</a:t>
              </a:r>
              <a:r>
                <a:rPr kumimoji="0" lang="en-US" altLang="zh-CN" sz="2800" b="1">
                  <a:solidFill>
                    <a:schemeClr val="accent2"/>
                  </a:solidFill>
                  <a:ea typeface="黑体" panose="02010609060101010101" pitchFamily="49" charset="-122"/>
                </a:rPr>
                <a:t>d</a:t>
              </a:r>
              <a:endParaRPr kumimoji="0" lang="en-US" altLang="zh-CN" sz="2800" b="1">
                <a:solidFill>
                  <a:schemeClr val="accent2"/>
                </a:solidFill>
                <a:ea typeface="黑体" panose="02010609060101010101" pitchFamily="49" charset="-122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r>
                <a:rPr kumimoji="0" lang="zh-CN" altLang="en-US" sz="2800" b="1">
                  <a:solidFill>
                    <a:schemeClr val="accent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多元函数用偏导符号</a:t>
              </a:r>
              <a:endParaRPr kumimoji="0" lang="zh-CN" altLang="en-US" sz="28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4112" name="对象 6"/>
            <p:cNvGraphicFramePr>
              <a:graphicFrameLocks noChangeAspect="1"/>
            </p:cNvGraphicFramePr>
            <p:nvPr/>
          </p:nvGraphicFramePr>
          <p:xfrm>
            <a:off x="7740352" y="5792279"/>
            <a:ext cx="244152" cy="3387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8" name="Equation" r:id="rId11" imgW="127000" imgH="177165" progId="Equation.DSMT4">
                    <p:embed/>
                  </p:oleObj>
                </mc:Choice>
                <mc:Fallback>
                  <p:oleObj name="Equation" r:id="rId11" imgW="127000" imgH="177165" progId="Equation.DSMT4">
                    <p:embed/>
                    <p:pic>
                      <p:nvPicPr>
                        <p:cNvPr id="0" name="对象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40352" y="5792279"/>
                          <a:ext cx="244152" cy="3387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 autoUpdateAnimBg="0"/>
      <p:bldP spid="6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2"/>
          <p:cNvSpPr txBox="1">
            <a:spLocks noChangeArrowheads="1"/>
          </p:cNvSpPr>
          <p:nvPr/>
        </p:nvSpPr>
        <p:spPr bwMode="auto">
          <a:xfrm>
            <a:off x="762000" y="457200"/>
            <a:ext cx="8001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上定理的结论可推广到中间变量多于两个的情况</a:t>
            </a:r>
            <a:r>
              <a:rPr lang="en-US" altLang="zh-CN" sz="2800" b="1"/>
              <a:t>.</a:t>
            </a:r>
            <a:endParaRPr lang="en-US" altLang="zh-CN" sz="2800" b="1"/>
          </a:p>
        </p:txBody>
      </p:sp>
      <p:sp>
        <p:nvSpPr>
          <p:cNvPr id="6147" name="Text Box 3"/>
          <p:cNvSpPr txBox="1">
            <a:spLocks noChangeArrowheads="1"/>
          </p:cNvSpPr>
          <p:nvPr/>
        </p:nvSpPr>
        <p:spPr bwMode="auto">
          <a:xfrm>
            <a:off x="533400" y="1219200"/>
            <a:ext cx="6477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如</a:t>
            </a:r>
            <a:endParaRPr lang="zh-CN" altLang="en-US" sz="2800" b="1"/>
          </a:p>
        </p:txBody>
      </p:sp>
      <p:graphicFrame>
        <p:nvGraphicFramePr>
          <p:cNvPr id="6148" name="Object 4"/>
          <p:cNvGraphicFramePr>
            <a:graphicFrameLocks noChangeAspect="1"/>
          </p:cNvGraphicFramePr>
          <p:nvPr/>
        </p:nvGraphicFramePr>
        <p:xfrm>
          <a:off x="1371600" y="1066800"/>
          <a:ext cx="5105400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1" name="公式" r:id="rId1" imgW="4241800" imgH="889000" progId="Equation.3">
                  <p:embed/>
                </p:oleObj>
              </mc:Choice>
              <mc:Fallback>
                <p:oleObj name="公式" r:id="rId1" imgW="4241800" imgH="889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066800"/>
                        <a:ext cx="5105400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5"/>
          <p:cNvGraphicFramePr>
            <a:graphicFrameLocks noChangeAspect="1"/>
          </p:cNvGraphicFramePr>
          <p:nvPr/>
        </p:nvGraphicFramePr>
        <p:xfrm>
          <a:off x="1524000" y="3200400"/>
          <a:ext cx="3286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2" name="公式" r:id="rId3" imgW="215900" imgH="266065" progId="Equation.3">
                  <p:embed/>
                </p:oleObj>
              </mc:Choice>
              <mc:Fallback>
                <p:oleObj name="公式" r:id="rId3" imgW="215900" imgH="2660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3200400"/>
                        <a:ext cx="3286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6"/>
          <p:cNvGraphicFramePr>
            <a:graphicFrameLocks noChangeAspect="1"/>
          </p:cNvGraphicFramePr>
          <p:nvPr/>
        </p:nvGraphicFramePr>
        <p:xfrm>
          <a:off x="3124200" y="2651125"/>
          <a:ext cx="368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3" name="公式" r:id="rId5" imgW="241300" imgH="254000" progId="Equation.3">
                  <p:embed/>
                </p:oleObj>
              </mc:Choice>
              <mc:Fallback>
                <p:oleObj name="公式" r:id="rId5" imgW="241300" imgH="254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2651125"/>
                        <a:ext cx="368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1" name="Object 7"/>
          <p:cNvGraphicFramePr>
            <a:graphicFrameLocks noChangeAspect="1"/>
          </p:cNvGraphicFramePr>
          <p:nvPr/>
        </p:nvGraphicFramePr>
        <p:xfrm>
          <a:off x="3048000" y="3200400"/>
          <a:ext cx="328613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4" name="公式" r:id="rId7" imgW="215900" imgH="254000" progId="Equation.3">
                  <p:embed/>
                </p:oleObj>
              </mc:Choice>
              <mc:Fallback>
                <p:oleObj name="公式" r:id="rId7" imgW="215900" imgH="2540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200400"/>
                        <a:ext cx="328613" cy="322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8"/>
          <p:cNvGraphicFramePr>
            <a:graphicFrameLocks noChangeAspect="1"/>
          </p:cNvGraphicFramePr>
          <p:nvPr/>
        </p:nvGraphicFramePr>
        <p:xfrm>
          <a:off x="2971800" y="3810000"/>
          <a:ext cx="484188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5" name="公式" r:id="rId9" imgW="317500" imgH="254000" progId="Equation.3">
                  <p:embed/>
                </p:oleObj>
              </mc:Choice>
              <mc:Fallback>
                <p:oleObj name="公式" r:id="rId9" imgW="317500" imgH="2540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0"/>
                        <a:ext cx="484188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3" name="Object 9"/>
          <p:cNvGraphicFramePr>
            <a:graphicFrameLocks noChangeAspect="1"/>
          </p:cNvGraphicFramePr>
          <p:nvPr/>
        </p:nvGraphicFramePr>
        <p:xfrm>
          <a:off x="4953000" y="3200400"/>
          <a:ext cx="2508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公式" r:id="rId11" imgW="165100" imgH="292100" progId="Equation.3">
                  <p:embed/>
                </p:oleObj>
              </mc:Choice>
              <mc:Fallback>
                <p:oleObj name="公式" r:id="rId11" imgW="165100" imgH="292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3200400"/>
                        <a:ext cx="250825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54" name="Line 10"/>
          <p:cNvSpPr>
            <a:spLocks noChangeShapeType="1"/>
          </p:cNvSpPr>
          <p:nvPr/>
        </p:nvSpPr>
        <p:spPr bwMode="auto">
          <a:xfrm flipV="1">
            <a:off x="2057400" y="2819400"/>
            <a:ext cx="1054100" cy="328613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5" name="Line 11"/>
          <p:cNvSpPr>
            <a:spLocks noChangeShapeType="1"/>
          </p:cNvSpPr>
          <p:nvPr/>
        </p:nvSpPr>
        <p:spPr bwMode="auto">
          <a:xfrm>
            <a:off x="3505200" y="2895600"/>
            <a:ext cx="1252538" cy="274638"/>
          </a:xfrm>
          <a:prstGeom prst="line">
            <a:avLst/>
          </a:prstGeom>
          <a:noFill/>
          <a:ln w="57150">
            <a:solidFill>
              <a:srgbClr val="CC00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6" name="Line 12"/>
          <p:cNvSpPr>
            <a:spLocks noChangeShapeType="1"/>
          </p:cNvSpPr>
          <p:nvPr/>
        </p:nvSpPr>
        <p:spPr bwMode="auto">
          <a:xfrm>
            <a:off x="1981200" y="3352800"/>
            <a:ext cx="1054100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7" name="Line 13"/>
          <p:cNvSpPr>
            <a:spLocks noChangeShapeType="1"/>
          </p:cNvSpPr>
          <p:nvPr/>
        </p:nvSpPr>
        <p:spPr bwMode="auto">
          <a:xfrm>
            <a:off x="3482975" y="3352800"/>
            <a:ext cx="1317625" cy="0"/>
          </a:xfrm>
          <a:prstGeom prst="line">
            <a:avLst/>
          </a:prstGeom>
          <a:noFill/>
          <a:ln w="57150">
            <a:solidFill>
              <a:schemeClr val="accent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8" name="Line 14"/>
          <p:cNvSpPr>
            <a:spLocks noChangeShapeType="1"/>
          </p:cNvSpPr>
          <p:nvPr/>
        </p:nvSpPr>
        <p:spPr bwMode="auto">
          <a:xfrm>
            <a:off x="1981200" y="3429000"/>
            <a:ext cx="987425" cy="438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59" name="Line 15"/>
          <p:cNvSpPr>
            <a:spLocks noChangeShapeType="1"/>
          </p:cNvSpPr>
          <p:nvPr/>
        </p:nvSpPr>
        <p:spPr bwMode="auto">
          <a:xfrm flipV="1">
            <a:off x="3429000" y="3429000"/>
            <a:ext cx="1514475" cy="4381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60" name="Group 16"/>
          <p:cNvGrpSpPr/>
          <p:nvPr/>
        </p:nvGrpSpPr>
        <p:grpSpPr bwMode="auto">
          <a:xfrm>
            <a:off x="838200" y="4191000"/>
            <a:ext cx="6705600" cy="819150"/>
            <a:chOff x="672" y="3408"/>
            <a:chExt cx="4224" cy="516"/>
          </a:xfrm>
        </p:grpSpPr>
        <p:sp>
          <p:nvSpPr>
            <p:cNvPr id="6161" name="Text Box 17"/>
            <p:cNvSpPr txBox="1">
              <a:spLocks noChangeArrowheads="1"/>
            </p:cNvSpPr>
            <p:nvPr/>
          </p:nvSpPr>
          <p:spPr bwMode="auto">
            <a:xfrm>
              <a:off x="672" y="3456"/>
              <a:ext cx="422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zh-CN" altLang="en-US" sz="3200" b="1">
                  <a:solidFill>
                    <a:srgbClr val="000000"/>
                  </a:solidFill>
                </a:rPr>
                <a:t>以上公式中的导数       称为</a:t>
              </a:r>
              <a:r>
                <a:rPr lang="zh-CN" altLang="en-US" sz="3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anose="02010509060101010101" pitchFamily="49" charset="-122"/>
                </a:rPr>
                <a:t>全导数</a:t>
              </a:r>
              <a:r>
                <a:rPr lang="en-US" altLang="zh-CN" sz="3600" b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ea typeface="隶书" panose="02010509060101010101" pitchFamily="49" charset="-122"/>
                </a:rPr>
                <a:t>.</a:t>
              </a:r>
              <a:endParaRPr lang="en-US" altLang="zh-CN" sz="3200" b="1">
                <a:solidFill>
                  <a:srgbClr val="FF0000"/>
                </a:solidFill>
                <a:ea typeface="隶书" panose="02010509060101010101" pitchFamily="49" charset="-122"/>
              </a:endParaRPr>
            </a:p>
          </p:txBody>
        </p:sp>
        <p:graphicFrame>
          <p:nvGraphicFramePr>
            <p:cNvPr id="5140" name="Object 18"/>
            <p:cNvGraphicFramePr>
              <a:graphicFrameLocks noChangeAspect="1"/>
            </p:cNvGraphicFramePr>
            <p:nvPr/>
          </p:nvGraphicFramePr>
          <p:xfrm>
            <a:off x="2880" y="3408"/>
            <a:ext cx="311" cy="5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47" name="Equation" r:id="rId13" imgW="406400" imgH="888365" progId="Equation.DSMT4">
                    <p:embed/>
                  </p:oleObj>
                </mc:Choice>
                <mc:Fallback>
                  <p:oleObj name="Equation" r:id="rId13" imgW="406400" imgH="888365" progId="Equation.DSMT4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3408"/>
                          <a:ext cx="311" cy="5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163" name="Rectangle 19"/>
          <p:cNvSpPr>
            <a:spLocks noChangeArrowheads="1"/>
          </p:cNvSpPr>
          <p:nvPr/>
        </p:nvSpPr>
        <p:spPr bwMode="auto">
          <a:xfrm>
            <a:off x="838200" y="5105400"/>
            <a:ext cx="746760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/>
              <a:t>       </a:t>
            </a:r>
            <a:r>
              <a:rPr lang="zh-CN" altLang="en-US" sz="2800" b="1"/>
              <a:t>上定理还可推广到中间变量不是一元函数而是多元函数的情况：</a:t>
            </a:r>
            <a:endParaRPr lang="zh-CN" altLang="en-US" sz="2800" b="1"/>
          </a:p>
        </p:txBody>
      </p:sp>
      <p:graphicFrame>
        <p:nvGraphicFramePr>
          <p:cNvPr id="6164" name="Object 20"/>
          <p:cNvGraphicFramePr>
            <a:graphicFrameLocks noChangeAspect="1"/>
          </p:cNvGraphicFramePr>
          <p:nvPr/>
        </p:nvGraphicFramePr>
        <p:xfrm>
          <a:off x="4572000" y="5638800"/>
          <a:ext cx="33655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8" name="公式" r:id="rId15" imgW="3365500" imgH="393700" progId="Equation.3">
                  <p:embed/>
                </p:oleObj>
              </mc:Choice>
              <mc:Fallback>
                <p:oleObj name="公式" r:id="rId15" imgW="3365500" imgH="3937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38800"/>
                        <a:ext cx="33655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autoUpdateAnimBg="0"/>
      <p:bldP spid="6147" grpId="0" autoUpdateAnimBg="0"/>
      <p:bldP spid="6163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0975" y="209550"/>
          <a:ext cx="7848600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7" name="Document" r:id="rId1" imgW="5506720" imgH="753745" progId="Word.Document.8">
                  <p:embed/>
                </p:oleObj>
              </mc:Choice>
              <mc:Fallback>
                <p:oleObj name="Document" r:id="rId1" imgW="5506720" imgH="753745" progId="Word.Document.8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" y="209550"/>
                        <a:ext cx="7848600" cy="1076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70" name="Object 2"/>
          <p:cNvGraphicFramePr>
            <a:graphicFrameLocks noChangeAspect="1"/>
          </p:cNvGraphicFramePr>
          <p:nvPr/>
        </p:nvGraphicFramePr>
        <p:xfrm>
          <a:off x="-10477" y="132715"/>
          <a:ext cx="7907655" cy="4363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Document" r:id="rId1" imgW="7915275" imgH="4371975" progId="Word.Document.8">
                  <p:embed/>
                </p:oleObj>
              </mc:Choice>
              <mc:Fallback>
                <p:oleObj name="Document" r:id="rId1" imgW="7915275" imgH="437197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477" y="132715"/>
                        <a:ext cx="7907655" cy="4363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468313" y="4221163"/>
            <a:ext cx="27082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b="1"/>
              <a:t>树形结构图如下</a:t>
            </a:r>
            <a:endParaRPr lang="zh-CN" altLang="en-US" sz="2800" b="1"/>
          </a:p>
        </p:txBody>
      </p:sp>
      <p:graphicFrame>
        <p:nvGraphicFramePr>
          <p:cNvPr id="7185" name="Object 17"/>
          <p:cNvGraphicFramePr>
            <a:graphicFrameLocks noChangeAspect="1"/>
          </p:cNvGraphicFramePr>
          <p:nvPr/>
        </p:nvGraphicFramePr>
        <p:xfrm>
          <a:off x="2362200" y="5545138"/>
          <a:ext cx="328613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3" imgW="215900" imgH="266065" progId="Equation.3">
                  <p:embed/>
                </p:oleObj>
              </mc:Choice>
              <mc:Fallback>
                <p:oleObj name="Equation" r:id="rId3" imgW="215900" imgH="266065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545138"/>
                        <a:ext cx="328613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6" name="Object 18"/>
          <p:cNvGraphicFramePr>
            <a:graphicFrameLocks noChangeAspect="1"/>
          </p:cNvGraphicFramePr>
          <p:nvPr/>
        </p:nvGraphicFramePr>
        <p:xfrm>
          <a:off x="4191000" y="4783138"/>
          <a:ext cx="368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5" imgW="241300" imgH="254000" progId="Equation.3">
                  <p:embed/>
                </p:oleObj>
              </mc:Choice>
              <mc:Fallback>
                <p:oleObj name="Equation" r:id="rId5" imgW="241300" imgH="2540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783138"/>
                        <a:ext cx="368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7" name="Object 19"/>
          <p:cNvGraphicFramePr>
            <a:graphicFrameLocks noChangeAspect="1"/>
          </p:cNvGraphicFramePr>
          <p:nvPr/>
        </p:nvGraphicFramePr>
        <p:xfrm>
          <a:off x="4267200" y="6154738"/>
          <a:ext cx="328613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7" imgW="215900" imgH="254000" progId="Equation.3">
                  <p:embed/>
                </p:oleObj>
              </mc:Choice>
              <mc:Fallback>
                <p:oleObj name="Equation" r:id="rId7" imgW="215900" imgH="254000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154738"/>
                        <a:ext cx="328613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8" name="Object 20"/>
          <p:cNvGraphicFramePr>
            <a:graphicFrameLocks noChangeAspect="1"/>
          </p:cNvGraphicFramePr>
          <p:nvPr/>
        </p:nvGraphicFramePr>
        <p:xfrm>
          <a:off x="6019800" y="4859338"/>
          <a:ext cx="40640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9" imgW="266700" imgH="254000" progId="Equation.3">
                  <p:embed/>
                </p:oleObj>
              </mc:Choice>
              <mc:Fallback>
                <p:oleObj name="Equation" r:id="rId9" imgW="266700" imgH="254000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4859338"/>
                        <a:ext cx="406400" cy="323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9" name="Object 21"/>
          <p:cNvGraphicFramePr>
            <a:graphicFrameLocks noChangeAspect="1"/>
          </p:cNvGraphicFramePr>
          <p:nvPr/>
        </p:nvGraphicFramePr>
        <p:xfrm>
          <a:off x="6096000" y="6002338"/>
          <a:ext cx="40640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11" imgW="266700" imgH="330200" progId="Equation.3">
                  <p:embed/>
                </p:oleObj>
              </mc:Choice>
              <mc:Fallback>
                <p:oleObj name="Equation" r:id="rId11" imgW="266700" imgH="3302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6002338"/>
                        <a:ext cx="40640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0" name="Line 22"/>
          <p:cNvSpPr>
            <a:spLocks noChangeShapeType="1"/>
          </p:cNvSpPr>
          <p:nvPr/>
        </p:nvSpPr>
        <p:spPr bwMode="auto">
          <a:xfrm flipV="1">
            <a:off x="2819400" y="4935538"/>
            <a:ext cx="1304925" cy="457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1" name="Line 23"/>
          <p:cNvSpPr>
            <a:spLocks noChangeShapeType="1"/>
          </p:cNvSpPr>
          <p:nvPr/>
        </p:nvSpPr>
        <p:spPr bwMode="auto">
          <a:xfrm>
            <a:off x="4572000" y="4935538"/>
            <a:ext cx="1371600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2" name="Line 24"/>
          <p:cNvSpPr>
            <a:spLocks noChangeShapeType="1"/>
          </p:cNvSpPr>
          <p:nvPr/>
        </p:nvSpPr>
        <p:spPr bwMode="auto">
          <a:xfrm>
            <a:off x="2971800" y="5926138"/>
            <a:ext cx="1219200" cy="3048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3" name="Line 25"/>
          <p:cNvSpPr>
            <a:spLocks noChangeShapeType="1"/>
          </p:cNvSpPr>
          <p:nvPr/>
        </p:nvSpPr>
        <p:spPr bwMode="auto">
          <a:xfrm flipV="1">
            <a:off x="4648200" y="5316538"/>
            <a:ext cx="1600200" cy="8382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4" name="Line 26"/>
          <p:cNvSpPr>
            <a:spLocks noChangeShapeType="1"/>
          </p:cNvSpPr>
          <p:nvPr/>
        </p:nvSpPr>
        <p:spPr bwMode="auto">
          <a:xfrm flipV="1">
            <a:off x="2743200" y="5087938"/>
            <a:ext cx="1295400" cy="457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5" name="Line 27"/>
          <p:cNvSpPr>
            <a:spLocks noChangeShapeType="1"/>
          </p:cNvSpPr>
          <p:nvPr/>
        </p:nvSpPr>
        <p:spPr bwMode="auto">
          <a:xfrm>
            <a:off x="4495800" y="5087938"/>
            <a:ext cx="1590675" cy="838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6" name="Line 28"/>
          <p:cNvSpPr>
            <a:spLocks noChangeShapeType="1"/>
          </p:cNvSpPr>
          <p:nvPr/>
        </p:nvSpPr>
        <p:spPr bwMode="auto">
          <a:xfrm>
            <a:off x="2743200" y="6002338"/>
            <a:ext cx="1371600" cy="3048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98" name="Line 30"/>
          <p:cNvSpPr>
            <a:spLocks noChangeShapeType="1"/>
          </p:cNvSpPr>
          <p:nvPr/>
        </p:nvSpPr>
        <p:spPr bwMode="auto">
          <a:xfrm>
            <a:off x="4724400" y="6230938"/>
            <a:ext cx="1381125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7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7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7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7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7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7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7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7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6423" name="Group 39"/>
          <p:cNvGrpSpPr/>
          <p:nvPr/>
        </p:nvGrpSpPr>
        <p:grpSpPr bwMode="auto">
          <a:xfrm>
            <a:off x="503873" y="444183"/>
            <a:ext cx="7459662" cy="839787"/>
            <a:chOff x="432" y="1501"/>
            <a:chExt cx="4699" cy="529"/>
          </a:xfrm>
        </p:grpSpPr>
        <p:sp>
          <p:nvSpPr>
            <p:cNvPr id="13340" name="Rectangle 10"/>
            <p:cNvSpPr>
              <a:spLocks noChangeArrowheads="1"/>
            </p:cNvSpPr>
            <p:nvPr/>
          </p:nvSpPr>
          <p:spPr bwMode="auto">
            <a:xfrm>
              <a:off x="432" y="1584"/>
              <a:ext cx="960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00FF"/>
                  </a:solidFill>
                </a:rPr>
                <a:t>例</a:t>
              </a:r>
              <a:r>
                <a:rPr lang="en-US" altLang="zh-CN" sz="2800" b="1">
                  <a:solidFill>
                    <a:srgbClr val="0000FF"/>
                  </a:solidFill>
                </a:rPr>
                <a:t>2</a:t>
              </a:r>
              <a:r>
                <a:rPr lang="en-US" altLang="zh-CN" sz="2800" b="1">
                  <a:solidFill>
                    <a:srgbClr val="0000FF"/>
                  </a:solidFill>
                </a:rPr>
                <a:t>    </a:t>
              </a:r>
              <a:r>
                <a:rPr lang="zh-CN" altLang="en-US" sz="2800" b="1">
                  <a:solidFill>
                    <a:srgbClr val="0000FF"/>
                  </a:solidFill>
                </a:rPr>
                <a:t>设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13341" name="Object 11"/>
            <p:cNvGraphicFramePr>
              <a:graphicFrameLocks noChangeAspect="1"/>
            </p:cNvGraphicFramePr>
            <p:nvPr/>
          </p:nvGraphicFramePr>
          <p:xfrm>
            <a:off x="1236" y="1584"/>
            <a:ext cx="2839" cy="2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8" name="Equation" r:id="rId1" imgW="1644015" imgH="144145" progId="Equation.DSMT4">
                    <p:embed/>
                  </p:oleObj>
                </mc:Choice>
                <mc:Fallback>
                  <p:oleObj name="Equation" r:id="rId1" imgW="1644015" imgH="144145" progId="Equation.DSMT4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6" y="1584"/>
                          <a:ext cx="2839" cy="28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2" name="Rectangle 13"/>
            <p:cNvSpPr>
              <a:spLocks noChangeArrowheads="1"/>
            </p:cNvSpPr>
            <p:nvPr/>
          </p:nvSpPr>
          <p:spPr bwMode="auto">
            <a:xfrm>
              <a:off x="4008" y="1616"/>
              <a:ext cx="62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rgbClr val="0000FF"/>
                  </a:solidFill>
                </a:rPr>
                <a:t>计算</a:t>
              </a:r>
              <a:endParaRPr lang="zh-CN" altLang="en-US" sz="2400">
                <a:solidFill>
                  <a:srgbClr val="0000FF"/>
                </a:solidFill>
              </a:endParaRPr>
            </a:p>
          </p:txBody>
        </p:sp>
        <p:graphicFrame>
          <p:nvGraphicFramePr>
            <p:cNvPr id="13343" name="Object 14"/>
            <p:cNvGraphicFramePr>
              <a:graphicFrameLocks noChangeAspect="1"/>
            </p:cNvGraphicFramePr>
            <p:nvPr/>
          </p:nvGraphicFramePr>
          <p:xfrm>
            <a:off x="4510" y="1501"/>
            <a:ext cx="621" cy="5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9" name="Equation" r:id="rId3" imgW="335915" imgH="280670" progId="Equation.DSMT4">
                    <p:embed/>
                  </p:oleObj>
                </mc:Choice>
                <mc:Fallback>
                  <p:oleObj name="Equation" r:id="rId3" imgW="335915" imgH="280670" progId="Equation.DSMT4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0" y="1501"/>
                          <a:ext cx="621" cy="52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4" name="Object 2"/>
          <p:cNvGraphicFramePr>
            <a:graphicFrameLocks noChangeAspect="1"/>
          </p:cNvGraphicFramePr>
          <p:nvPr/>
        </p:nvGraphicFramePr>
        <p:xfrm>
          <a:off x="3708400" y="1528763"/>
          <a:ext cx="776288" cy="919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" imgW="233045" imgH="273685" progId="Equation.DSMT4">
                  <p:embed/>
                </p:oleObj>
              </mc:Choice>
              <mc:Fallback>
                <p:oleObj name="Equation" r:id="rId1" imgW="233045" imgH="273685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1528763"/>
                        <a:ext cx="776288" cy="919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4427538" y="1479550"/>
          <a:ext cx="720725" cy="1014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3" imgW="191770" imgH="273685" progId="Equation.DSMT4">
                  <p:embed/>
                </p:oleObj>
              </mc:Choice>
              <mc:Fallback>
                <p:oleObj name="Equation" r:id="rId3" imgW="191770" imgH="273685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1479550"/>
                        <a:ext cx="720725" cy="1014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4"/>
          <p:cNvGraphicFramePr>
            <a:graphicFrameLocks noChangeAspect="1"/>
          </p:cNvGraphicFramePr>
          <p:nvPr/>
        </p:nvGraphicFramePr>
        <p:xfrm>
          <a:off x="5003800" y="1447800"/>
          <a:ext cx="644525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tion" r:id="rId5" imgW="157480" imgH="273685" progId="Equation.DSMT4">
                  <p:embed/>
                </p:oleObj>
              </mc:Choice>
              <mc:Fallback>
                <p:oleObj name="Equation" r:id="rId5" imgW="157480" imgH="273685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447800"/>
                        <a:ext cx="644525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9" name="Object 7"/>
          <p:cNvGraphicFramePr>
            <a:graphicFrameLocks noChangeAspect="1"/>
          </p:cNvGraphicFramePr>
          <p:nvPr/>
        </p:nvGraphicFramePr>
        <p:xfrm>
          <a:off x="3708400" y="2647950"/>
          <a:ext cx="9350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7" imgW="233045" imgH="294640" progId="Equation.DSMT4">
                  <p:embed/>
                </p:oleObj>
              </mc:Choice>
              <mc:Fallback>
                <p:oleObj name="Equation" r:id="rId7" imgW="233045" imgH="29464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2647950"/>
                        <a:ext cx="9350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4643438" y="2636838"/>
          <a:ext cx="5969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公式" r:id="rId9" imgW="397510" imgH="602615" progId="Equation.3">
                  <p:embed/>
                </p:oleObj>
              </mc:Choice>
              <mc:Fallback>
                <p:oleObj name="公式" r:id="rId9" imgW="397510" imgH="60261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2636838"/>
                        <a:ext cx="5969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1" name="Object 9"/>
          <p:cNvGraphicFramePr>
            <a:graphicFrameLocks noChangeAspect="1"/>
          </p:cNvGraphicFramePr>
          <p:nvPr/>
        </p:nvGraphicFramePr>
        <p:xfrm>
          <a:off x="5219700" y="2636838"/>
          <a:ext cx="4572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2" name="公式" r:id="rId11" imgW="294640" imgH="657860" progId="Equation.3">
                  <p:embed/>
                </p:oleObj>
              </mc:Choice>
              <mc:Fallback>
                <p:oleObj name="公式" r:id="rId11" imgW="294640" imgH="6578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2636838"/>
                        <a:ext cx="4572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2" name="Object 10"/>
          <p:cNvGraphicFramePr>
            <a:graphicFrameLocks noChangeAspect="1"/>
          </p:cNvGraphicFramePr>
          <p:nvPr/>
        </p:nvGraphicFramePr>
        <p:xfrm>
          <a:off x="5724525" y="2636838"/>
          <a:ext cx="8620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3" name="公式" r:id="rId13" imgW="589280" imgH="602615" progId="Equation.3">
                  <p:embed/>
                </p:oleObj>
              </mc:Choice>
              <mc:Fallback>
                <p:oleObj name="公式" r:id="rId13" imgW="589280" imgH="60261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2636838"/>
                        <a:ext cx="8620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3" name="Object 11"/>
          <p:cNvGraphicFramePr>
            <a:graphicFrameLocks noChangeAspect="1"/>
          </p:cNvGraphicFramePr>
          <p:nvPr/>
        </p:nvGraphicFramePr>
        <p:xfrm>
          <a:off x="6565900" y="2660650"/>
          <a:ext cx="581025" cy="879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4" name="公式" r:id="rId15" imgW="266700" imgH="419100" progId="Equation.3">
                  <p:embed/>
                </p:oleObj>
              </mc:Choice>
              <mc:Fallback>
                <p:oleObj name="公式" r:id="rId15" imgW="2667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5900" y="2660650"/>
                        <a:ext cx="581025" cy="879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/>
          <p:cNvGrpSpPr/>
          <p:nvPr/>
        </p:nvGrpSpPr>
        <p:grpSpPr bwMode="auto">
          <a:xfrm>
            <a:off x="420688" y="201613"/>
            <a:ext cx="8472171" cy="954087"/>
            <a:chOff x="395536" y="620688"/>
            <a:chExt cx="8472447" cy="954107"/>
          </a:xfrm>
        </p:grpSpPr>
        <p:sp>
          <p:nvSpPr>
            <p:cNvPr id="7215" name="Rectangle 12"/>
            <p:cNvSpPr>
              <a:spLocks noChangeArrowheads="1"/>
            </p:cNvSpPr>
            <p:nvPr/>
          </p:nvSpPr>
          <p:spPr bwMode="auto">
            <a:xfrm>
              <a:off x="395536" y="620688"/>
              <a:ext cx="6840760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思考题</a:t>
              </a:r>
              <a:r>
                <a:rPr lang="en-US" altLang="zh-CN" sz="2800" b="1">
                  <a:solidFill>
                    <a:schemeClr val="accent2"/>
                  </a:solidFill>
                </a:rPr>
                <a:t>1</a:t>
              </a:r>
              <a:r>
                <a:rPr lang="zh-CN" altLang="en-US" sz="2800" b="1">
                  <a:solidFill>
                    <a:schemeClr val="accent2"/>
                  </a:solidFill>
                </a:rPr>
                <a:t>：</a:t>
              </a:r>
              <a:r>
                <a:rPr lang="zh-CN" altLang="en-US" sz="2800" b="1"/>
                <a:t>若                                                    ，则公式如何求？         </a:t>
              </a:r>
              <a:endParaRPr lang="zh-CN" altLang="en-US" sz="2800" b="1"/>
            </a:p>
          </p:txBody>
        </p:sp>
        <p:graphicFrame>
          <p:nvGraphicFramePr>
            <p:cNvPr id="7216" name="对象 1"/>
            <p:cNvGraphicFramePr>
              <a:graphicFrameLocks noChangeAspect="1"/>
            </p:cNvGraphicFramePr>
            <p:nvPr/>
          </p:nvGraphicFramePr>
          <p:xfrm>
            <a:off x="2494915" y="620688"/>
            <a:ext cx="6373068" cy="5721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25" name="Equation" r:id="rId17" imgW="1981200" imgH="203200" progId="Equation.DSMT4">
                    <p:embed/>
                  </p:oleObj>
                </mc:Choice>
                <mc:Fallback>
                  <p:oleObj name="Equation" r:id="rId17" imgW="1981200" imgH="203200" progId="Equation.DSMT4">
                    <p:embed/>
                    <p:pic>
                      <p:nvPicPr>
                        <p:cNvPr id="0" name="对象 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4915" y="620688"/>
                          <a:ext cx="6373068" cy="5721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427038" y="2185988"/>
          <a:ext cx="328612" cy="339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name="Equation" r:id="rId19" imgW="215900" imgH="266065" progId="Equation.3">
                  <p:embed/>
                </p:oleObj>
              </mc:Choice>
              <mc:Fallback>
                <p:oleObj name="Equation" r:id="rId19" imgW="215900" imgH="266065" progId="Equation.3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038" y="2185988"/>
                        <a:ext cx="328612" cy="339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692275" y="1824038"/>
          <a:ext cx="368300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name="Equation" r:id="rId21" imgW="241300" imgH="254000" progId="Equation.3">
                  <p:embed/>
                </p:oleObj>
              </mc:Choice>
              <mc:Fallback>
                <p:oleObj name="Equation" r:id="rId21" imgW="241300" imgH="2540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824038"/>
                        <a:ext cx="368300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Line 22"/>
          <p:cNvSpPr>
            <a:spLocks noChangeShapeType="1"/>
          </p:cNvSpPr>
          <p:nvPr/>
        </p:nvSpPr>
        <p:spPr bwMode="auto">
          <a:xfrm rot="2400000" flipV="1">
            <a:off x="742950" y="2325688"/>
            <a:ext cx="936625" cy="312737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Line 22"/>
          <p:cNvSpPr>
            <a:spLocks noChangeShapeType="1"/>
          </p:cNvSpPr>
          <p:nvPr/>
        </p:nvSpPr>
        <p:spPr bwMode="auto">
          <a:xfrm flipV="1">
            <a:off x="2009458" y="2647633"/>
            <a:ext cx="1071562" cy="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051175" y="1801813"/>
          <a:ext cx="412750" cy="374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8" name="Equation" r:id="rId23" imgW="127000" imgH="139700" progId="Equation.DSMT4">
                  <p:embed/>
                </p:oleObj>
              </mc:Choice>
              <mc:Fallback>
                <p:oleObj name="Equation" r:id="rId23" imgW="127000" imgH="13970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1801813"/>
                        <a:ext cx="412750" cy="374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Line 26"/>
          <p:cNvSpPr>
            <a:spLocks noChangeShapeType="1"/>
          </p:cNvSpPr>
          <p:nvPr/>
        </p:nvSpPr>
        <p:spPr bwMode="auto">
          <a:xfrm rot="19620000">
            <a:off x="736283" y="1951355"/>
            <a:ext cx="954087" cy="2905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670050" y="2478088"/>
          <a:ext cx="328613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9" name="Equation" r:id="rId25" imgW="215900" imgH="254000" progId="Equation.3">
                  <p:embed/>
                </p:oleObj>
              </mc:Choice>
              <mc:Fallback>
                <p:oleObj name="Equation" r:id="rId25" imgW="215900" imgH="2540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2478088"/>
                        <a:ext cx="328613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051175" y="2489200"/>
          <a:ext cx="288925" cy="300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0" name="Equation" r:id="rId27" imgW="266700" imgH="330200" progId="Equation.3">
                  <p:embed/>
                </p:oleObj>
              </mc:Choice>
              <mc:Fallback>
                <p:oleObj name="Equation" r:id="rId27" imgW="266700" imgH="33020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2489200"/>
                        <a:ext cx="288925" cy="300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Line 26"/>
          <p:cNvSpPr>
            <a:spLocks noChangeShapeType="1"/>
          </p:cNvSpPr>
          <p:nvPr/>
        </p:nvSpPr>
        <p:spPr bwMode="auto">
          <a:xfrm>
            <a:off x="2051368" y="1989138"/>
            <a:ext cx="1090612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Line 26"/>
          <p:cNvSpPr>
            <a:spLocks noChangeShapeType="1"/>
          </p:cNvSpPr>
          <p:nvPr/>
        </p:nvSpPr>
        <p:spPr bwMode="auto">
          <a:xfrm rot="2880000" flipV="1">
            <a:off x="1979613" y="2060575"/>
            <a:ext cx="1223962" cy="4635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" name="Group 16"/>
          <p:cNvGrpSpPr/>
          <p:nvPr/>
        </p:nvGrpSpPr>
        <p:grpSpPr bwMode="auto">
          <a:xfrm>
            <a:off x="6324600" y="4953000"/>
            <a:ext cx="1560513" cy="1122363"/>
            <a:chOff x="1776" y="1440"/>
            <a:chExt cx="2402" cy="1728"/>
          </a:xfrm>
        </p:grpSpPr>
        <p:sp>
          <p:nvSpPr>
            <p:cNvPr id="7209" name="Line 17"/>
            <p:cNvSpPr>
              <a:spLocks noChangeShapeType="1"/>
            </p:cNvSpPr>
            <p:nvPr/>
          </p:nvSpPr>
          <p:spPr bwMode="auto">
            <a:xfrm>
              <a:off x="3216" y="1440"/>
              <a:ext cx="962" cy="126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0" name="Line 18"/>
            <p:cNvSpPr>
              <a:spLocks noChangeShapeType="1"/>
            </p:cNvSpPr>
            <p:nvPr/>
          </p:nvSpPr>
          <p:spPr bwMode="auto">
            <a:xfrm>
              <a:off x="3148" y="2190"/>
              <a:ext cx="969" cy="51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Line 19"/>
            <p:cNvSpPr>
              <a:spLocks noChangeShapeType="1"/>
            </p:cNvSpPr>
            <p:nvPr/>
          </p:nvSpPr>
          <p:spPr bwMode="auto">
            <a:xfrm flipV="1">
              <a:off x="3269" y="2762"/>
              <a:ext cx="848" cy="343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2" name="Line 20"/>
            <p:cNvSpPr>
              <a:spLocks noChangeShapeType="1"/>
            </p:cNvSpPr>
            <p:nvPr/>
          </p:nvSpPr>
          <p:spPr bwMode="auto">
            <a:xfrm flipV="1">
              <a:off x="1920" y="1536"/>
              <a:ext cx="816" cy="48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3" name="Line 21"/>
            <p:cNvSpPr>
              <a:spLocks noChangeShapeType="1"/>
            </p:cNvSpPr>
            <p:nvPr/>
          </p:nvSpPr>
          <p:spPr bwMode="auto">
            <a:xfrm>
              <a:off x="1920" y="2208"/>
              <a:ext cx="672" cy="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4" name="Line 22"/>
            <p:cNvSpPr>
              <a:spLocks noChangeShapeType="1"/>
            </p:cNvSpPr>
            <p:nvPr/>
          </p:nvSpPr>
          <p:spPr bwMode="auto">
            <a:xfrm>
              <a:off x="1776" y="2400"/>
              <a:ext cx="864" cy="76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6088063" y="5424488"/>
          <a:ext cx="236537" cy="233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1" name="公式" r:id="rId29" imgW="228600" imgH="241300" progId="Equation.3">
                  <p:embed/>
                </p:oleObj>
              </mc:Choice>
              <mc:Fallback>
                <p:oleObj name="公式" r:id="rId29" imgW="228600" imgH="241300" progId="Equation.3">
                  <p:embed/>
                  <p:pic>
                    <p:nvPicPr>
                      <p:cNvPr id="0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8063" y="5424488"/>
                        <a:ext cx="236537" cy="233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6884988" y="5991225"/>
          <a:ext cx="327025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2" name="公式" r:id="rId31" imgW="317500" imgH="254000" progId="Equation.3">
                  <p:embed/>
                </p:oleObj>
              </mc:Choice>
              <mc:Fallback>
                <p:oleObj name="公式" r:id="rId31" imgW="317500" imgH="254000" progId="Equation.3">
                  <p:embed/>
                  <p:pic>
                    <p:nvPicPr>
                      <p:cNvPr id="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4988" y="5991225"/>
                        <a:ext cx="327025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6924675" y="5434013"/>
          <a:ext cx="222250" cy="24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3" name="公式" r:id="rId33" imgW="215900" imgH="254000" progId="Equation.3">
                  <p:embed/>
                </p:oleObj>
              </mc:Choice>
              <mc:Fallback>
                <p:oleObj name="公式" r:id="rId33" imgW="215900" imgH="254000" progId="Equation.3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5434013"/>
                        <a:ext cx="222250" cy="24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962775" y="4876800"/>
          <a:ext cx="249238" cy="246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4" name="公式" r:id="rId35" imgW="241300" imgH="254000" progId="Equation.3">
                  <p:embed/>
                </p:oleObj>
              </mc:Choice>
              <mc:Fallback>
                <p:oleObj name="公式" r:id="rId35" imgW="241300" imgH="254000" progId="Equation.3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2775" y="4876800"/>
                        <a:ext cx="249238" cy="246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7789863" y="5767388"/>
          <a:ext cx="274637" cy="333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5" name="公式" r:id="rId37" imgW="266700" imgH="342900" progId="Equation.3">
                  <p:embed/>
                </p:oleObj>
              </mc:Choice>
              <mc:Fallback>
                <p:oleObj name="公式" r:id="rId37" imgW="266700" imgH="342900" progId="Equation.3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863" y="5767388"/>
                        <a:ext cx="274637" cy="333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7829550" y="5099050"/>
          <a:ext cx="247650" cy="24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6" name="公式" r:id="rId39" imgW="241300" imgH="254000" progId="Equation.3">
                  <p:embed/>
                </p:oleObj>
              </mc:Choice>
              <mc:Fallback>
                <p:oleObj name="公式" r:id="rId39" imgW="241300" imgH="254000" progId="Equation.3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9550" y="5099050"/>
                        <a:ext cx="247650" cy="247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 bwMode="auto">
          <a:xfrm>
            <a:off x="6324600" y="4876800"/>
            <a:ext cx="1573213" cy="1189038"/>
            <a:chOff x="6324600" y="4876800"/>
            <a:chExt cx="1573213" cy="1189038"/>
          </a:xfrm>
        </p:grpSpPr>
        <p:sp>
          <p:nvSpPr>
            <p:cNvPr id="7202" name="Line 24"/>
            <p:cNvSpPr>
              <a:spLocks noChangeShapeType="1"/>
            </p:cNvSpPr>
            <p:nvPr/>
          </p:nvSpPr>
          <p:spPr bwMode="auto">
            <a:xfrm flipV="1">
              <a:off x="6324600" y="4950912"/>
              <a:ext cx="629155" cy="371859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7203" name="Group 23"/>
            <p:cNvGrpSpPr/>
            <p:nvPr/>
          </p:nvGrpSpPr>
          <p:grpSpPr bwMode="auto">
            <a:xfrm>
              <a:off x="6324600" y="4876800"/>
              <a:ext cx="1573213" cy="1189038"/>
              <a:chOff x="1755" y="1276"/>
              <a:chExt cx="2423" cy="1829"/>
            </a:xfrm>
          </p:grpSpPr>
          <p:sp>
            <p:nvSpPr>
              <p:cNvPr id="7204" name="Line 25"/>
              <p:cNvSpPr>
                <a:spLocks noChangeShapeType="1"/>
              </p:cNvSpPr>
              <p:nvPr/>
            </p:nvSpPr>
            <p:spPr bwMode="auto">
              <a:xfrm>
                <a:off x="3209" y="1276"/>
                <a:ext cx="908" cy="4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5" name="Line 26"/>
              <p:cNvSpPr>
                <a:spLocks noChangeShapeType="1"/>
              </p:cNvSpPr>
              <p:nvPr/>
            </p:nvSpPr>
            <p:spPr bwMode="auto">
              <a:xfrm>
                <a:off x="1876" y="2133"/>
                <a:ext cx="788" cy="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6" name="Line 27"/>
              <p:cNvSpPr>
                <a:spLocks noChangeShapeType="1"/>
              </p:cNvSpPr>
              <p:nvPr/>
            </p:nvSpPr>
            <p:spPr bwMode="auto">
              <a:xfrm flipV="1">
                <a:off x="3148" y="1790"/>
                <a:ext cx="908" cy="4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7" name="Line 28"/>
              <p:cNvSpPr>
                <a:spLocks noChangeShapeType="1"/>
              </p:cNvSpPr>
              <p:nvPr/>
            </p:nvSpPr>
            <p:spPr bwMode="auto">
              <a:xfrm>
                <a:off x="1755" y="2247"/>
                <a:ext cx="909" cy="801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8" name="Line 29"/>
              <p:cNvSpPr>
                <a:spLocks noChangeShapeType="1"/>
              </p:cNvSpPr>
              <p:nvPr/>
            </p:nvSpPr>
            <p:spPr bwMode="auto">
              <a:xfrm flipV="1">
                <a:off x="3269" y="1790"/>
                <a:ext cx="909" cy="1315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455613" y="4564063"/>
          <a:ext cx="4271962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7" name="Equation" r:id="rId41" imgW="1777365" imgH="393700" progId="Equation.DSMT4">
                  <p:embed/>
                </p:oleObj>
              </mc:Choice>
              <mc:Fallback>
                <p:oleObj name="Equation" r:id="rId41" imgW="1777365" imgH="393700" progId="Equation.DSMT4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613" y="4564063"/>
                        <a:ext cx="4271962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422275" y="5607050"/>
          <a:ext cx="4438650" cy="114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38" name="Equation" r:id="rId43" imgW="1778000" imgH="419100" progId="Equation.DSMT4">
                  <p:embed/>
                </p:oleObj>
              </mc:Choice>
              <mc:Fallback>
                <p:oleObj name="Equation" r:id="rId43" imgW="1778000" imgH="419100" progId="Equation.DSMT4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275" y="5607050"/>
                        <a:ext cx="4438650" cy="114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/>
          <p:cNvGrpSpPr/>
          <p:nvPr/>
        </p:nvGrpSpPr>
        <p:grpSpPr bwMode="auto">
          <a:xfrm>
            <a:off x="414338" y="3644900"/>
            <a:ext cx="8478837" cy="954088"/>
            <a:chOff x="395536" y="620688"/>
            <a:chExt cx="8477987" cy="954107"/>
          </a:xfrm>
        </p:grpSpPr>
        <p:sp>
          <p:nvSpPr>
            <p:cNvPr id="7200" name="Rectangle 12"/>
            <p:cNvSpPr>
              <a:spLocks noChangeArrowheads="1"/>
            </p:cNvSpPr>
            <p:nvPr/>
          </p:nvSpPr>
          <p:spPr bwMode="auto">
            <a:xfrm>
              <a:off x="395536" y="620688"/>
              <a:ext cx="6840760" cy="9541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accent2"/>
                  </a:solidFill>
                </a:rPr>
                <a:t>思考题</a:t>
              </a:r>
              <a:r>
                <a:rPr lang="en-US" altLang="zh-CN" sz="2800" b="1">
                  <a:solidFill>
                    <a:schemeClr val="accent2"/>
                  </a:solidFill>
                </a:rPr>
                <a:t>2</a:t>
              </a:r>
              <a:r>
                <a:rPr lang="zh-CN" altLang="en-US" sz="2800" b="1"/>
                <a:t>若                                                   </a:t>
              </a:r>
              <a:endParaRPr lang="en-US" altLang="zh-CN" sz="2800" b="1"/>
            </a:p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 b="1"/>
                <a:t>则公式如何求？         </a:t>
              </a:r>
              <a:endParaRPr lang="zh-CN" altLang="en-US" sz="2800" b="1"/>
            </a:p>
          </p:txBody>
        </p:sp>
        <p:graphicFrame>
          <p:nvGraphicFramePr>
            <p:cNvPr id="7201" name="对象 61"/>
            <p:cNvGraphicFramePr>
              <a:graphicFrameLocks noChangeAspect="1"/>
            </p:cNvGraphicFramePr>
            <p:nvPr/>
          </p:nvGraphicFramePr>
          <p:xfrm>
            <a:off x="2032763" y="635620"/>
            <a:ext cx="6840760" cy="464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239" name="Equation" r:id="rId45" imgW="2123440" imgH="137160" progId="Equation.DSMT4">
                    <p:embed/>
                  </p:oleObj>
                </mc:Choice>
                <mc:Fallback>
                  <p:oleObj name="Equation" r:id="rId45" imgW="2123440" imgH="137160" progId="Equation.DSMT4">
                    <p:embed/>
                    <p:pic>
                      <p:nvPicPr>
                        <p:cNvPr id="0" name="对象 6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2763" y="635620"/>
                          <a:ext cx="6840760" cy="464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8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8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81000" y="319088"/>
            <a:ext cx="1524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特殊地</a:t>
            </a:r>
            <a:endParaRPr lang="zh-CN" altLang="en-US" sz="2800" b="1"/>
          </a:p>
        </p:txBody>
      </p:sp>
      <p:graphicFrame>
        <p:nvGraphicFramePr>
          <p:cNvPr id="10243" name="Object 3"/>
          <p:cNvGraphicFramePr>
            <a:graphicFrameLocks noChangeAspect="1"/>
          </p:cNvGraphicFramePr>
          <p:nvPr/>
        </p:nvGraphicFramePr>
        <p:xfrm>
          <a:off x="1828800" y="433388"/>
          <a:ext cx="21082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0" name="公式" r:id="rId1" imgW="2108200" imgH="406400" progId="Equation.3">
                  <p:embed/>
                </p:oleObj>
              </mc:Choice>
              <mc:Fallback>
                <p:oleObj name="公式" r:id="rId1" imgW="2108200" imgH="406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33388"/>
                        <a:ext cx="21082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4114800" y="319088"/>
            <a:ext cx="914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其中</a:t>
            </a:r>
            <a:endParaRPr lang="zh-CN" altLang="en-US" sz="2800" b="1"/>
          </a:p>
        </p:txBody>
      </p:sp>
      <p:graphicFrame>
        <p:nvGraphicFramePr>
          <p:cNvPr id="10245" name="Object 5"/>
          <p:cNvGraphicFramePr>
            <a:graphicFrameLocks noChangeAspect="1"/>
          </p:cNvGraphicFramePr>
          <p:nvPr/>
        </p:nvGraphicFramePr>
        <p:xfrm>
          <a:off x="5181600" y="419100"/>
          <a:ext cx="1727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1" name="公式" r:id="rId3" imgW="1727200" imgH="419100" progId="Equation.3">
                  <p:embed/>
                </p:oleObj>
              </mc:Choice>
              <mc:Fallback>
                <p:oleObj name="公式" r:id="rId3" imgW="17272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19100"/>
                        <a:ext cx="1727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/>
          <p:cNvSpPr txBox="1">
            <a:spLocks noChangeArrowheads="1"/>
          </p:cNvSpPr>
          <p:nvPr/>
        </p:nvSpPr>
        <p:spPr bwMode="auto">
          <a:xfrm>
            <a:off x="838200" y="10048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即</a:t>
            </a:r>
            <a:endParaRPr lang="zh-CN" altLang="en-US" sz="2800" b="1"/>
          </a:p>
        </p:txBody>
      </p:sp>
      <p:graphicFrame>
        <p:nvGraphicFramePr>
          <p:cNvPr id="10247" name="Object 7"/>
          <p:cNvGraphicFramePr>
            <a:graphicFrameLocks noChangeAspect="1"/>
          </p:cNvGraphicFramePr>
          <p:nvPr/>
        </p:nvGraphicFramePr>
        <p:xfrm>
          <a:off x="1447800" y="990600"/>
          <a:ext cx="28575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2" name="Equation" r:id="rId5" imgW="2857500" imgH="393700" progId="Equation.3">
                  <p:embed/>
                </p:oleObj>
              </mc:Choice>
              <mc:Fallback>
                <p:oleObj name="Equation" r:id="rId5" imgW="28575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990600"/>
                        <a:ext cx="28575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8" name="Text Box 8"/>
          <p:cNvSpPr txBox="1">
            <a:spLocks noChangeArrowheads="1"/>
          </p:cNvSpPr>
          <p:nvPr/>
        </p:nvSpPr>
        <p:spPr bwMode="auto">
          <a:xfrm>
            <a:off x="4572000" y="928688"/>
            <a:ext cx="609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b="1"/>
              <a:t>令</a:t>
            </a:r>
            <a:endParaRPr lang="zh-CN" altLang="en-US" sz="2800" b="1"/>
          </a:p>
        </p:txBody>
      </p:sp>
      <p:graphicFrame>
        <p:nvGraphicFramePr>
          <p:cNvPr id="10249" name="Object 9"/>
          <p:cNvGraphicFramePr>
            <a:graphicFrameLocks noChangeAspect="1"/>
          </p:cNvGraphicFramePr>
          <p:nvPr/>
        </p:nvGraphicFramePr>
        <p:xfrm>
          <a:off x="5105400" y="1066800"/>
          <a:ext cx="889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3" name="Equation" r:id="rId7" imgW="888365" imgH="292100" progId="Equation.3">
                  <p:embed/>
                </p:oleObj>
              </mc:Choice>
              <mc:Fallback>
                <p:oleObj name="Equation" r:id="rId7" imgW="888365" imgH="2921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1066800"/>
                        <a:ext cx="889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10"/>
          <p:cNvGraphicFramePr>
            <a:graphicFrameLocks noChangeAspect="1"/>
          </p:cNvGraphicFramePr>
          <p:nvPr/>
        </p:nvGraphicFramePr>
        <p:xfrm>
          <a:off x="6407150" y="1066800"/>
          <a:ext cx="9652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4" name="Equation" r:id="rId9" imgW="964565" imgH="317500" progId="Equation.3">
                  <p:embed/>
                </p:oleObj>
              </mc:Choice>
              <mc:Fallback>
                <p:oleObj name="Equation" r:id="rId9" imgW="964565" imgH="317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7150" y="1066800"/>
                        <a:ext cx="9652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5" name="Object 15"/>
          <p:cNvGraphicFramePr>
            <a:graphicFrameLocks noChangeAspect="1"/>
          </p:cNvGraphicFramePr>
          <p:nvPr/>
        </p:nvGraphicFramePr>
        <p:xfrm>
          <a:off x="1143000" y="3048000"/>
          <a:ext cx="26543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9" name="公式" r:id="rId11" imgW="2654300" imgH="838200" progId="Equation.3">
                  <p:embed/>
                </p:oleObj>
              </mc:Choice>
              <mc:Fallback>
                <p:oleObj name="公式" r:id="rId11" imgW="2654300" imgH="8382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048000"/>
                        <a:ext cx="26543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6" name="Object 16"/>
          <p:cNvGraphicFramePr>
            <a:graphicFrameLocks noChangeAspect="1"/>
          </p:cNvGraphicFramePr>
          <p:nvPr/>
        </p:nvGraphicFramePr>
        <p:xfrm>
          <a:off x="4495800" y="2971800"/>
          <a:ext cx="2628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0" name="公式" r:id="rId13" imgW="2628900" imgH="914400" progId="Equation.3">
                  <p:embed/>
                </p:oleObj>
              </mc:Choice>
              <mc:Fallback>
                <p:oleObj name="公式" r:id="rId13" imgW="2628900" imgH="9144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2971800"/>
                        <a:ext cx="2628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8" name="Rectangle 28"/>
          <p:cNvSpPr>
            <a:spLocks noChangeArrowheads="1"/>
          </p:cNvSpPr>
          <p:nvPr/>
        </p:nvSpPr>
        <p:spPr bwMode="auto">
          <a:xfrm>
            <a:off x="1143000" y="2895600"/>
            <a:ext cx="609600" cy="1143000"/>
          </a:xfrm>
          <a:prstGeom prst="rect">
            <a:avLst/>
          </a:prstGeom>
          <a:noFill/>
          <a:ln w="38100">
            <a:solidFill>
              <a:srgbClr val="CC00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sp>
        <p:nvSpPr>
          <p:cNvPr id="10269" name="Line 29"/>
          <p:cNvSpPr>
            <a:spLocks noChangeShapeType="1"/>
          </p:cNvSpPr>
          <p:nvPr/>
        </p:nvSpPr>
        <p:spPr bwMode="auto">
          <a:xfrm>
            <a:off x="1752600" y="4038600"/>
            <a:ext cx="0" cy="609600"/>
          </a:xfrm>
          <a:prstGeom prst="line">
            <a:avLst/>
          </a:prstGeom>
          <a:noFill/>
          <a:ln w="38100">
            <a:solidFill>
              <a:srgbClr val="CC0099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0" name="Rectangle 30"/>
          <p:cNvSpPr>
            <a:spLocks noChangeArrowheads="1"/>
          </p:cNvSpPr>
          <p:nvPr/>
        </p:nvSpPr>
        <p:spPr bwMode="auto">
          <a:xfrm>
            <a:off x="3200400" y="2895600"/>
            <a:ext cx="565150" cy="1143000"/>
          </a:xfrm>
          <a:prstGeom prst="rect">
            <a:avLst/>
          </a:prstGeom>
          <a:noFill/>
          <a:ln w="38100">
            <a:solidFill>
              <a:schemeClr val="accent2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400"/>
          </a:p>
        </p:txBody>
      </p:sp>
      <p:cxnSp>
        <p:nvCxnSpPr>
          <p:cNvPr id="10271" name="AutoShape 31"/>
          <p:cNvCxnSpPr>
            <a:cxnSpLocks noChangeShapeType="1"/>
          </p:cNvCxnSpPr>
          <p:nvPr/>
        </p:nvCxnSpPr>
        <p:spPr bwMode="auto">
          <a:xfrm rot="16200000" flipH="1">
            <a:off x="4480718" y="3367882"/>
            <a:ext cx="138113" cy="1479550"/>
          </a:xfrm>
          <a:prstGeom prst="bentConnector2">
            <a:avLst/>
          </a:prstGeom>
          <a:noFill/>
          <a:ln w="38100">
            <a:solidFill>
              <a:schemeClr val="accent2"/>
            </a:solidFill>
            <a:miter lim="800000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272" name="Text Box 32"/>
          <p:cNvSpPr txBox="1">
            <a:spLocks noChangeArrowheads="1"/>
          </p:cNvSpPr>
          <p:nvPr/>
        </p:nvSpPr>
        <p:spPr bwMode="auto">
          <a:xfrm>
            <a:off x="1828800" y="4205288"/>
            <a:ext cx="1981200" cy="519112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FFFF00"/>
                </a:solidFill>
              </a:rPr>
              <a:t>两者的区别</a:t>
            </a:r>
            <a:endParaRPr kumimoji="0" lang="zh-CN" altLang="en-US" sz="2800" b="1">
              <a:solidFill>
                <a:srgbClr val="FFFF00"/>
              </a:solidFill>
            </a:endParaRPr>
          </a:p>
        </p:txBody>
      </p:sp>
      <p:graphicFrame>
        <p:nvGraphicFramePr>
          <p:cNvPr id="10273" name="Object 33"/>
          <p:cNvGraphicFramePr>
            <a:graphicFrameLocks noChangeAspect="1"/>
          </p:cNvGraphicFramePr>
          <p:nvPr/>
        </p:nvGraphicFramePr>
        <p:xfrm>
          <a:off x="533400" y="4845050"/>
          <a:ext cx="4826000" cy="117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Document" r:id="rId15" imgW="4800600" imgH="1190625" progId="Word.Document.8">
                  <p:embed/>
                </p:oleObj>
              </mc:Choice>
              <mc:Fallback>
                <p:oleObj name="Document" r:id="rId15" imgW="4800600" imgH="1190625" progId="Word.Document.8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4845050"/>
                        <a:ext cx="4826000" cy="11747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rgbClr val="CC0099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4" name="Object 34"/>
          <p:cNvGraphicFramePr>
            <a:graphicFrameLocks noChangeAspect="1"/>
          </p:cNvGraphicFramePr>
          <p:nvPr/>
        </p:nvGraphicFramePr>
        <p:xfrm>
          <a:off x="5486400" y="4337050"/>
          <a:ext cx="2635250" cy="168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Document" r:id="rId17" imgW="2623820" imgH="1783080" progId="Word.Document.8">
                  <p:embed/>
                </p:oleObj>
              </mc:Choice>
              <mc:Fallback>
                <p:oleObj name="Document" r:id="rId17" imgW="2623820" imgH="1783080" progId="Word.Document.8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337050"/>
                        <a:ext cx="2635250" cy="1682750"/>
                      </a:xfrm>
                      <a:prstGeom prst="rect">
                        <a:avLst/>
                      </a:prstGeom>
                      <a:noFill/>
                      <a:ln w="38100">
                        <a:solidFill>
                          <a:schemeClr val="accent2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75" name="Group 35"/>
          <p:cNvGrpSpPr/>
          <p:nvPr/>
        </p:nvGrpSpPr>
        <p:grpSpPr bwMode="auto">
          <a:xfrm>
            <a:off x="4343400" y="2819400"/>
            <a:ext cx="2743200" cy="1143000"/>
            <a:chOff x="3024" y="1872"/>
            <a:chExt cx="1728" cy="720"/>
          </a:xfrm>
        </p:grpSpPr>
        <p:sp>
          <p:nvSpPr>
            <p:cNvPr id="8218" name="Rectangle 36"/>
            <p:cNvSpPr>
              <a:spLocks noChangeArrowheads="1"/>
            </p:cNvSpPr>
            <p:nvPr/>
          </p:nvSpPr>
          <p:spPr bwMode="auto">
            <a:xfrm>
              <a:off x="3024" y="1872"/>
              <a:ext cx="336" cy="720"/>
            </a:xfrm>
            <a:prstGeom prst="rect">
              <a:avLst/>
            </a:prstGeom>
            <a:noFill/>
            <a:ln w="38100">
              <a:solidFill>
                <a:srgbClr val="0099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  <p:sp>
          <p:nvSpPr>
            <p:cNvPr id="8219" name="Rectangle 37"/>
            <p:cNvSpPr>
              <a:spLocks noChangeArrowheads="1"/>
            </p:cNvSpPr>
            <p:nvPr/>
          </p:nvSpPr>
          <p:spPr bwMode="auto">
            <a:xfrm>
              <a:off x="4416" y="1872"/>
              <a:ext cx="336" cy="720"/>
            </a:xfrm>
            <a:prstGeom prst="rect">
              <a:avLst/>
            </a:prstGeom>
            <a:noFill/>
            <a:ln w="38100">
              <a:solidFill>
                <a:srgbClr val="0099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400"/>
            </a:p>
          </p:txBody>
        </p:sp>
      </p:grp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7772400" y="2438400"/>
            <a:ext cx="611188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99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9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区别类似</a:t>
            </a:r>
            <a:endParaRPr kumimoji="0"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0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1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30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2" grpId="0" autoUpdateAnimBg="0"/>
      <p:bldP spid="10244" grpId="0" autoUpdateAnimBg="0"/>
      <p:bldP spid="10246" grpId="0" autoUpdateAnimBg="0"/>
      <p:bldP spid="10248" grpId="0" autoUpdateAnimBg="0"/>
      <p:bldP spid="10268" grpId="0" animBg="1"/>
      <p:bldP spid="10270" grpId="0" animBg="1"/>
      <p:bldP spid="10272" grpId="0" animBg="1" autoUpdateAnimBg="0"/>
      <p:bldP spid="1027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346710" y="135890"/>
          <a:ext cx="849884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60" name="Document" r:id="rId1" imgW="8772525" imgH="1009650" progId="Word.Document.8">
                  <p:embed/>
                </p:oleObj>
              </mc:Choice>
              <mc:Fallback>
                <p:oleObj name="Document" r:id="rId1" imgW="8772525" imgH="1009650" progId="Word.Document.8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" y="135890"/>
                        <a:ext cx="849884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609600" y="457200"/>
            <a:ext cx="75438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4400" b="1">
                <a:solidFill>
                  <a:schemeClr val="tx2"/>
                </a:solidFill>
                <a:ea typeface="黑体" panose="02010609060101010101" pitchFamily="49" charset="-122"/>
              </a:rPr>
              <a:t>关于多元复合函数求偏导问题</a:t>
            </a:r>
            <a:endParaRPr lang="zh-CN" altLang="en-US" sz="2400"/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609600" y="1371600"/>
            <a:ext cx="7924800" cy="181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        这是一项基本技能，要求熟练掌握，尤其是求二阶偏导数是难点。对求导公式不求强记，而要切实做到彻底理解。注意以下几点将会有助于领会和理解公式，在解题时自如地运用公式</a:t>
            </a:r>
            <a:endParaRPr lang="zh-CN" altLang="en-US" sz="2400"/>
          </a:p>
        </p:txBody>
      </p:sp>
      <p:sp>
        <p:nvSpPr>
          <p:cNvPr id="12293" name="Rectangle 5"/>
          <p:cNvSpPr>
            <a:spLocks noChangeArrowheads="1"/>
          </p:cNvSpPr>
          <p:nvPr/>
        </p:nvSpPr>
        <p:spPr bwMode="auto">
          <a:xfrm>
            <a:off x="735013" y="3500438"/>
            <a:ext cx="8202612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①</a:t>
            </a:r>
            <a:r>
              <a:rPr lang="zh-CN" altLang="en-US" sz="2800" b="1"/>
              <a:t>用图示法表示出函数的复合关系（</a:t>
            </a:r>
            <a:r>
              <a:rPr lang="zh-CN" altLang="en-US" sz="2800" b="1">
                <a:solidFill>
                  <a:srgbClr val="FF0000"/>
                </a:solidFill>
              </a:rPr>
              <a:t>树形结构图</a:t>
            </a:r>
            <a:r>
              <a:rPr lang="zh-CN" altLang="en-US" sz="2800" b="1"/>
              <a:t>）</a:t>
            </a:r>
            <a:endParaRPr lang="zh-CN" altLang="en-US" sz="2400"/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762000" y="4292600"/>
            <a:ext cx="60960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②</a:t>
            </a:r>
            <a:r>
              <a:rPr lang="zh-CN" altLang="en-US" sz="2800" b="1"/>
              <a:t>函数对某个自变量的偏导数的结构</a:t>
            </a:r>
            <a:endParaRPr lang="zh-CN" altLang="en-US" sz="2400"/>
          </a:p>
        </p:txBody>
      </p:sp>
      <p:grpSp>
        <p:nvGrpSpPr>
          <p:cNvPr id="7" name="Group 44"/>
          <p:cNvGrpSpPr/>
          <p:nvPr/>
        </p:nvGrpSpPr>
        <p:grpSpPr bwMode="auto">
          <a:xfrm>
            <a:off x="709613" y="4941888"/>
            <a:ext cx="7772400" cy="990600"/>
            <a:chOff x="528" y="288"/>
            <a:chExt cx="4896" cy="624"/>
          </a:xfrm>
        </p:grpSpPr>
        <p:grpSp>
          <p:nvGrpSpPr>
            <p:cNvPr id="10251" name="Group 42"/>
            <p:cNvGrpSpPr/>
            <p:nvPr/>
          </p:nvGrpSpPr>
          <p:grpSpPr bwMode="auto">
            <a:xfrm>
              <a:off x="576" y="288"/>
              <a:ext cx="4848" cy="624"/>
              <a:chOff x="576" y="288"/>
              <a:chExt cx="4848" cy="624"/>
            </a:xfrm>
          </p:grpSpPr>
          <p:sp>
            <p:nvSpPr>
              <p:cNvPr id="10253" name="Rectangle 24"/>
              <p:cNvSpPr>
                <a:spLocks noChangeArrowheads="1"/>
              </p:cNvSpPr>
              <p:nvPr/>
            </p:nvSpPr>
            <p:spPr bwMode="auto">
              <a:xfrm>
                <a:off x="576" y="316"/>
                <a:ext cx="4848" cy="59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zh-CN" sz="2800" b="1">
                    <a:solidFill>
                      <a:schemeClr val="tx2"/>
                    </a:solidFill>
                  </a:rPr>
                  <a:t>                                        </a:t>
                </a:r>
                <a:r>
                  <a:rPr lang="zh-CN" altLang="en-US" sz="2800" b="1">
                    <a:solidFill>
                      <a:schemeClr val="tx2"/>
                    </a:solidFill>
                  </a:rPr>
                  <a:t>的结构是求抽象的复合函数的二阶偏导数的关键    </a:t>
                </a:r>
                <a:endParaRPr lang="zh-CN" altLang="en-US" sz="2800"/>
              </a:p>
            </p:txBody>
          </p:sp>
          <p:graphicFrame>
            <p:nvGraphicFramePr>
              <p:cNvPr id="10254" name="Object 23"/>
              <p:cNvGraphicFramePr>
                <a:graphicFrameLocks noChangeAspect="1"/>
              </p:cNvGraphicFramePr>
              <p:nvPr/>
            </p:nvGraphicFramePr>
            <p:xfrm>
              <a:off x="1348" y="288"/>
              <a:ext cx="1488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55" name="Equation" r:id="rId1" imgW="2362200" imgH="431800" progId="Equation.3">
                      <p:embed/>
                    </p:oleObj>
                  </mc:Choice>
                  <mc:Fallback>
                    <p:oleObj name="Equation" r:id="rId1" imgW="2362200" imgH="431800" progId="Equation.3">
                      <p:embed/>
                      <p:pic>
                        <p:nvPicPr>
                          <p:cNvPr id="0" name="Object 2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48" y="288"/>
                            <a:ext cx="1488" cy="3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2" name="Rectangle 22"/>
            <p:cNvSpPr>
              <a:spLocks noChangeArrowheads="1"/>
            </p:cNvSpPr>
            <p:nvPr/>
          </p:nvSpPr>
          <p:spPr bwMode="auto">
            <a:xfrm>
              <a:off x="528" y="288"/>
              <a:ext cx="91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800" b="1">
                  <a:solidFill>
                    <a:schemeClr val="tx2"/>
                  </a:solidFill>
                </a:rPr>
                <a:t>③</a:t>
              </a:r>
              <a:r>
                <a:rPr lang="zh-CN" altLang="en-US" sz="2800" b="1">
                  <a:solidFill>
                    <a:schemeClr val="tx2"/>
                  </a:solidFill>
                </a:rPr>
                <a:t>弄清                        </a:t>
              </a:r>
              <a:endParaRPr lang="zh-CN" altLang="en-US" sz="2800"/>
            </a:p>
          </p:txBody>
        </p:sp>
      </p:grpSp>
      <p:grpSp>
        <p:nvGrpSpPr>
          <p:cNvPr id="12" name="Group 43"/>
          <p:cNvGrpSpPr/>
          <p:nvPr/>
        </p:nvGrpSpPr>
        <p:grpSpPr bwMode="auto">
          <a:xfrm>
            <a:off x="4500563" y="5459413"/>
            <a:ext cx="4781550" cy="536575"/>
            <a:chOff x="676" y="1006"/>
            <a:chExt cx="3012" cy="338"/>
          </a:xfrm>
        </p:grpSpPr>
        <p:graphicFrame>
          <p:nvGraphicFramePr>
            <p:cNvPr id="10249" name="Object 25"/>
            <p:cNvGraphicFramePr>
              <a:graphicFrameLocks noChangeAspect="1"/>
            </p:cNvGraphicFramePr>
            <p:nvPr/>
          </p:nvGraphicFramePr>
          <p:xfrm>
            <a:off x="676" y="1008"/>
            <a:ext cx="1488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6" name="Equation" r:id="rId3" imgW="2362200" imgH="431800" progId="Equation.3">
                    <p:embed/>
                  </p:oleObj>
                </mc:Choice>
                <mc:Fallback>
                  <p:oleObj name="Equation" r:id="rId3" imgW="2362200" imgH="431800" progId="Equation.3">
                    <p:embed/>
                    <p:pic>
                      <p:nvPicPr>
                        <p:cNvPr id="0" name="Object 2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76" y="1008"/>
                          <a:ext cx="1488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250" name="Rectangle 26"/>
            <p:cNvSpPr>
              <a:spLocks noChangeArrowheads="1"/>
            </p:cNvSpPr>
            <p:nvPr/>
          </p:nvSpPr>
          <p:spPr bwMode="auto">
            <a:xfrm>
              <a:off x="2200" y="1006"/>
              <a:ext cx="148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800" b="1">
                  <a:solidFill>
                    <a:schemeClr val="tx2"/>
                  </a:solidFill>
                </a:rPr>
                <a:t>仍是复合函数</a:t>
              </a:r>
              <a:endParaRPr lang="zh-CN" altLang="en-US" sz="2800"/>
            </a:p>
          </p:txBody>
        </p:sp>
      </p:grpSp>
      <p:sp>
        <p:nvSpPr>
          <p:cNvPr id="15" name="Rectangle 27"/>
          <p:cNvSpPr>
            <a:spLocks noChangeArrowheads="1"/>
          </p:cNvSpPr>
          <p:nvPr/>
        </p:nvSpPr>
        <p:spPr bwMode="auto">
          <a:xfrm>
            <a:off x="914400" y="6007100"/>
            <a:ext cx="6553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且复合结构与原来的 </a:t>
            </a:r>
            <a:r>
              <a:rPr lang="zh-CN" altLang="en-US" b="1" i="1">
                <a:solidFill>
                  <a:schemeClr val="tx2"/>
                </a:solidFill>
              </a:rPr>
              <a:t> </a:t>
            </a:r>
            <a:r>
              <a:rPr lang="en-US" altLang="zh-CN" b="1" i="1">
                <a:solidFill>
                  <a:schemeClr val="tx2"/>
                </a:solidFill>
              </a:rPr>
              <a:t>f </a:t>
            </a:r>
            <a:r>
              <a:rPr lang="en-US" altLang="zh-CN" sz="2800" b="1">
                <a:solidFill>
                  <a:schemeClr val="tx2"/>
                </a:solidFill>
              </a:rPr>
              <a:t>( </a:t>
            </a:r>
            <a:r>
              <a:rPr lang="en-US" altLang="zh-CN" b="1" i="1">
                <a:solidFill>
                  <a:schemeClr val="tx2"/>
                </a:solidFill>
              </a:rPr>
              <a:t>u</a:t>
            </a:r>
            <a:r>
              <a:rPr lang="en-US" altLang="zh-CN" sz="2800" b="1">
                <a:solidFill>
                  <a:schemeClr val="tx2"/>
                </a:solidFill>
              </a:rPr>
              <a:t> ,</a:t>
            </a:r>
            <a:r>
              <a:rPr lang="en-US" altLang="zh-CN" b="1" i="1">
                <a:solidFill>
                  <a:schemeClr val="tx2"/>
                </a:solidFill>
              </a:rPr>
              <a:t> v</a:t>
            </a:r>
            <a:r>
              <a:rPr lang="en-US" altLang="zh-CN" sz="2800" b="1">
                <a:solidFill>
                  <a:schemeClr val="tx2"/>
                </a:solidFill>
              </a:rPr>
              <a:t> ) </a:t>
            </a:r>
            <a:r>
              <a:rPr lang="zh-CN" altLang="en-US" sz="2800" b="1">
                <a:solidFill>
                  <a:schemeClr val="tx2"/>
                </a:solidFill>
              </a:rPr>
              <a:t>完全相同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1" grpId="0" autoUpdateAnimBg="0"/>
      <p:bldP spid="12292" grpId="0" autoUpdateAnimBg="0"/>
      <p:bldP spid="12293" grpId="0" autoUpdateAnimBg="0"/>
      <p:bldP spid="12294" grpId="0" autoUpdateAnimBg="0"/>
      <p:bldP spid="15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590550" y="260350"/>
            <a:ext cx="8008938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即仍是以  </a:t>
            </a:r>
            <a:r>
              <a:rPr lang="en-US" altLang="zh-CN" b="1" i="1">
                <a:solidFill>
                  <a:schemeClr val="tx2"/>
                </a:solidFill>
              </a:rPr>
              <a:t>u</a:t>
            </a:r>
            <a:r>
              <a:rPr lang="en-US" altLang="zh-CN" sz="2800" b="1">
                <a:solidFill>
                  <a:schemeClr val="tx2"/>
                </a:solidFill>
              </a:rPr>
              <a:t> ,</a:t>
            </a:r>
            <a:r>
              <a:rPr lang="en-US" altLang="zh-CN" b="1" i="1">
                <a:solidFill>
                  <a:schemeClr val="tx2"/>
                </a:solidFill>
              </a:rPr>
              <a:t> v</a:t>
            </a:r>
            <a:r>
              <a:rPr lang="en-US" altLang="zh-CN" sz="2800" b="1">
                <a:solidFill>
                  <a:schemeClr val="tx2"/>
                </a:solidFill>
              </a:rPr>
              <a:t>  </a:t>
            </a:r>
            <a:r>
              <a:rPr lang="zh-CN" altLang="en-US" sz="2800" b="1">
                <a:solidFill>
                  <a:schemeClr val="tx2"/>
                </a:solidFill>
              </a:rPr>
              <a:t>为中间变量，以 </a:t>
            </a:r>
            <a:r>
              <a:rPr lang="en-US" altLang="zh-CN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 , </a:t>
            </a:r>
            <a:r>
              <a:rPr lang="en-US" altLang="zh-CN" b="1" i="1">
                <a:solidFill>
                  <a:schemeClr val="tx2"/>
                </a:solidFill>
              </a:rPr>
              <a:t>y</a:t>
            </a:r>
            <a:r>
              <a:rPr lang="en-US" altLang="zh-CN" sz="2800" b="1">
                <a:solidFill>
                  <a:schemeClr val="tx2"/>
                </a:solidFill>
              </a:rPr>
              <a:t>  </a:t>
            </a:r>
            <a:r>
              <a:rPr lang="zh-CN" altLang="en-US" sz="2800" b="1">
                <a:solidFill>
                  <a:schemeClr val="tx2"/>
                </a:solidFill>
              </a:rPr>
              <a:t>为自变量的复合函数</a:t>
            </a:r>
            <a:endParaRPr lang="zh-CN" altLang="en-US" sz="2800"/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895350" y="1341438"/>
            <a:ext cx="82296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chemeClr val="tx2"/>
                </a:solidFill>
              </a:rPr>
              <a:t>因此求它们关于 </a:t>
            </a:r>
            <a:r>
              <a:rPr lang="en-US" altLang="zh-CN" b="1" i="1">
                <a:solidFill>
                  <a:schemeClr val="tx2"/>
                </a:solidFill>
              </a:rPr>
              <a:t>x</a:t>
            </a:r>
            <a:r>
              <a:rPr lang="en-US" altLang="zh-CN" sz="2800" b="1">
                <a:solidFill>
                  <a:schemeClr val="tx2"/>
                </a:solidFill>
              </a:rPr>
              <a:t> , </a:t>
            </a:r>
            <a:r>
              <a:rPr lang="en-US" altLang="zh-CN" b="1" i="1">
                <a:solidFill>
                  <a:schemeClr val="tx2"/>
                </a:solidFill>
              </a:rPr>
              <a:t>y</a:t>
            </a:r>
            <a:r>
              <a:rPr lang="en-US" altLang="zh-CN" sz="2800" b="1">
                <a:solidFill>
                  <a:schemeClr val="tx2"/>
                </a:solidFill>
              </a:rPr>
              <a:t>   </a:t>
            </a:r>
            <a:r>
              <a:rPr lang="zh-CN" altLang="en-US" sz="2800" b="1">
                <a:solidFill>
                  <a:schemeClr val="tx2"/>
                </a:solidFill>
              </a:rPr>
              <a:t>的偏导数时必须使链式法则</a:t>
            </a:r>
            <a:endParaRPr lang="zh-CN" altLang="en-US" sz="2800"/>
          </a:p>
        </p:txBody>
      </p:sp>
      <p:graphicFrame>
        <p:nvGraphicFramePr>
          <p:cNvPr id="23582" name="Object 30"/>
          <p:cNvGraphicFramePr>
            <a:graphicFrameLocks noChangeAspect="1"/>
          </p:cNvGraphicFramePr>
          <p:nvPr/>
        </p:nvGraphicFramePr>
        <p:xfrm>
          <a:off x="515938" y="2420938"/>
          <a:ext cx="1917700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2" name="Equation" r:id="rId1" imgW="1917700" imgH="838200" progId="Equation.3">
                  <p:embed/>
                </p:oleObj>
              </mc:Choice>
              <mc:Fallback>
                <p:oleObj name="Equation" r:id="rId1" imgW="1917700" imgH="838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5938" y="2420938"/>
                        <a:ext cx="1917700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/>
          <p:cNvGraphicFramePr>
            <a:graphicFrameLocks noChangeAspect="1"/>
          </p:cNvGraphicFramePr>
          <p:nvPr/>
        </p:nvGraphicFramePr>
        <p:xfrm>
          <a:off x="2747963" y="2416175"/>
          <a:ext cx="29527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3" name="Equation" r:id="rId3" imgW="228600" imgH="241300" progId="Equation.3">
                  <p:embed/>
                </p:oleObj>
              </mc:Choice>
              <mc:Fallback>
                <p:oleObj name="Equation" r:id="rId3" imgW="228600" imgH="2413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416175"/>
                        <a:ext cx="29527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/>
          <p:cNvGraphicFramePr>
            <a:graphicFrameLocks noChangeAspect="1"/>
          </p:cNvGraphicFramePr>
          <p:nvPr/>
        </p:nvGraphicFramePr>
        <p:xfrm>
          <a:off x="2840038" y="3209925"/>
          <a:ext cx="263525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4" name="Equation" r:id="rId5" imgW="203200" imgH="241300" progId="Equation.3">
                  <p:embed/>
                </p:oleObj>
              </mc:Choice>
              <mc:Fallback>
                <p:oleObj name="Equation" r:id="rId5" imgW="203200" imgH="2413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0038" y="3209925"/>
                        <a:ext cx="263525" cy="31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5" name="Object 33"/>
          <p:cNvGraphicFramePr>
            <a:graphicFrameLocks noChangeAspect="1"/>
          </p:cNvGraphicFramePr>
          <p:nvPr/>
        </p:nvGraphicFramePr>
        <p:xfrm>
          <a:off x="3729038" y="2395538"/>
          <a:ext cx="33655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5" name="Equation" r:id="rId7" imgW="254000" imgH="241300" progId="Equation.3">
                  <p:embed/>
                </p:oleObj>
              </mc:Choice>
              <mc:Fallback>
                <p:oleObj name="Equation" r:id="rId7" imgW="254000" imgH="2413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9038" y="2395538"/>
                        <a:ext cx="336550" cy="322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6" name="Object 34"/>
          <p:cNvGraphicFramePr>
            <a:graphicFrameLocks noChangeAspect="1"/>
          </p:cNvGraphicFramePr>
          <p:nvPr/>
        </p:nvGraphicFramePr>
        <p:xfrm>
          <a:off x="3695700" y="3098800"/>
          <a:ext cx="3063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6" name="Equation" r:id="rId9" imgW="254000" imgH="317500" progId="Equation.3">
                  <p:embed/>
                </p:oleObj>
              </mc:Choice>
              <mc:Fallback>
                <p:oleObj name="Equation" r:id="rId9" imgW="254000" imgH="317500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5700" y="3098800"/>
                        <a:ext cx="3063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7" name="Line 35"/>
          <p:cNvSpPr>
            <a:spLocks noChangeShapeType="1"/>
          </p:cNvSpPr>
          <p:nvPr/>
        </p:nvSpPr>
        <p:spPr bwMode="auto">
          <a:xfrm flipV="1">
            <a:off x="2438400" y="2565400"/>
            <a:ext cx="3048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Line 36"/>
          <p:cNvSpPr>
            <a:spLocks noChangeShapeType="1"/>
          </p:cNvSpPr>
          <p:nvPr/>
        </p:nvSpPr>
        <p:spPr bwMode="auto">
          <a:xfrm>
            <a:off x="2428875" y="2984500"/>
            <a:ext cx="381000" cy="304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Line 37"/>
          <p:cNvSpPr>
            <a:spLocks noChangeShapeType="1"/>
          </p:cNvSpPr>
          <p:nvPr/>
        </p:nvSpPr>
        <p:spPr bwMode="auto">
          <a:xfrm>
            <a:off x="3009900" y="2565400"/>
            <a:ext cx="6858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0" name="Line 38"/>
          <p:cNvSpPr>
            <a:spLocks noChangeShapeType="1"/>
          </p:cNvSpPr>
          <p:nvPr/>
        </p:nvSpPr>
        <p:spPr bwMode="auto">
          <a:xfrm>
            <a:off x="2971800" y="2603500"/>
            <a:ext cx="7620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1" name="Line 39"/>
          <p:cNvSpPr>
            <a:spLocks noChangeShapeType="1"/>
          </p:cNvSpPr>
          <p:nvPr/>
        </p:nvSpPr>
        <p:spPr bwMode="auto">
          <a:xfrm flipV="1">
            <a:off x="3124200" y="2565400"/>
            <a:ext cx="685800" cy="7620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92" name="Line 40"/>
          <p:cNvSpPr>
            <a:spLocks noChangeShapeType="1"/>
          </p:cNvSpPr>
          <p:nvPr/>
        </p:nvSpPr>
        <p:spPr bwMode="auto">
          <a:xfrm>
            <a:off x="3124200" y="3365500"/>
            <a:ext cx="609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93" name="Object 41"/>
          <p:cNvGraphicFramePr>
            <a:graphicFrameLocks noChangeAspect="1"/>
          </p:cNvGraphicFramePr>
          <p:nvPr/>
        </p:nvGraphicFramePr>
        <p:xfrm>
          <a:off x="4278313" y="2032000"/>
          <a:ext cx="4292600" cy="190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7" name="Equation" r:id="rId11" imgW="4292600" imgH="1790700" progId="Equation.3">
                  <p:embed/>
                </p:oleObj>
              </mc:Choice>
              <mc:Fallback>
                <p:oleObj name="Equation" r:id="rId11" imgW="4292600" imgH="179070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78313" y="2032000"/>
                        <a:ext cx="4292600" cy="190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1057"/>
          <p:cNvSpPr>
            <a:spLocks noChangeArrowheads="1"/>
          </p:cNvSpPr>
          <p:nvPr/>
        </p:nvSpPr>
        <p:spPr bwMode="auto">
          <a:xfrm>
            <a:off x="684213" y="4024313"/>
            <a:ext cx="73914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tx2"/>
                </a:solidFill>
              </a:rPr>
              <a:t>④</a:t>
            </a:r>
            <a:r>
              <a:rPr kumimoji="0" lang="zh-CN" altLang="en-US" sz="2800" b="1">
                <a:solidFill>
                  <a:schemeClr val="tx2"/>
                </a:solidFill>
              </a:rPr>
              <a:t>求抽象函数的偏导数时，一定要设中间变量</a:t>
            </a:r>
            <a:endParaRPr kumimoji="0" lang="zh-CN" altLang="en-US" sz="2800"/>
          </a:p>
        </p:txBody>
      </p:sp>
      <p:sp>
        <p:nvSpPr>
          <p:cNvPr id="26" name="Rectangle 1058"/>
          <p:cNvSpPr>
            <a:spLocks noChangeArrowheads="1"/>
          </p:cNvSpPr>
          <p:nvPr/>
        </p:nvSpPr>
        <p:spPr bwMode="auto">
          <a:xfrm>
            <a:off x="723900" y="4710113"/>
            <a:ext cx="4572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sz="2800" b="1">
                <a:solidFill>
                  <a:schemeClr val="tx2"/>
                </a:solidFill>
              </a:rPr>
              <a:t>⑤</a:t>
            </a:r>
            <a:r>
              <a:rPr kumimoji="0" lang="zh-CN" altLang="en-US" sz="2800" b="1">
                <a:solidFill>
                  <a:schemeClr val="tx2"/>
                </a:solidFill>
              </a:rPr>
              <a:t>注意引用这些公式的条件</a:t>
            </a:r>
            <a:endParaRPr kumimoji="0" lang="zh-CN" altLang="en-US" sz="2800"/>
          </a:p>
        </p:txBody>
      </p:sp>
      <p:sp>
        <p:nvSpPr>
          <p:cNvPr id="27" name="Rectangle 1059"/>
          <p:cNvSpPr>
            <a:spLocks noChangeArrowheads="1"/>
          </p:cNvSpPr>
          <p:nvPr/>
        </p:nvSpPr>
        <p:spPr bwMode="auto">
          <a:xfrm>
            <a:off x="1181100" y="5229225"/>
            <a:ext cx="5029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tx2"/>
                </a:solidFill>
              </a:rPr>
              <a:t>外层函数可微（偏导数连续）</a:t>
            </a:r>
            <a:endParaRPr kumimoji="0" lang="zh-CN" altLang="en-US" sz="2800"/>
          </a:p>
        </p:txBody>
      </p:sp>
      <p:sp>
        <p:nvSpPr>
          <p:cNvPr id="28" name="Rectangle 1060"/>
          <p:cNvSpPr>
            <a:spLocks noChangeArrowheads="1"/>
          </p:cNvSpPr>
          <p:nvPr/>
        </p:nvSpPr>
        <p:spPr bwMode="auto">
          <a:xfrm>
            <a:off x="5867400" y="5210175"/>
            <a:ext cx="2362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chemeClr val="tx2"/>
                </a:solidFill>
              </a:rPr>
              <a:t>内层函数可导</a:t>
            </a:r>
            <a:endParaRPr kumimoji="0" lang="zh-CN" altLang="en-US" sz="2800"/>
          </a:p>
        </p:txBody>
      </p:sp>
      <p:grpSp>
        <p:nvGrpSpPr>
          <p:cNvPr id="29" name="组合 28"/>
          <p:cNvGrpSpPr/>
          <p:nvPr/>
        </p:nvGrpSpPr>
        <p:grpSpPr bwMode="auto">
          <a:xfrm>
            <a:off x="590550" y="5761038"/>
            <a:ext cx="5676900" cy="533400"/>
            <a:chOff x="838200" y="5486400"/>
            <a:chExt cx="5676900" cy="533400"/>
          </a:xfrm>
        </p:grpSpPr>
        <p:grpSp>
          <p:nvGrpSpPr>
            <p:cNvPr id="11285" name="组合 29"/>
            <p:cNvGrpSpPr/>
            <p:nvPr/>
          </p:nvGrpSpPr>
          <p:grpSpPr bwMode="auto">
            <a:xfrm>
              <a:off x="838200" y="5486400"/>
              <a:ext cx="5676900" cy="533400"/>
              <a:chOff x="838200" y="5486400"/>
              <a:chExt cx="5676900" cy="533400"/>
            </a:xfrm>
          </p:grpSpPr>
          <p:sp>
            <p:nvSpPr>
              <p:cNvPr id="11287" name="Rectangle 1061"/>
              <p:cNvSpPr>
                <a:spLocks noChangeArrowheads="1"/>
              </p:cNvSpPr>
              <p:nvPr/>
            </p:nvSpPr>
            <p:spPr bwMode="auto">
              <a:xfrm>
                <a:off x="838200" y="5486400"/>
                <a:ext cx="7620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2800" b="1">
                    <a:solidFill>
                      <a:schemeClr val="tx2"/>
                    </a:solidFill>
                  </a:rPr>
                  <a:t> ⑥    </a:t>
                </a:r>
                <a:endParaRPr kumimoji="0" lang="en-US" altLang="zh-CN" sz="2800"/>
              </a:p>
            </p:txBody>
          </p:sp>
          <p:grpSp>
            <p:nvGrpSpPr>
              <p:cNvPr id="11288" name="Group 1067"/>
              <p:cNvGrpSpPr/>
              <p:nvPr/>
            </p:nvGrpSpPr>
            <p:grpSpPr bwMode="auto">
              <a:xfrm>
                <a:off x="1917700" y="5500688"/>
                <a:ext cx="2692400" cy="519112"/>
                <a:chOff x="1208" y="3465"/>
                <a:chExt cx="1696" cy="327"/>
              </a:xfrm>
            </p:grpSpPr>
            <p:graphicFrame>
              <p:nvGraphicFramePr>
                <p:cNvPr id="11290" name="Object 1062"/>
                <p:cNvGraphicFramePr>
                  <a:graphicFrameLocks noChangeAspect="1"/>
                </p:cNvGraphicFramePr>
                <p:nvPr/>
              </p:nvGraphicFramePr>
              <p:xfrm flipV="1">
                <a:off x="1208" y="3591"/>
                <a:ext cx="72" cy="12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11298" name="Equation" r:id="rId13" imgW="114300" imgH="177800" progId="Equation.DSMT4">
                        <p:embed/>
                      </p:oleObj>
                    </mc:Choice>
                    <mc:Fallback>
                      <p:oleObj name="Equation" r:id="rId13" imgW="114300" imgH="177800" progId="Equation.DSMT4">
                        <p:embed/>
                        <p:pic>
                          <p:nvPicPr>
                            <p:cNvPr id="0" name="Object 106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 flipV="1">
                              <a:off x="1208" y="3591"/>
                              <a:ext cx="72" cy="12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1291" name="Rectangle 1063"/>
                <p:cNvSpPr>
                  <a:spLocks noChangeArrowheads="1"/>
                </p:cNvSpPr>
                <p:nvPr/>
              </p:nvSpPr>
              <p:spPr bwMode="auto">
                <a:xfrm>
                  <a:off x="1560" y="3465"/>
                  <a:ext cx="1344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>
                    <a:spcBef>
                      <a:spcPct val="0"/>
                    </a:spcBef>
                    <a:buFontTx/>
                    <a:buNone/>
                  </a:pPr>
                  <a:r>
                    <a:rPr kumimoji="0" lang="zh-CN" altLang="en-US" sz="2800" b="1">
                      <a:solidFill>
                        <a:schemeClr val="tx2"/>
                      </a:solidFill>
                    </a:rPr>
                    <a:t>的合并问题</a:t>
                  </a:r>
                  <a:endParaRPr kumimoji="0" lang="zh-CN" altLang="en-US" sz="2800"/>
                </a:p>
              </p:txBody>
            </p:sp>
          </p:grpSp>
          <p:sp>
            <p:nvSpPr>
              <p:cNvPr id="11289" name="Rectangle 1064"/>
              <p:cNvSpPr>
                <a:spLocks noChangeArrowheads="1"/>
              </p:cNvSpPr>
              <p:nvPr/>
            </p:nvSpPr>
            <p:spPr bwMode="auto">
              <a:xfrm>
                <a:off x="4457700" y="5486400"/>
                <a:ext cx="2057400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kumimoji="0" lang="zh-CN" altLang="en-US" sz="2800" b="1">
                    <a:solidFill>
                      <a:schemeClr val="tx2"/>
                    </a:solidFill>
                  </a:rPr>
                  <a:t>视题设条件</a:t>
                </a:r>
                <a:endParaRPr kumimoji="0" lang="zh-CN" altLang="en-US" sz="2800"/>
              </a:p>
            </p:txBody>
          </p:sp>
        </p:grpSp>
        <p:graphicFrame>
          <p:nvGraphicFramePr>
            <p:cNvPr id="11286" name="对象 2"/>
            <p:cNvGraphicFramePr>
              <a:graphicFrameLocks noChangeAspect="1"/>
            </p:cNvGraphicFramePr>
            <p:nvPr/>
          </p:nvGraphicFramePr>
          <p:xfrm>
            <a:off x="1454150" y="5489575"/>
            <a:ext cx="1030288" cy="530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9" name="Equation" r:id="rId15" imgW="444500" imgH="228600" progId="Equation.DSMT4">
                    <p:embed/>
                  </p:oleObj>
                </mc:Choice>
                <mc:Fallback>
                  <p:oleObj name="Equation" r:id="rId15" imgW="444500" imgH="228600" progId="Equation.DSMT4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54150" y="5489575"/>
                          <a:ext cx="1030288" cy="530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3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3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3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3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3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80" grpId="0" autoUpdateAnimBg="0"/>
      <p:bldP spid="23581" grpId="0" autoUpdateAnimBg="0"/>
      <p:bldP spid="25" grpId="0" autoUpdateAnimBg="0"/>
      <p:bldP spid="26" grpId="0" autoUpdateAnimBg="0"/>
      <p:bldP spid="27" grpId="0" autoUpdateAnimBg="0"/>
      <p:bldP spid="2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323850" y="257175"/>
          <a:ext cx="8105775" cy="158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5" name="Document" r:id="rId1" imgW="5828665" imgH="1137285" progId="Word.Document.8">
                  <p:embed/>
                </p:oleObj>
              </mc:Choice>
              <mc:Fallback>
                <p:oleObj name="Document" r:id="rId1" imgW="5828665" imgH="1137285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57175"/>
                        <a:ext cx="8105775" cy="1581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组合 3"/>
          <p:cNvGrpSpPr/>
          <p:nvPr/>
        </p:nvGrpSpPr>
        <p:grpSpPr bwMode="auto">
          <a:xfrm>
            <a:off x="323850" y="4227513"/>
            <a:ext cx="8462963" cy="858837"/>
            <a:chOff x="533400" y="4227437"/>
            <a:chExt cx="8462963" cy="858837"/>
          </a:xfrm>
        </p:grpSpPr>
        <p:grpSp>
          <p:nvGrpSpPr>
            <p:cNvPr id="14359" name="Group 39"/>
            <p:cNvGrpSpPr/>
            <p:nvPr/>
          </p:nvGrpSpPr>
          <p:grpSpPr bwMode="auto">
            <a:xfrm>
              <a:off x="533400" y="4227437"/>
              <a:ext cx="8462963" cy="858837"/>
              <a:chOff x="432" y="1491"/>
              <a:chExt cx="5331" cy="541"/>
            </a:xfrm>
          </p:grpSpPr>
          <p:sp>
            <p:nvSpPr>
              <p:cNvPr id="14361" name="Rectangle 10"/>
              <p:cNvSpPr>
                <a:spLocks noChangeArrowheads="1"/>
              </p:cNvSpPr>
              <p:nvPr/>
            </p:nvSpPr>
            <p:spPr bwMode="auto">
              <a:xfrm>
                <a:off x="432" y="1584"/>
                <a:ext cx="96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800" b="1">
                    <a:solidFill>
                      <a:srgbClr val="0000FF"/>
                    </a:solidFill>
                  </a:rPr>
                  <a:t>例</a:t>
                </a:r>
                <a:r>
                  <a:rPr lang="en-US" altLang="zh-CN" sz="2800" b="1">
                    <a:solidFill>
                      <a:srgbClr val="0000FF"/>
                    </a:solidFill>
                  </a:rPr>
                  <a:t>5  </a:t>
                </a:r>
                <a:r>
                  <a:rPr lang="zh-CN" altLang="en-US" sz="2800" b="1">
                    <a:solidFill>
                      <a:srgbClr val="0000FF"/>
                    </a:solidFill>
                  </a:rPr>
                  <a:t>设</a:t>
                </a:r>
                <a:endParaRPr lang="zh-CN" altLang="en-US" sz="2400">
                  <a:solidFill>
                    <a:srgbClr val="0000FF"/>
                  </a:solidFill>
                </a:endParaRPr>
              </a:p>
            </p:txBody>
          </p:sp>
          <p:graphicFrame>
            <p:nvGraphicFramePr>
              <p:cNvPr id="14362" name="Object 11"/>
              <p:cNvGraphicFramePr>
                <a:graphicFrameLocks noChangeAspect="1"/>
              </p:cNvGraphicFramePr>
              <p:nvPr/>
            </p:nvGraphicFramePr>
            <p:xfrm>
              <a:off x="1194" y="1506"/>
              <a:ext cx="1189" cy="51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76" name="Equation" r:id="rId3" imgW="685165" imgH="273685" progId="Equation.DSMT4">
                      <p:embed/>
                    </p:oleObj>
                  </mc:Choice>
                  <mc:Fallback>
                    <p:oleObj name="Equation" r:id="rId3" imgW="685165" imgH="273685" progId="Equation.DSMT4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94" y="1506"/>
                            <a:ext cx="1189" cy="51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4363" name="Rectangle 13"/>
              <p:cNvSpPr>
                <a:spLocks noChangeArrowheads="1"/>
              </p:cNvSpPr>
              <p:nvPr/>
            </p:nvSpPr>
            <p:spPr bwMode="auto">
              <a:xfrm>
                <a:off x="3696" y="1616"/>
                <a:ext cx="624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zh-CN" altLang="en-US" sz="2400">
                    <a:solidFill>
                      <a:srgbClr val="0000FF"/>
                    </a:solidFill>
                  </a:rPr>
                  <a:t>证明</a:t>
                </a:r>
                <a:endParaRPr lang="zh-CN" altLang="en-US" sz="2400">
                  <a:solidFill>
                    <a:srgbClr val="0000FF"/>
                  </a:solidFill>
                </a:endParaRPr>
              </a:p>
            </p:txBody>
          </p:sp>
          <p:graphicFrame>
            <p:nvGraphicFramePr>
              <p:cNvPr id="14364" name="Object 14"/>
              <p:cNvGraphicFramePr>
                <a:graphicFrameLocks noChangeAspect="1"/>
              </p:cNvGraphicFramePr>
              <p:nvPr/>
            </p:nvGraphicFramePr>
            <p:xfrm>
              <a:off x="4155" y="1491"/>
              <a:ext cx="1608" cy="54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4377" name="Equation" r:id="rId5" imgW="897255" imgH="294640" progId="Equation.DSMT4">
                      <p:embed/>
                    </p:oleObj>
                  </mc:Choice>
                  <mc:Fallback>
                    <p:oleObj name="Equation" r:id="rId5" imgW="897255" imgH="294640" progId="Equation.DSMT4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55" y="1491"/>
                            <a:ext cx="1608" cy="54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4360" name="Rectangle 13"/>
            <p:cNvSpPr>
              <a:spLocks noChangeArrowheads="1"/>
            </p:cNvSpPr>
            <p:nvPr/>
          </p:nvSpPr>
          <p:spPr bwMode="auto">
            <a:xfrm>
              <a:off x="3652292" y="4426171"/>
              <a:ext cx="2558008" cy="4616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2400">
                  <a:solidFill>
                    <a:srgbClr val="0000FF"/>
                  </a:solidFill>
                </a:rPr>
                <a:t>且</a:t>
              </a:r>
              <a:r>
                <a:rPr lang="en-US" altLang="zh-CN" sz="2400">
                  <a:solidFill>
                    <a:srgbClr val="0000FF"/>
                  </a:solidFill>
                </a:rPr>
                <a:t>f</a:t>
              </a:r>
              <a:r>
                <a:rPr lang="zh-CN" altLang="en-US" sz="2400">
                  <a:solidFill>
                    <a:srgbClr val="0000FF"/>
                  </a:solidFill>
                </a:rPr>
                <a:t>的导数存在，</a:t>
              </a:r>
              <a:endParaRPr lang="en-US" altLang="zh-CN" sz="2400">
                <a:solidFill>
                  <a:srgbClr val="0000FF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685800" y="285750"/>
          <a:ext cx="7105650" cy="173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0" name="Document" r:id="rId1" imgW="5109845" imgH="1239520" progId="Word.Document.8">
                  <p:embed/>
                </p:oleObj>
              </mc:Choice>
              <mc:Fallback>
                <p:oleObj name="Document" r:id="rId1" imgW="5109845" imgH="123952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285750"/>
                        <a:ext cx="7105650" cy="173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/>
        </p:nvGraphicFramePr>
        <p:xfrm>
          <a:off x="323850" y="877888"/>
          <a:ext cx="6840538" cy="197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4" name="文档" r:id="rId1" imgW="7411720" imgH="2301240" progId="Word.Document.8">
                  <p:embed/>
                </p:oleObj>
              </mc:Choice>
              <mc:Fallback>
                <p:oleObj name="文档" r:id="rId1" imgW="7411720" imgH="2301240" progId="Word.Documen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877888"/>
                        <a:ext cx="6840538" cy="197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83" name="Group 3"/>
          <p:cNvGrpSpPr/>
          <p:nvPr/>
        </p:nvGrpSpPr>
        <p:grpSpPr bwMode="auto">
          <a:xfrm>
            <a:off x="179388" y="2852738"/>
            <a:ext cx="7659687" cy="1647825"/>
            <a:chOff x="113" y="2693"/>
            <a:chExt cx="4825" cy="1038"/>
          </a:xfrm>
        </p:grpSpPr>
        <p:sp>
          <p:nvSpPr>
            <p:cNvPr id="17420" name="Text Box 4"/>
            <p:cNvSpPr txBox="1">
              <a:spLocks noChangeArrowheads="1"/>
            </p:cNvSpPr>
            <p:nvPr/>
          </p:nvSpPr>
          <p:spPr bwMode="auto">
            <a:xfrm>
              <a:off x="113" y="2693"/>
              <a:ext cx="4560" cy="103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>
                  <a:ea typeface="黑体" panose="02010609060101010101" pitchFamily="49" charset="-122"/>
                </a:rPr>
                <a:t>全微分形式不变形的实质</a:t>
              </a:r>
              <a:r>
                <a:rPr lang="zh-CN" altLang="en-US" sz="2800" b="1"/>
                <a:t>：</a:t>
              </a:r>
              <a:endParaRPr lang="zh-CN" altLang="en-US" sz="2800" b="1"/>
            </a:p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 sz="2800" b="1"/>
                <a:t>        无论   是自变量         的函数或中间变量          的函数，它的全微分形式是一样的</a:t>
              </a:r>
              <a:r>
                <a:rPr lang="en-US" altLang="zh-CN" sz="2800" b="1"/>
                <a:t>.</a:t>
              </a:r>
              <a:endParaRPr lang="en-US" altLang="zh-CN" b="1"/>
            </a:p>
          </p:txBody>
        </p:sp>
        <p:graphicFrame>
          <p:nvGraphicFramePr>
            <p:cNvPr id="17421" name="Object 5"/>
            <p:cNvGraphicFramePr>
              <a:graphicFrameLocks noChangeAspect="1"/>
            </p:cNvGraphicFramePr>
            <p:nvPr/>
          </p:nvGraphicFramePr>
          <p:xfrm>
            <a:off x="1066" y="3212"/>
            <a:ext cx="138" cy="1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5" name="公式" r:id="rId3" imgW="215900" imgH="266065" progId="Equation.3">
                    <p:embed/>
                  </p:oleObj>
                </mc:Choice>
                <mc:Fallback>
                  <p:oleObj name="公式" r:id="rId3" imgW="215900" imgH="266065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3212"/>
                          <a:ext cx="138" cy="1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2" name="Object 6"/>
            <p:cNvGraphicFramePr>
              <a:graphicFrameLocks noChangeAspect="1"/>
            </p:cNvGraphicFramePr>
            <p:nvPr/>
          </p:nvGraphicFramePr>
          <p:xfrm>
            <a:off x="2127" y="3207"/>
            <a:ext cx="53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6" name="公式" r:id="rId5" imgW="825500" imgH="254000" progId="Equation.3">
                    <p:embed/>
                  </p:oleObj>
                </mc:Choice>
                <mc:Fallback>
                  <p:oleObj name="公式" r:id="rId5" imgW="825500" imgH="25400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27" y="3207"/>
                          <a:ext cx="53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23" name="Object 7"/>
            <p:cNvGraphicFramePr>
              <a:graphicFrameLocks noChangeAspect="1"/>
            </p:cNvGraphicFramePr>
            <p:nvPr/>
          </p:nvGraphicFramePr>
          <p:xfrm>
            <a:off x="4407" y="3212"/>
            <a:ext cx="531" cy="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27" name="公式" r:id="rId7" imgW="825500" imgH="254000" progId="Equation.3">
                    <p:embed/>
                  </p:oleObj>
                </mc:Choice>
                <mc:Fallback>
                  <p:oleObj name="公式" r:id="rId7" imgW="825500" imgH="2540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7" y="3212"/>
                          <a:ext cx="531" cy="1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488" name="Object 8"/>
          <p:cNvGraphicFramePr>
            <a:graphicFrameLocks noChangeAspect="1"/>
          </p:cNvGraphicFramePr>
          <p:nvPr/>
        </p:nvGraphicFramePr>
        <p:xfrm>
          <a:off x="395288" y="4500563"/>
          <a:ext cx="24907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8" name="公式" r:id="rId8" imgW="2781300" imgH="965200" progId="Equation.3">
                  <p:embed/>
                </p:oleObj>
              </mc:Choice>
              <mc:Fallback>
                <p:oleObj name="公式" r:id="rId8" imgW="2781300" imgH="965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500563"/>
                        <a:ext cx="24907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9"/>
          <p:cNvGraphicFramePr>
            <a:graphicFrameLocks noChangeAspect="1"/>
          </p:cNvGraphicFramePr>
          <p:nvPr/>
        </p:nvGraphicFramePr>
        <p:xfrm>
          <a:off x="2843213" y="4489450"/>
          <a:ext cx="2982912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9" name="公式" r:id="rId10" imgW="3543300" imgH="965200" progId="Equation.3">
                  <p:embed/>
                </p:oleObj>
              </mc:Choice>
              <mc:Fallback>
                <p:oleObj name="公式" r:id="rId10" imgW="3543300" imgH="965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489450"/>
                        <a:ext cx="2982912" cy="811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10"/>
          <p:cNvGraphicFramePr>
            <a:graphicFrameLocks noChangeAspect="1"/>
          </p:cNvGraphicFramePr>
          <p:nvPr/>
        </p:nvGraphicFramePr>
        <p:xfrm>
          <a:off x="5862638" y="4500563"/>
          <a:ext cx="2755900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0" name="公式" r:id="rId12" imgW="3492500" imgH="1016000" progId="Equation.3">
                  <p:embed/>
                </p:oleObj>
              </mc:Choice>
              <mc:Fallback>
                <p:oleObj name="公式" r:id="rId12" imgW="3492500" imgH="10160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2638" y="4500563"/>
                        <a:ext cx="2755900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74625" y="0"/>
            <a:ext cx="5688013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 b="1">
                <a:solidFill>
                  <a:schemeClr val="accent2"/>
                </a:solidFill>
                <a:ea typeface="黑体" panose="02010609060101010101" pitchFamily="49" charset="-122"/>
              </a:rPr>
              <a:t>二、全微分形式不变性</a:t>
            </a:r>
            <a:endParaRPr lang="zh-CN" altLang="en-US" sz="3600" b="1">
              <a:solidFill>
                <a:schemeClr val="accent2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755650" y="5300663"/>
          <a:ext cx="2808288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公式" r:id="rId14" imgW="3225800" imgH="1016000" progId="Equation.3">
                  <p:embed/>
                </p:oleObj>
              </mc:Choice>
              <mc:Fallback>
                <p:oleObj name="公式" r:id="rId14" imgW="3225800" imgH="1016000" progId="Equation.3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5300663"/>
                        <a:ext cx="2808288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3563938" y="5300663"/>
          <a:ext cx="2808287" cy="903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公式" r:id="rId16" imgW="3162300" imgH="1016000" progId="Equation.3">
                  <p:embed/>
                </p:oleObj>
              </mc:Choice>
              <mc:Fallback>
                <p:oleObj name="公式" r:id="rId16" imgW="3162300" imgH="1016000" progId="Equation.3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5300663"/>
                        <a:ext cx="2808287" cy="903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372225" y="5300663"/>
          <a:ext cx="12065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公式" r:id="rId18" imgW="1206500" imgH="889000" progId="Equation.3">
                  <p:embed/>
                </p:oleObj>
              </mc:Choice>
              <mc:Fallback>
                <p:oleObj name="公式" r:id="rId18" imgW="1206500" imgH="889000" progId="Equation.3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5300663"/>
                        <a:ext cx="12065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7596188" y="5373688"/>
          <a:ext cx="1155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公式" r:id="rId20" imgW="1155700" imgH="838200" progId="Equation.3">
                  <p:embed/>
                </p:oleObj>
              </mc:Choice>
              <mc:Fallback>
                <p:oleObj name="公式" r:id="rId20" imgW="1155700" imgH="838200" progId="Equation.3">
                  <p:embed/>
                  <p:pic>
                    <p:nvPicPr>
                      <p:cNvPr id="0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6188" y="5373688"/>
                        <a:ext cx="1155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Rectangle 8"/>
          <p:cNvSpPr>
            <a:spLocks noChangeArrowheads="1"/>
          </p:cNvSpPr>
          <p:nvPr/>
        </p:nvSpPr>
        <p:spPr bwMode="auto">
          <a:xfrm>
            <a:off x="255588" y="476250"/>
            <a:ext cx="8077200" cy="1373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b="1"/>
              <a:t>     </a:t>
            </a:r>
            <a:r>
              <a:rPr lang="zh-CN" altLang="en-US" sz="2800" b="1"/>
              <a:t>利用全微分形式不变性，在逐步作微分运算的过程中，</a:t>
            </a:r>
            <a:r>
              <a:rPr lang="zh-CN" altLang="en-US" sz="2800" b="1">
                <a:solidFill>
                  <a:srgbClr val="0000FF"/>
                </a:solidFill>
              </a:rPr>
              <a:t>不论变量间的关系如何错综复杂，都可以不加辨认和区分，而一律作为自变量来处理。</a:t>
            </a:r>
            <a:endParaRPr lang="zh-CN" altLang="en-US" sz="2800">
              <a:solidFill>
                <a:srgbClr val="0000FF"/>
              </a:solidFill>
            </a:endParaRPr>
          </a:p>
        </p:txBody>
      </p:sp>
      <p:sp>
        <p:nvSpPr>
          <p:cNvPr id="21513" name="Rectangle 9"/>
          <p:cNvSpPr>
            <a:spLocks noChangeArrowheads="1"/>
          </p:cNvSpPr>
          <p:nvPr/>
        </p:nvSpPr>
        <p:spPr bwMode="auto">
          <a:xfrm>
            <a:off x="684213" y="1849438"/>
            <a:ext cx="5943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且作微分运算的结果对自变量的微分                     </a:t>
            </a:r>
            <a:endParaRPr lang="zh-CN" altLang="en-US" sz="2800"/>
          </a:p>
        </p:txBody>
      </p:sp>
      <p:graphicFrame>
        <p:nvGraphicFramePr>
          <p:cNvPr id="21514" name="Object 10"/>
          <p:cNvGraphicFramePr>
            <a:graphicFrameLocks noChangeAspect="1"/>
          </p:cNvGraphicFramePr>
          <p:nvPr/>
        </p:nvGraphicFramePr>
        <p:xfrm>
          <a:off x="6516688" y="1881188"/>
          <a:ext cx="2082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39" name="Equation" r:id="rId1" imgW="2082800" imgH="393700" progId="Equation.3">
                  <p:embed/>
                </p:oleObj>
              </mc:Choice>
              <mc:Fallback>
                <p:oleObj name="Equation" r:id="rId1" imgW="2082800" imgH="3937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6688" y="1881188"/>
                        <a:ext cx="2082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Rectangle 11"/>
          <p:cNvSpPr>
            <a:spLocks noChangeArrowheads="1"/>
          </p:cNvSpPr>
          <p:nvPr/>
        </p:nvSpPr>
        <p:spPr bwMode="auto">
          <a:xfrm>
            <a:off x="395288" y="2373313"/>
            <a:ext cx="2514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来说是线性的</a:t>
            </a:r>
            <a:endParaRPr lang="zh-CN" altLang="en-US" sz="2800"/>
          </a:p>
        </p:txBody>
      </p:sp>
      <p:sp>
        <p:nvSpPr>
          <p:cNvPr id="21516" name="Rectangle 12"/>
          <p:cNvSpPr>
            <a:spLocks noChangeArrowheads="1"/>
          </p:cNvSpPr>
          <p:nvPr/>
        </p:nvSpPr>
        <p:spPr bwMode="auto">
          <a:xfrm>
            <a:off x="827088" y="2892425"/>
            <a:ext cx="7162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/>
              <a:t>从而为解题带来很多方便，而且也不易出错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2" grpId="0" autoUpdateAnimBg="0"/>
      <p:bldP spid="21513" grpId="0" autoUpdateAnimBg="0"/>
      <p:bldP spid="21515" grpId="0" autoUpdateAnimBg="0"/>
      <p:bldP spid="21516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6" name="Rectangle 24"/>
          <p:cNvSpPr>
            <a:spLocks noChangeArrowheads="1"/>
          </p:cNvSpPr>
          <p:nvPr/>
        </p:nvSpPr>
        <p:spPr bwMode="auto">
          <a:xfrm>
            <a:off x="236220" y="306705"/>
            <a:ext cx="6557010" cy="95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>
                <a:solidFill>
                  <a:srgbClr val="0000FF"/>
                </a:solidFill>
              </a:rPr>
              <a:t>利用全微分的形式不变性求函数的全微分。</a:t>
            </a:r>
            <a:endParaRPr kumimoji="0" lang="en-US" altLang="zh-CN" sz="2800" b="1">
              <a:solidFill>
                <a:srgbClr val="0000FF"/>
              </a:solidFill>
            </a:endParaRPr>
          </a:p>
        </p:txBody>
      </p:sp>
      <p:graphicFrame>
        <p:nvGraphicFramePr>
          <p:cNvPr id="23557" name="Object 5"/>
          <p:cNvGraphicFramePr>
            <a:graphicFrameLocks noChangeAspect="1"/>
          </p:cNvGraphicFramePr>
          <p:nvPr/>
        </p:nvGraphicFramePr>
        <p:xfrm>
          <a:off x="440690" y="1287781"/>
          <a:ext cx="7334250" cy="810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59" name="Document" r:id="rId1" imgW="7334250" imgH="819150" progId="Word.Document.8">
                  <p:embed/>
                </p:oleObj>
              </mc:Choice>
              <mc:Fallback>
                <p:oleObj name="Document" r:id="rId1" imgW="7334250" imgH="819150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" y="1287781"/>
                        <a:ext cx="7334250" cy="810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/>
        </p:nvSpPr>
        <p:spPr bwMode="auto">
          <a:xfrm>
            <a:off x="914400" y="609600"/>
            <a:ext cx="75438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4000" b="1">
                <a:solidFill>
                  <a:schemeClr val="tx2"/>
                </a:solidFill>
                <a:ea typeface="黑体" panose="02010609060101010101" pitchFamily="49" charset="-122"/>
              </a:rPr>
              <a:t>三、小结</a:t>
            </a:r>
            <a:endParaRPr kumimoji="0" lang="zh-CN" altLang="en-US" sz="4000" b="1">
              <a:solidFill>
                <a:schemeClr val="tx2"/>
              </a:solidFill>
              <a:ea typeface="黑体" panose="02010609060101010101" pitchFamily="49" charset="-122"/>
            </a:endParaRP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1042988" y="1844675"/>
            <a:ext cx="61722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/>
              <a:t>1</a:t>
            </a:r>
            <a:r>
              <a:rPr kumimoji="0" lang="zh-CN" altLang="en-US" b="1"/>
              <a:t>、链式法则</a:t>
            </a:r>
            <a:r>
              <a:rPr kumimoji="0" lang="zh-CN" altLang="en-US" sz="2800" b="1"/>
              <a:t>（分三种情况）</a:t>
            </a:r>
            <a:endParaRPr kumimoji="0" lang="zh-CN" altLang="en-US" b="1"/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1042988" y="2527300"/>
            <a:ext cx="67818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（特别要注意课中所讲的特殊情况）</a:t>
            </a:r>
            <a:endParaRPr kumimoji="0" lang="zh-CN" altLang="en-US" sz="2800" b="1"/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930275" y="3224213"/>
            <a:ext cx="4073525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en-US" altLang="zh-CN" b="1"/>
              <a:t>2</a:t>
            </a:r>
            <a:r>
              <a:rPr kumimoji="0" lang="zh-CN" altLang="en-US" b="1"/>
              <a:t>、全微分形式不变性</a:t>
            </a:r>
            <a:endParaRPr kumimoji="0" lang="zh-CN" altLang="en-US" b="1"/>
          </a:p>
        </p:txBody>
      </p:sp>
      <p:sp>
        <p:nvSpPr>
          <p:cNvPr id="30726" name="Text Box 6"/>
          <p:cNvSpPr txBox="1">
            <a:spLocks noChangeArrowheads="1"/>
          </p:cNvSpPr>
          <p:nvPr/>
        </p:nvSpPr>
        <p:spPr bwMode="auto">
          <a:xfrm>
            <a:off x="4972050" y="3255963"/>
            <a:ext cx="2820988" cy="51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0" lang="zh-CN" altLang="en-US" sz="2800" b="1"/>
              <a:t>（理解其实质）</a:t>
            </a:r>
            <a:endParaRPr kumimoji="0" lang="zh-CN" altLang="en-US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30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975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2" grpId="0" autoUpdateAnimBg="0"/>
      <p:bldP spid="30723" grpId="0" autoUpdateAnimBg="0"/>
      <p:bldP spid="30724" grpId="0" autoUpdateAnimBg="0"/>
      <p:bldP spid="30725" grpId="0" autoUpdateAnimBg="0"/>
      <p:bldP spid="30726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260" y="182245"/>
            <a:ext cx="5286375" cy="2381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1283</Words>
  <Application>WPS 演示</Application>
  <PresentationFormat>全屏显示(4:3)</PresentationFormat>
  <Paragraphs>129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90</vt:i4>
      </vt:variant>
      <vt:variant>
        <vt:lpstr>幻灯片标题</vt:lpstr>
      </vt:variant>
      <vt:variant>
        <vt:i4>20</vt:i4>
      </vt:variant>
    </vt:vector>
  </HeadingPairs>
  <TitlesOfParts>
    <vt:vector size="120" baseType="lpstr">
      <vt:lpstr>Arial</vt:lpstr>
      <vt:lpstr>宋体</vt:lpstr>
      <vt:lpstr>Wingdings</vt:lpstr>
      <vt:lpstr>Times New Roman</vt:lpstr>
      <vt:lpstr>隶书</vt:lpstr>
      <vt:lpstr>黑体</vt:lpstr>
      <vt:lpstr>微软雅黑</vt:lpstr>
      <vt:lpstr>Arial Unicode MS</vt:lpstr>
      <vt:lpstr>Calibri</vt:lpstr>
      <vt:lpstr>默认设计模板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Word.Document.8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Word.Document.8</vt:lpstr>
      <vt:lpstr>Equation.DSMT4</vt:lpstr>
      <vt:lpstr>Equation.DSMT4</vt:lpstr>
      <vt:lpstr>Word.Document.8</vt:lpstr>
      <vt:lpstr>Word.Document.8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Word.Document.8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hanjunqiang</dc:creator>
  <cp:lastModifiedBy>吴孙勇</cp:lastModifiedBy>
  <cp:revision>42</cp:revision>
  <dcterms:created xsi:type="dcterms:W3CDTF">2001-01-20T05:32:00Z</dcterms:created>
  <dcterms:modified xsi:type="dcterms:W3CDTF">2020-03-17T12:47:10Z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2052-11.1.0.9513</vt:lpwstr>
  </property>
</Properties>
</file>