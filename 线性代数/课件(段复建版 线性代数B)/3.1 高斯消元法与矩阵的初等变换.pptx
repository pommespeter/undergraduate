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8"/>
  </p:notesMasterIdLst>
  <p:sldIdLst>
    <p:sldId id="280" r:id="rId3"/>
    <p:sldId id="271" r:id="rId4"/>
    <p:sldId id="275" r:id="rId5"/>
    <p:sldId id="277" r:id="rId6"/>
    <p:sldId id="288" r:id="rId7"/>
    <p:sldId id="289" r:id="rId8"/>
    <p:sldId id="278" r:id="rId9"/>
    <p:sldId id="279" r:id="rId10"/>
    <p:sldId id="283" r:id="rId11"/>
    <p:sldId id="284" r:id="rId12"/>
    <p:sldId id="285" r:id="rId13"/>
    <p:sldId id="281" r:id="rId14"/>
    <p:sldId id="282" r:id="rId15"/>
    <p:sldId id="287" r:id="rId16"/>
    <p:sldId id="286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F8C"/>
    <a:srgbClr val="8A8A8A"/>
    <a:srgbClr val="F17623"/>
    <a:srgbClr val="4876CA"/>
    <a:srgbClr val="9DC3E6"/>
    <a:srgbClr val="2E75B6"/>
    <a:srgbClr val="1F4E79"/>
    <a:srgbClr val="FFFFFF"/>
    <a:srgbClr val="548235"/>
    <a:srgbClr val="385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napToGrid="0">
      <p:cViewPr>
        <p:scale>
          <a:sx n="59" d="100"/>
          <a:sy n="59" d="100"/>
        </p:scale>
        <p:origin x="-72" y="-4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6DD74C-41FB-4007-A30B-5B99C0E51BF9}" type="doc">
      <dgm:prSet loTypeId="urn:microsoft.com/office/officeart/2005/8/layout/chevron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B31D06AB-DA45-48F5-981A-835469CE3CC9}">
      <dgm:prSet custT="1"/>
      <dgm:spPr>
        <a:solidFill>
          <a:srgbClr val="92D050"/>
        </a:solidFill>
      </dgm:spPr>
      <dgm:t>
        <a:bodyPr/>
        <a:lstStyle/>
        <a:p>
          <a:pPr rtl="0"/>
          <a:endParaRPr lang="en-US" altLang="zh-CN" sz="2400" b="1" dirty="0" smtClean="0">
            <a:solidFill>
              <a:schemeClr val="bg2">
                <a:lumMod val="25000"/>
              </a:schemeClr>
            </a:solidFill>
          </a:endParaRPr>
        </a:p>
        <a:p>
          <a:pPr rtl="0"/>
          <a:r>
            <a:rPr lang="zh-CN" altLang="en-US" sz="2400" b="1" dirty="0" smtClean="0">
              <a:solidFill>
                <a:schemeClr val="bg2">
                  <a:lumMod val="25000"/>
                </a:schemeClr>
              </a:solidFill>
            </a:rPr>
            <a:t>行阶梯形矩阵</a:t>
          </a:r>
          <a:endParaRPr lang="zh-CN" altLang="en-US" sz="2400" dirty="0">
            <a:solidFill>
              <a:schemeClr val="bg2">
                <a:lumMod val="25000"/>
              </a:schemeClr>
            </a:solidFill>
          </a:endParaRPr>
        </a:p>
      </dgm:t>
    </dgm:pt>
    <dgm:pt modelId="{1066F1FD-8A8E-4B8A-B7A1-132E564F8540}" type="parTrans" cxnId="{01B84074-4C5D-4DD5-9AEC-A7C7460630C0}">
      <dgm:prSet/>
      <dgm:spPr/>
      <dgm:t>
        <a:bodyPr/>
        <a:lstStyle/>
        <a:p>
          <a:endParaRPr lang="zh-CN" altLang="en-US"/>
        </a:p>
      </dgm:t>
    </dgm:pt>
    <dgm:pt modelId="{966B6313-3C3C-4A57-85A1-25E9D260EA9F}" type="sibTrans" cxnId="{01B84074-4C5D-4DD5-9AEC-A7C7460630C0}">
      <dgm:prSet/>
      <dgm:spPr/>
      <dgm:t>
        <a:bodyPr/>
        <a:lstStyle/>
        <a:p>
          <a:endParaRPr lang="zh-CN" altLang="en-US"/>
        </a:p>
      </dgm:t>
    </dgm:pt>
    <dgm:pt modelId="{15049730-5412-49CC-8486-7D19A667792B}">
      <dgm:prSet custT="1"/>
      <dgm:spPr/>
      <dgm:t>
        <a:bodyPr/>
        <a:lstStyle/>
        <a:p>
          <a:pPr rtl="0"/>
          <a:endParaRPr lang="en-US" altLang="zh-CN" sz="2400" b="1" dirty="0" smtClean="0">
            <a:solidFill>
              <a:schemeClr val="tx1"/>
            </a:solidFill>
          </a:endParaRPr>
        </a:p>
        <a:p>
          <a:pPr rtl="0"/>
          <a:r>
            <a:rPr lang="zh-CN" altLang="en-US" sz="2400" b="1" dirty="0" smtClean="0">
              <a:solidFill>
                <a:schemeClr val="tx1"/>
              </a:solidFill>
            </a:rPr>
            <a:t>行最简形矩阵</a:t>
          </a:r>
          <a:endParaRPr lang="zh-CN" altLang="en-US" sz="2400" dirty="0">
            <a:solidFill>
              <a:schemeClr val="tx1"/>
            </a:solidFill>
          </a:endParaRPr>
        </a:p>
      </dgm:t>
    </dgm:pt>
    <dgm:pt modelId="{A6258A29-2757-4734-A661-6AF955B728FD}" type="parTrans" cxnId="{925449A2-9E62-4DC1-88C5-3CF8665B4845}">
      <dgm:prSet/>
      <dgm:spPr/>
      <dgm:t>
        <a:bodyPr/>
        <a:lstStyle/>
        <a:p>
          <a:endParaRPr lang="zh-CN" altLang="en-US"/>
        </a:p>
      </dgm:t>
    </dgm:pt>
    <dgm:pt modelId="{2E196FE1-E696-48ED-8CA4-6B79F12FB119}" type="sibTrans" cxnId="{925449A2-9E62-4DC1-88C5-3CF8665B4845}">
      <dgm:prSet/>
      <dgm:spPr/>
      <dgm:t>
        <a:bodyPr/>
        <a:lstStyle/>
        <a:p>
          <a:endParaRPr lang="zh-CN" altLang="en-US"/>
        </a:p>
      </dgm:t>
    </dgm:pt>
    <dgm:pt modelId="{3385B5E7-771A-48E2-A26A-C6B242508A06}">
      <dgm:prSet custT="1"/>
      <dgm:spPr/>
      <dgm:t>
        <a:bodyPr/>
        <a:lstStyle/>
        <a:p>
          <a:r>
            <a:rPr lang="zh-CN" altLang="en-US" sz="2400" b="1" dirty="0" smtClean="0"/>
            <a:t>若有零行，则零行全部在矩阵的下方；</a:t>
          </a:r>
          <a:endParaRPr lang="zh-CN" altLang="en-US" sz="2400" b="1" dirty="0"/>
        </a:p>
      </dgm:t>
    </dgm:pt>
    <dgm:pt modelId="{2A3327EA-CB3B-465A-AD2A-0B0F06BB4481}" type="parTrans" cxnId="{BBCE1167-027A-4190-9C39-5E9C8C90E594}">
      <dgm:prSet/>
      <dgm:spPr/>
      <dgm:t>
        <a:bodyPr/>
        <a:lstStyle/>
        <a:p>
          <a:endParaRPr lang="zh-CN" altLang="en-US"/>
        </a:p>
      </dgm:t>
    </dgm:pt>
    <dgm:pt modelId="{C7E499E8-A9DE-479D-91A2-81E26B7E1FBD}" type="sibTrans" cxnId="{BBCE1167-027A-4190-9C39-5E9C8C90E594}">
      <dgm:prSet/>
      <dgm:spPr/>
      <dgm:t>
        <a:bodyPr/>
        <a:lstStyle/>
        <a:p>
          <a:endParaRPr lang="zh-CN" altLang="en-US"/>
        </a:p>
      </dgm:t>
    </dgm:pt>
    <dgm:pt modelId="{C978799A-C239-4CF1-B949-09852E2F3DD7}">
      <dgm:prSet custT="1"/>
      <dgm:spPr/>
      <dgm:t>
        <a:bodyPr/>
        <a:lstStyle/>
        <a:p>
          <a:r>
            <a:rPr lang="zh-CN" altLang="en-US" sz="2400" b="1" dirty="0" smtClean="0"/>
            <a:t>非零首元前面零元素的个数逐行</a:t>
          </a:r>
          <a:r>
            <a:rPr lang="zh-CN" altLang="en-US" sz="2400" b="1" dirty="0" smtClean="0">
              <a:solidFill>
                <a:srgbClr val="FF0000"/>
              </a:solidFill>
            </a:rPr>
            <a:t>严格增加</a:t>
          </a:r>
          <a:endParaRPr lang="zh-CN" altLang="en-US" sz="2400" b="1" dirty="0">
            <a:solidFill>
              <a:srgbClr val="FF0000"/>
            </a:solidFill>
          </a:endParaRPr>
        </a:p>
      </dgm:t>
    </dgm:pt>
    <dgm:pt modelId="{C73A8C57-6DE0-43ED-BCFB-9FCCDDDF50BC}" type="parTrans" cxnId="{EDDAC0B6-9D00-44AA-AB68-2DC3EE6A96F4}">
      <dgm:prSet/>
      <dgm:spPr/>
      <dgm:t>
        <a:bodyPr/>
        <a:lstStyle/>
        <a:p>
          <a:endParaRPr lang="zh-CN" altLang="en-US"/>
        </a:p>
      </dgm:t>
    </dgm:pt>
    <dgm:pt modelId="{34D057D6-EFB2-450D-A2DB-05BA06DF9390}" type="sibTrans" cxnId="{EDDAC0B6-9D00-44AA-AB68-2DC3EE6A96F4}">
      <dgm:prSet/>
      <dgm:spPr/>
      <dgm:t>
        <a:bodyPr/>
        <a:lstStyle/>
        <a:p>
          <a:endParaRPr lang="zh-CN" altLang="en-US"/>
        </a:p>
      </dgm:t>
    </dgm:pt>
    <dgm:pt modelId="{5079396A-1281-4AD7-A1B0-15459D13C5F8}">
      <dgm:prSet custT="1"/>
      <dgm:spPr/>
      <dgm:t>
        <a:bodyPr/>
        <a:lstStyle/>
        <a:p>
          <a:r>
            <a:rPr lang="zh-CN" altLang="en-US" sz="2400" b="1" dirty="0" smtClean="0"/>
            <a:t>非零首元化为首“</a:t>
          </a:r>
          <a:r>
            <a:rPr lang="en-US" altLang="en-US" sz="2400" b="1" dirty="0" smtClean="0"/>
            <a:t>1</a:t>
          </a:r>
          <a:r>
            <a:rPr lang="zh-CN" altLang="en-US" sz="2400" b="1" dirty="0" smtClean="0"/>
            <a:t>”</a:t>
          </a:r>
          <a:endParaRPr lang="zh-CN" altLang="en-US" sz="2400" b="1" dirty="0"/>
        </a:p>
      </dgm:t>
    </dgm:pt>
    <dgm:pt modelId="{6B1A37DA-492D-4740-85C3-096A6C1E8B99}" type="parTrans" cxnId="{3C48A38F-19EB-4905-8D9A-B79287E9593E}">
      <dgm:prSet/>
      <dgm:spPr/>
      <dgm:t>
        <a:bodyPr/>
        <a:lstStyle/>
        <a:p>
          <a:endParaRPr lang="zh-CN" altLang="en-US"/>
        </a:p>
      </dgm:t>
    </dgm:pt>
    <dgm:pt modelId="{F20345D7-0805-4418-A7C1-6C151D9010B1}" type="sibTrans" cxnId="{3C48A38F-19EB-4905-8D9A-B79287E9593E}">
      <dgm:prSet/>
      <dgm:spPr/>
      <dgm:t>
        <a:bodyPr/>
        <a:lstStyle/>
        <a:p>
          <a:endParaRPr lang="zh-CN" altLang="en-US"/>
        </a:p>
      </dgm:t>
    </dgm:pt>
    <dgm:pt modelId="{275B6657-E3F2-4766-8D70-45B7CF134232}">
      <dgm:prSet custT="1"/>
      <dgm:spPr/>
      <dgm:t>
        <a:bodyPr/>
        <a:lstStyle/>
        <a:p>
          <a:r>
            <a:rPr lang="zh-CN" altLang="en-US" sz="2400" b="1" dirty="0" smtClean="0"/>
            <a:t>首“</a:t>
          </a:r>
          <a:r>
            <a:rPr lang="en-US" altLang="en-US" sz="2400" b="1" dirty="0" smtClean="0"/>
            <a:t>1</a:t>
          </a:r>
          <a:r>
            <a:rPr lang="zh-CN" altLang="en-US" sz="2400" b="1" dirty="0" smtClean="0"/>
            <a:t>”上方元素化为“</a:t>
          </a:r>
          <a:r>
            <a:rPr lang="en-US" altLang="en-US" sz="2400" b="1" dirty="0" smtClean="0"/>
            <a:t>0</a:t>
          </a:r>
          <a:r>
            <a:rPr lang="zh-CN" altLang="en-US" sz="2400" b="1" dirty="0" smtClean="0"/>
            <a:t>”（所在列为单位向量）</a:t>
          </a:r>
          <a:endParaRPr lang="zh-CN" altLang="en-US" sz="2400" b="1" dirty="0"/>
        </a:p>
      </dgm:t>
    </dgm:pt>
    <dgm:pt modelId="{E4877292-30F8-49F5-8770-57AF98F9FC90}" type="parTrans" cxnId="{A0D3B0EB-9C0A-42E8-9880-95EF69C2EF55}">
      <dgm:prSet/>
      <dgm:spPr/>
      <dgm:t>
        <a:bodyPr/>
        <a:lstStyle/>
        <a:p>
          <a:endParaRPr lang="zh-CN" altLang="en-US"/>
        </a:p>
      </dgm:t>
    </dgm:pt>
    <dgm:pt modelId="{E0EFEB65-E2DA-48DC-9AAA-7B7373DE26D0}" type="sibTrans" cxnId="{A0D3B0EB-9C0A-42E8-9880-95EF69C2EF55}">
      <dgm:prSet/>
      <dgm:spPr/>
      <dgm:t>
        <a:bodyPr/>
        <a:lstStyle/>
        <a:p>
          <a:endParaRPr lang="zh-CN" altLang="en-US"/>
        </a:p>
      </dgm:t>
    </dgm:pt>
    <dgm:pt modelId="{959526D5-9A44-482B-9B88-FE8B4E574418}">
      <dgm:prSet custT="1"/>
      <dgm:spPr/>
      <dgm:t>
        <a:bodyPr/>
        <a:lstStyle/>
        <a:p>
          <a:r>
            <a:rPr lang="zh-CN" altLang="en-US" sz="2400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任意矩阵</a:t>
          </a:r>
          <a:endParaRPr lang="zh-CN" altLang="en-US" sz="2400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E7155C56-B6F4-45D6-B583-8F69F8C388E1}" type="parTrans" cxnId="{13963DFB-DFE9-4645-B7C4-A200E817B4FC}">
      <dgm:prSet/>
      <dgm:spPr/>
      <dgm:t>
        <a:bodyPr/>
        <a:lstStyle/>
        <a:p>
          <a:endParaRPr lang="zh-CN" altLang="en-US"/>
        </a:p>
      </dgm:t>
    </dgm:pt>
    <dgm:pt modelId="{A422296D-90BC-4FF0-91C1-81E776FF1D28}" type="sibTrans" cxnId="{13963DFB-DFE9-4645-B7C4-A200E817B4FC}">
      <dgm:prSet/>
      <dgm:spPr/>
      <dgm:t>
        <a:bodyPr/>
        <a:lstStyle/>
        <a:p>
          <a:endParaRPr lang="zh-CN" altLang="en-US"/>
        </a:p>
      </dgm:t>
    </dgm:pt>
    <dgm:pt modelId="{778FADCA-1243-41D8-8E92-C6F843D90387}">
      <dgm:prSet custT="1"/>
      <dgm:spPr/>
      <dgm:t>
        <a:bodyPr/>
        <a:lstStyle/>
        <a:p>
          <a:r>
            <a:rPr lang="zh-CN" altLang="en-US" sz="2400" b="1" dirty="0" smtClean="0"/>
            <a:t>任意形状矩阵</a:t>
          </a:r>
          <a:endParaRPr lang="zh-CN" altLang="en-US" sz="2400" b="1" dirty="0"/>
        </a:p>
      </dgm:t>
    </dgm:pt>
    <dgm:pt modelId="{5C153E70-9A91-45D7-ABCF-04FEF1EBD277}" type="parTrans" cxnId="{9015BC9B-3E55-4B14-A649-1C3E05E6E657}">
      <dgm:prSet/>
      <dgm:spPr/>
      <dgm:t>
        <a:bodyPr/>
        <a:lstStyle/>
        <a:p>
          <a:endParaRPr lang="zh-CN" altLang="en-US"/>
        </a:p>
      </dgm:t>
    </dgm:pt>
    <dgm:pt modelId="{BEC268D8-8138-4493-8589-6157494F654C}" type="sibTrans" cxnId="{9015BC9B-3E55-4B14-A649-1C3E05E6E657}">
      <dgm:prSet/>
      <dgm:spPr/>
      <dgm:t>
        <a:bodyPr/>
        <a:lstStyle/>
        <a:p>
          <a:endParaRPr lang="zh-CN" altLang="en-US"/>
        </a:p>
      </dgm:t>
    </dgm:pt>
    <dgm:pt modelId="{574291E3-E7E1-439E-ACD3-602F4AC1B67A}" type="pres">
      <dgm:prSet presAssocID="{EF6DD74C-41FB-4007-A30B-5B99C0E51BF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3CD3E12-FE04-4DD2-9979-54104E6426B2}" type="pres">
      <dgm:prSet presAssocID="{959526D5-9A44-482B-9B88-FE8B4E574418}" presName="composite" presStyleCnt="0"/>
      <dgm:spPr/>
    </dgm:pt>
    <dgm:pt modelId="{A412CB94-3285-46F9-97C9-FC110726AA8E}" type="pres">
      <dgm:prSet presAssocID="{959526D5-9A44-482B-9B88-FE8B4E574418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8077F2A-0AB1-405D-A9C5-D48720BD406D}" type="pres">
      <dgm:prSet presAssocID="{959526D5-9A44-482B-9B88-FE8B4E574418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5A847D7-A3CD-4F47-819F-F29C9F05F099}" type="pres">
      <dgm:prSet presAssocID="{A422296D-90BC-4FF0-91C1-81E776FF1D28}" presName="sp" presStyleCnt="0"/>
      <dgm:spPr/>
    </dgm:pt>
    <dgm:pt modelId="{719ED125-ADFC-4B35-BA18-B421A4D671ED}" type="pres">
      <dgm:prSet presAssocID="{B31D06AB-DA45-48F5-981A-835469CE3CC9}" presName="composite" presStyleCnt="0"/>
      <dgm:spPr/>
    </dgm:pt>
    <dgm:pt modelId="{9078AF7C-9CBB-4306-9A9B-41DE8795ECA4}" type="pres">
      <dgm:prSet presAssocID="{B31D06AB-DA45-48F5-981A-835469CE3CC9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D549255-E55F-4261-B0F9-C0080C403055}" type="pres">
      <dgm:prSet presAssocID="{B31D06AB-DA45-48F5-981A-835469CE3CC9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CA8075B-A750-4C2B-ADD1-CA7E4AACEC85}" type="pres">
      <dgm:prSet presAssocID="{966B6313-3C3C-4A57-85A1-25E9D260EA9F}" presName="sp" presStyleCnt="0"/>
      <dgm:spPr/>
    </dgm:pt>
    <dgm:pt modelId="{07EA8A11-7F80-42A7-BB9B-958BDDB4DEEF}" type="pres">
      <dgm:prSet presAssocID="{15049730-5412-49CC-8486-7D19A667792B}" presName="composite" presStyleCnt="0"/>
      <dgm:spPr/>
    </dgm:pt>
    <dgm:pt modelId="{EE9D5D0B-0624-4EAC-A7F9-E29FF3420CF3}" type="pres">
      <dgm:prSet presAssocID="{15049730-5412-49CC-8486-7D19A667792B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A68EBB3-4192-4A75-AA15-FCF465A02FC8}" type="pres">
      <dgm:prSet presAssocID="{15049730-5412-49CC-8486-7D19A667792B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0D3B0EB-9C0A-42E8-9880-95EF69C2EF55}" srcId="{15049730-5412-49CC-8486-7D19A667792B}" destId="{275B6657-E3F2-4766-8D70-45B7CF134232}" srcOrd="1" destOrd="0" parTransId="{E4877292-30F8-49F5-8770-57AF98F9FC90}" sibTransId="{E0EFEB65-E2DA-48DC-9AAA-7B7373DE26D0}"/>
    <dgm:cxn modelId="{925449A2-9E62-4DC1-88C5-3CF8665B4845}" srcId="{EF6DD74C-41FB-4007-A30B-5B99C0E51BF9}" destId="{15049730-5412-49CC-8486-7D19A667792B}" srcOrd="2" destOrd="0" parTransId="{A6258A29-2757-4734-A661-6AF955B728FD}" sibTransId="{2E196FE1-E696-48ED-8CA4-6B79F12FB119}"/>
    <dgm:cxn modelId="{35F6F6E5-30DF-459E-83D3-CF7A655AD257}" type="presOf" srcId="{275B6657-E3F2-4766-8D70-45B7CF134232}" destId="{EA68EBB3-4192-4A75-AA15-FCF465A02FC8}" srcOrd="0" destOrd="1" presId="urn:microsoft.com/office/officeart/2005/8/layout/chevron2"/>
    <dgm:cxn modelId="{BBCE1167-027A-4190-9C39-5E9C8C90E594}" srcId="{B31D06AB-DA45-48F5-981A-835469CE3CC9}" destId="{3385B5E7-771A-48E2-A26A-C6B242508A06}" srcOrd="0" destOrd="0" parTransId="{2A3327EA-CB3B-465A-AD2A-0B0F06BB4481}" sibTransId="{C7E499E8-A9DE-479D-91A2-81E26B7E1FBD}"/>
    <dgm:cxn modelId="{3C48A38F-19EB-4905-8D9A-B79287E9593E}" srcId="{15049730-5412-49CC-8486-7D19A667792B}" destId="{5079396A-1281-4AD7-A1B0-15459D13C5F8}" srcOrd="0" destOrd="0" parTransId="{6B1A37DA-492D-4740-85C3-096A6C1E8B99}" sibTransId="{F20345D7-0805-4418-A7C1-6C151D9010B1}"/>
    <dgm:cxn modelId="{01B84074-4C5D-4DD5-9AEC-A7C7460630C0}" srcId="{EF6DD74C-41FB-4007-A30B-5B99C0E51BF9}" destId="{B31D06AB-DA45-48F5-981A-835469CE3CC9}" srcOrd="1" destOrd="0" parTransId="{1066F1FD-8A8E-4B8A-B7A1-132E564F8540}" sibTransId="{966B6313-3C3C-4A57-85A1-25E9D260EA9F}"/>
    <dgm:cxn modelId="{A50B2E73-6F75-4F4C-8E6F-46D32C7688C5}" type="presOf" srcId="{959526D5-9A44-482B-9B88-FE8B4E574418}" destId="{A412CB94-3285-46F9-97C9-FC110726AA8E}" srcOrd="0" destOrd="0" presId="urn:microsoft.com/office/officeart/2005/8/layout/chevron2"/>
    <dgm:cxn modelId="{9015BC9B-3E55-4B14-A649-1C3E05E6E657}" srcId="{959526D5-9A44-482B-9B88-FE8B4E574418}" destId="{778FADCA-1243-41D8-8E92-C6F843D90387}" srcOrd="0" destOrd="0" parTransId="{5C153E70-9A91-45D7-ABCF-04FEF1EBD277}" sibTransId="{BEC268D8-8138-4493-8589-6157494F654C}"/>
    <dgm:cxn modelId="{4BECC1BB-EBE8-4CC5-B898-77E8742AA463}" type="presOf" srcId="{5079396A-1281-4AD7-A1B0-15459D13C5F8}" destId="{EA68EBB3-4192-4A75-AA15-FCF465A02FC8}" srcOrd="0" destOrd="0" presId="urn:microsoft.com/office/officeart/2005/8/layout/chevron2"/>
    <dgm:cxn modelId="{9018C958-4906-447C-96B1-B5E0F5FFF223}" type="presOf" srcId="{EF6DD74C-41FB-4007-A30B-5B99C0E51BF9}" destId="{574291E3-E7E1-439E-ACD3-602F4AC1B67A}" srcOrd="0" destOrd="0" presId="urn:microsoft.com/office/officeart/2005/8/layout/chevron2"/>
    <dgm:cxn modelId="{13963DFB-DFE9-4645-B7C4-A200E817B4FC}" srcId="{EF6DD74C-41FB-4007-A30B-5B99C0E51BF9}" destId="{959526D5-9A44-482B-9B88-FE8B4E574418}" srcOrd="0" destOrd="0" parTransId="{E7155C56-B6F4-45D6-B583-8F69F8C388E1}" sibTransId="{A422296D-90BC-4FF0-91C1-81E776FF1D28}"/>
    <dgm:cxn modelId="{EDDAC0B6-9D00-44AA-AB68-2DC3EE6A96F4}" srcId="{B31D06AB-DA45-48F5-981A-835469CE3CC9}" destId="{C978799A-C239-4CF1-B949-09852E2F3DD7}" srcOrd="1" destOrd="0" parTransId="{C73A8C57-6DE0-43ED-BCFB-9FCCDDDF50BC}" sibTransId="{34D057D6-EFB2-450D-A2DB-05BA06DF9390}"/>
    <dgm:cxn modelId="{9302D3AE-494D-4A54-A665-C5AB26181868}" type="presOf" srcId="{3385B5E7-771A-48E2-A26A-C6B242508A06}" destId="{1D549255-E55F-4261-B0F9-C0080C403055}" srcOrd="0" destOrd="0" presId="urn:microsoft.com/office/officeart/2005/8/layout/chevron2"/>
    <dgm:cxn modelId="{2A3FB0E3-902D-40F5-9BB8-6B9637E87F5A}" type="presOf" srcId="{C978799A-C239-4CF1-B949-09852E2F3DD7}" destId="{1D549255-E55F-4261-B0F9-C0080C403055}" srcOrd="0" destOrd="1" presId="urn:microsoft.com/office/officeart/2005/8/layout/chevron2"/>
    <dgm:cxn modelId="{53DE6277-4A38-42B9-BA09-27AB7EAB2622}" type="presOf" srcId="{15049730-5412-49CC-8486-7D19A667792B}" destId="{EE9D5D0B-0624-4EAC-A7F9-E29FF3420CF3}" srcOrd="0" destOrd="0" presId="urn:microsoft.com/office/officeart/2005/8/layout/chevron2"/>
    <dgm:cxn modelId="{6A70C8E0-33B3-4823-AD0D-F577F30044FB}" type="presOf" srcId="{778FADCA-1243-41D8-8E92-C6F843D90387}" destId="{28077F2A-0AB1-405D-A9C5-D48720BD406D}" srcOrd="0" destOrd="0" presId="urn:microsoft.com/office/officeart/2005/8/layout/chevron2"/>
    <dgm:cxn modelId="{F239C058-A393-4E33-BDE7-B73592BFCEFD}" type="presOf" srcId="{B31D06AB-DA45-48F5-981A-835469CE3CC9}" destId="{9078AF7C-9CBB-4306-9A9B-41DE8795ECA4}" srcOrd="0" destOrd="0" presId="urn:microsoft.com/office/officeart/2005/8/layout/chevron2"/>
    <dgm:cxn modelId="{6B56E55A-8E0D-47AA-B0C2-A3364066DC9F}" type="presParOf" srcId="{574291E3-E7E1-439E-ACD3-602F4AC1B67A}" destId="{53CD3E12-FE04-4DD2-9979-54104E6426B2}" srcOrd="0" destOrd="0" presId="urn:microsoft.com/office/officeart/2005/8/layout/chevron2"/>
    <dgm:cxn modelId="{D1BC15BF-CD2E-4CB2-9A42-20926E550D53}" type="presParOf" srcId="{53CD3E12-FE04-4DD2-9979-54104E6426B2}" destId="{A412CB94-3285-46F9-97C9-FC110726AA8E}" srcOrd="0" destOrd="0" presId="urn:microsoft.com/office/officeart/2005/8/layout/chevron2"/>
    <dgm:cxn modelId="{7D012281-C48E-4202-8A55-CE532DD48333}" type="presParOf" srcId="{53CD3E12-FE04-4DD2-9979-54104E6426B2}" destId="{28077F2A-0AB1-405D-A9C5-D48720BD406D}" srcOrd="1" destOrd="0" presId="urn:microsoft.com/office/officeart/2005/8/layout/chevron2"/>
    <dgm:cxn modelId="{52A03906-C49C-4D11-835F-D2CE121F13B4}" type="presParOf" srcId="{574291E3-E7E1-439E-ACD3-602F4AC1B67A}" destId="{85A847D7-A3CD-4F47-819F-F29C9F05F099}" srcOrd="1" destOrd="0" presId="urn:microsoft.com/office/officeart/2005/8/layout/chevron2"/>
    <dgm:cxn modelId="{946C83D5-F086-4C89-859B-F91C5AF804BB}" type="presParOf" srcId="{574291E3-E7E1-439E-ACD3-602F4AC1B67A}" destId="{719ED125-ADFC-4B35-BA18-B421A4D671ED}" srcOrd="2" destOrd="0" presId="urn:microsoft.com/office/officeart/2005/8/layout/chevron2"/>
    <dgm:cxn modelId="{99277C6E-7DFB-4A3B-BDA8-48CB3AA584EA}" type="presParOf" srcId="{719ED125-ADFC-4B35-BA18-B421A4D671ED}" destId="{9078AF7C-9CBB-4306-9A9B-41DE8795ECA4}" srcOrd="0" destOrd="0" presId="urn:microsoft.com/office/officeart/2005/8/layout/chevron2"/>
    <dgm:cxn modelId="{C9B6884C-89C7-43D5-B453-A8AB5962E776}" type="presParOf" srcId="{719ED125-ADFC-4B35-BA18-B421A4D671ED}" destId="{1D549255-E55F-4261-B0F9-C0080C403055}" srcOrd="1" destOrd="0" presId="urn:microsoft.com/office/officeart/2005/8/layout/chevron2"/>
    <dgm:cxn modelId="{583CE360-26AA-4FCE-A88E-6BA61174B0F9}" type="presParOf" srcId="{574291E3-E7E1-439E-ACD3-602F4AC1B67A}" destId="{DCA8075B-A750-4C2B-ADD1-CA7E4AACEC85}" srcOrd="3" destOrd="0" presId="urn:microsoft.com/office/officeart/2005/8/layout/chevron2"/>
    <dgm:cxn modelId="{9E8593B8-0E08-4E25-99D0-3630058EBEC5}" type="presParOf" srcId="{574291E3-E7E1-439E-ACD3-602F4AC1B67A}" destId="{07EA8A11-7F80-42A7-BB9B-958BDDB4DEEF}" srcOrd="4" destOrd="0" presId="urn:microsoft.com/office/officeart/2005/8/layout/chevron2"/>
    <dgm:cxn modelId="{7056A18E-2049-4D22-A514-5F869F735D4C}" type="presParOf" srcId="{07EA8A11-7F80-42A7-BB9B-958BDDB4DEEF}" destId="{EE9D5D0B-0624-4EAC-A7F9-E29FF3420CF3}" srcOrd="0" destOrd="0" presId="urn:microsoft.com/office/officeart/2005/8/layout/chevron2"/>
    <dgm:cxn modelId="{BA8FF0D3-A4A2-42A0-BBBE-B5913EFD1539}" type="presParOf" srcId="{07EA8A11-7F80-42A7-BB9B-958BDDB4DEEF}" destId="{EA68EBB3-4192-4A75-AA15-FCF465A02FC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12CB94-3285-46F9-97C9-FC110726AA8E}">
      <dsp:nvSpPr>
        <dsp:cNvPr id="0" name=""/>
        <dsp:cNvSpPr/>
      </dsp:nvSpPr>
      <dsp:spPr>
        <a:xfrm rot="5400000">
          <a:off x="-274050" y="276680"/>
          <a:ext cx="1827000" cy="127890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任意矩阵</a:t>
          </a:r>
          <a:endParaRPr lang="zh-CN" altLang="en-US" sz="24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 rot="-5400000">
        <a:off x="0" y="642080"/>
        <a:ext cx="1278900" cy="548100"/>
      </dsp:txXfrm>
    </dsp:sp>
    <dsp:sp modelId="{28077F2A-0AB1-405D-A9C5-D48720BD406D}">
      <dsp:nvSpPr>
        <dsp:cNvPr id="0" name=""/>
        <dsp:cNvSpPr/>
      </dsp:nvSpPr>
      <dsp:spPr>
        <a:xfrm rot="5400000">
          <a:off x="5009426" y="-3727895"/>
          <a:ext cx="1187550" cy="86486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400" b="1" kern="1200" dirty="0" smtClean="0"/>
            <a:t>任意形状矩阵</a:t>
          </a:r>
          <a:endParaRPr lang="zh-CN" altLang="en-US" sz="2400" b="1" kern="1200" dirty="0"/>
        </a:p>
      </dsp:txBody>
      <dsp:txXfrm rot="-5400000">
        <a:off x="1278901" y="60601"/>
        <a:ext cx="8590631" cy="1071608"/>
      </dsp:txXfrm>
    </dsp:sp>
    <dsp:sp modelId="{9078AF7C-9CBB-4306-9A9B-41DE8795ECA4}">
      <dsp:nvSpPr>
        <dsp:cNvPr id="0" name=""/>
        <dsp:cNvSpPr/>
      </dsp:nvSpPr>
      <dsp:spPr>
        <a:xfrm rot="5400000">
          <a:off x="-274050" y="1911881"/>
          <a:ext cx="1827000" cy="1278900"/>
        </a:xfrm>
        <a:prstGeom prst="chevron">
          <a:avLst/>
        </a:prstGeom>
        <a:solidFill>
          <a:srgbClr val="92D050"/>
        </a:solidFill>
        <a:ln w="12700" cap="flat" cmpd="sng" algn="ctr">
          <a:solidFill>
            <a:schemeClr val="accent5">
              <a:hueOff val="-3676673"/>
              <a:satOff val="-5114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altLang="zh-CN" sz="2400" b="1" kern="1200" dirty="0" smtClean="0">
            <a:solidFill>
              <a:schemeClr val="bg2">
                <a:lumMod val="25000"/>
              </a:schemeClr>
            </a:solidFill>
          </a:endParaRPr>
        </a:p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 smtClean="0">
              <a:solidFill>
                <a:schemeClr val="bg2">
                  <a:lumMod val="25000"/>
                </a:schemeClr>
              </a:solidFill>
            </a:rPr>
            <a:t>行阶梯形矩阵</a:t>
          </a:r>
          <a:endParaRPr lang="zh-CN" altLang="en-US" sz="2400" kern="1200" dirty="0">
            <a:solidFill>
              <a:schemeClr val="bg2">
                <a:lumMod val="25000"/>
              </a:schemeClr>
            </a:solidFill>
          </a:endParaRPr>
        </a:p>
      </dsp:txBody>
      <dsp:txXfrm rot="-5400000">
        <a:off x="0" y="2277281"/>
        <a:ext cx="1278900" cy="548100"/>
      </dsp:txXfrm>
    </dsp:sp>
    <dsp:sp modelId="{1D549255-E55F-4261-B0F9-C0080C403055}">
      <dsp:nvSpPr>
        <dsp:cNvPr id="0" name=""/>
        <dsp:cNvSpPr/>
      </dsp:nvSpPr>
      <dsp:spPr>
        <a:xfrm rot="5400000">
          <a:off x="5009114" y="-2092382"/>
          <a:ext cx="1188175" cy="86486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676673"/>
              <a:satOff val="-5114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400" b="1" kern="1200" dirty="0" smtClean="0"/>
            <a:t>若有零行，则零行全部在矩阵的下方；</a:t>
          </a:r>
          <a:endParaRPr lang="zh-CN" altLang="en-US" sz="2400" b="1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400" b="1" kern="1200" dirty="0" smtClean="0"/>
            <a:t>非零首元前面零元素的个数逐行</a:t>
          </a:r>
          <a:r>
            <a:rPr lang="zh-CN" altLang="en-US" sz="2400" b="1" kern="1200" dirty="0" smtClean="0">
              <a:solidFill>
                <a:srgbClr val="FF0000"/>
              </a:solidFill>
            </a:rPr>
            <a:t>严格增加</a:t>
          </a:r>
          <a:endParaRPr lang="zh-CN" altLang="en-US" sz="2400" b="1" kern="1200" dirty="0">
            <a:solidFill>
              <a:srgbClr val="FF0000"/>
            </a:solidFill>
          </a:endParaRPr>
        </a:p>
      </dsp:txBody>
      <dsp:txXfrm rot="-5400000">
        <a:off x="1278901" y="1695833"/>
        <a:ext cx="8590600" cy="1072171"/>
      </dsp:txXfrm>
    </dsp:sp>
    <dsp:sp modelId="{EE9D5D0B-0624-4EAC-A7F9-E29FF3420CF3}">
      <dsp:nvSpPr>
        <dsp:cNvPr id="0" name=""/>
        <dsp:cNvSpPr/>
      </dsp:nvSpPr>
      <dsp:spPr>
        <a:xfrm rot="5400000">
          <a:off x="-274050" y="3547083"/>
          <a:ext cx="1827000" cy="1278900"/>
        </a:xfrm>
        <a:prstGeom prst="chevron">
          <a:avLst/>
        </a:prstGeom>
        <a:solidFill>
          <a:schemeClr val="accent5">
            <a:hueOff val="-7353345"/>
            <a:satOff val="-10228"/>
            <a:lumOff val="-3922"/>
            <a:alphaOff val="0"/>
          </a:schemeClr>
        </a:solidFill>
        <a:ln w="12700" cap="flat" cmpd="sng" algn="ctr">
          <a:solidFill>
            <a:schemeClr val="accent5">
              <a:hueOff val="-7353345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altLang="zh-CN" sz="2400" b="1" kern="1200" dirty="0" smtClean="0">
            <a:solidFill>
              <a:schemeClr val="tx1"/>
            </a:solidFill>
          </a:endParaRPr>
        </a:p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 smtClean="0">
              <a:solidFill>
                <a:schemeClr val="tx1"/>
              </a:solidFill>
            </a:rPr>
            <a:t>行最简形矩阵</a:t>
          </a:r>
          <a:endParaRPr lang="zh-CN" altLang="en-US" sz="2400" kern="1200" dirty="0">
            <a:solidFill>
              <a:schemeClr val="tx1"/>
            </a:solidFill>
          </a:endParaRPr>
        </a:p>
      </dsp:txBody>
      <dsp:txXfrm rot="-5400000">
        <a:off x="0" y="3912483"/>
        <a:ext cx="1278900" cy="548100"/>
      </dsp:txXfrm>
    </dsp:sp>
    <dsp:sp modelId="{EA68EBB3-4192-4A75-AA15-FCF465A02FC8}">
      <dsp:nvSpPr>
        <dsp:cNvPr id="0" name=""/>
        <dsp:cNvSpPr/>
      </dsp:nvSpPr>
      <dsp:spPr>
        <a:xfrm rot="5400000">
          <a:off x="5009426" y="-457492"/>
          <a:ext cx="1187550" cy="86486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7353345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400" b="1" kern="1200" dirty="0" smtClean="0"/>
            <a:t>非零首元化为首“</a:t>
          </a:r>
          <a:r>
            <a:rPr lang="en-US" altLang="en-US" sz="2400" b="1" kern="1200" dirty="0" smtClean="0"/>
            <a:t>1</a:t>
          </a:r>
          <a:r>
            <a:rPr lang="zh-CN" altLang="en-US" sz="2400" b="1" kern="1200" dirty="0" smtClean="0"/>
            <a:t>”</a:t>
          </a:r>
          <a:endParaRPr lang="zh-CN" altLang="en-US" sz="2400" b="1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400" b="1" kern="1200" dirty="0" smtClean="0"/>
            <a:t>首“</a:t>
          </a:r>
          <a:r>
            <a:rPr lang="en-US" altLang="en-US" sz="2400" b="1" kern="1200" dirty="0" smtClean="0"/>
            <a:t>1</a:t>
          </a:r>
          <a:r>
            <a:rPr lang="zh-CN" altLang="en-US" sz="2400" b="1" kern="1200" dirty="0" smtClean="0"/>
            <a:t>”上方元素化为“</a:t>
          </a:r>
          <a:r>
            <a:rPr lang="en-US" altLang="en-US" sz="2400" b="1" kern="1200" dirty="0" smtClean="0"/>
            <a:t>0</a:t>
          </a:r>
          <a:r>
            <a:rPr lang="zh-CN" altLang="en-US" sz="2400" b="1" kern="1200" dirty="0" smtClean="0"/>
            <a:t>”（所在列为单位向量）</a:t>
          </a:r>
          <a:endParaRPr lang="zh-CN" altLang="en-US" sz="2400" b="1" kern="1200" dirty="0"/>
        </a:p>
      </dsp:txBody>
      <dsp:txXfrm rot="-5400000">
        <a:off x="1278901" y="3331004"/>
        <a:ext cx="8590631" cy="10716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image" Target="../media/image16.wmf"/><Relationship Id="rId18" Type="http://schemas.openxmlformats.org/officeDocument/2006/relationships/image" Target="../media/image2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12" Type="http://schemas.openxmlformats.org/officeDocument/2006/relationships/image" Target="../media/image15.wmf"/><Relationship Id="rId17" Type="http://schemas.openxmlformats.org/officeDocument/2006/relationships/image" Target="../media/image20.wmf"/><Relationship Id="rId2" Type="http://schemas.openxmlformats.org/officeDocument/2006/relationships/image" Target="../media/image5.wmf"/><Relationship Id="rId16" Type="http://schemas.openxmlformats.org/officeDocument/2006/relationships/image" Target="../media/image19.wmf"/><Relationship Id="rId20" Type="http://schemas.openxmlformats.org/officeDocument/2006/relationships/image" Target="../media/image23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11" Type="http://schemas.openxmlformats.org/officeDocument/2006/relationships/image" Target="../media/image14.wmf"/><Relationship Id="rId5" Type="http://schemas.openxmlformats.org/officeDocument/2006/relationships/image" Target="../media/image8.wmf"/><Relationship Id="rId15" Type="http://schemas.openxmlformats.org/officeDocument/2006/relationships/image" Target="../media/image18.wmf"/><Relationship Id="rId10" Type="http://schemas.openxmlformats.org/officeDocument/2006/relationships/image" Target="../media/image13.wmf"/><Relationship Id="rId19" Type="http://schemas.openxmlformats.org/officeDocument/2006/relationships/image" Target="../media/image22.wmf"/><Relationship Id="rId4" Type="http://schemas.openxmlformats.org/officeDocument/2006/relationships/image" Target="../media/image7.wmf"/><Relationship Id="rId9" Type="http://schemas.openxmlformats.org/officeDocument/2006/relationships/image" Target="../media/image12.wmf"/><Relationship Id="rId14" Type="http://schemas.openxmlformats.org/officeDocument/2006/relationships/image" Target="../media/image17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image" Target="../media/image29.wmf"/><Relationship Id="rId7" Type="http://schemas.openxmlformats.org/officeDocument/2006/relationships/image" Target="../media/image42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12.wmf"/><Relationship Id="rId9" Type="http://schemas.openxmlformats.org/officeDocument/2006/relationships/image" Target="../media/image4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4" Type="http://schemas.openxmlformats.org/officeDocument/2006/relationships/image" Target="../media/image5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CD7AA7-6893-499C-8B93-CFD8D864E84E}" type="datetimeFigureOut">
              <a:rPr lang="zh-CN" altLang="en-US" smtClean="0"/>
              <a:t>2018/4/9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92EE49-8C34-44D6-A4FF-74519DC61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3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2EE49-8C34-44D6-A4FF-74519DC6166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222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2EE49-8C34-44D6-A4FF-74519DC61662}" type="slidenum">
              <a:rPr lang="zh-CN" altLang="en-US" smtClean="0">
                <a:solidFill>
                  <a:prstClr val="black"/>
                </a:solidFill>
              </a:rPr>
              <a:pPr/>
              <a:t>13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010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线性代数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445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1806" y="161741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25195" y="915711"/>
            <a:ext cx="11133406" cy="140677"/>
            <a:chOff x="478302" y="1098594"/>
            <a:chExt cx="11133406" cy="140677"/>
          </a:xfrm>
        </p:grpSpPr>
        <p:cxnSp>
          <p:nvCxnSpPr>
            <p:cNvPr id="12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 userDrawn="1"/>
          </p:nvSpPr>
          <p:spPr>
            <a:xfrm>
              <a:off x="478302" y="1098594"/>
              <a:ext cx="6386732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26" name="Picture 2" descr="top_img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6"/>
          <a:stretch>
            <a:fillRect/>
          </a:stretch>
        </p:blipFill>
        <p:spPr bwMode="auto">
          <a:xfrm>
            <a:off x="525195" y="0"/>
            <a:ext cx="3649955" cy="88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385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546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8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253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990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49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70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9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8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75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298" y="2181443"/>
            <a:ext cx="12192000" cy="2690766"/>
            <a:chOff x="0" y="1966958"/>
            <a:chExt cx="12192000" cy="2690766"/>
          </a:xfrm>
        </p:grpSpPr>
        <p:sp>
          <p:nvSpPr>
            <p:cNvPr id="8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9" name="图片 17" descr="4校标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 userDrawn="1"/>
          </p:nvCxnSpPr>
          <p:spPr>
            <a:xfrm>
              <a:off x="3016249" y="3182938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6"/>
          <p:cNvSpPr txBox="1">
            <a:spLocks noChangeArrowheads="1"/>
          </p:cNvSpPr>
          <p:nvPr userDrawn="1"/>
        </p:nvSpPr>
        <p:spPr bwMode="auto">
          <a:xfrm>
            <a:off x="2779663" y="2548386"/>
            <a:ext cx="9652000" cy="7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 </a:t>
            </a:r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第三章 线性方程组</a:t>
            </a:r>
            <a:endParaRPr lang="en-US" altLang="zh-CN" sz="4000" b="1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文本框 32"/>
          <p:cNvSpPr txBox="1">
            <a:spLocks noChangeArrowheads="1"/>
          </p:cNvSpPr>
          <p:nvPr userDrawn="1"/>
        </p:nvSpPr>
        <p:spPr bwMode="auto">
          <a:xfrm>
            <a:off x="2333567" y="3526826"/>
            <a:ext cx="9652000" cy="6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</a:t>
            </a:r>
            <a:r>
              <a:rPr lang="en-US" altLang="zh-CN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3.1</a:t>
            </a:r>
            <a:r>
              <a:rPr lang="en-US" altLang="zh-CN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</a:t>
            </a:r>
            <a:r>
              <a:rPr lang="zh-CN" altLang="en-US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高斯消元法与矩阵的初等变换</a:t>
            </a:r>
            <a:endParaRPr lang="zh-CN" altLang="en-US" sz="3200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50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33375"/>
            <a:ext cx="10972800" cy="5792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F0045D-9BCB-433D-9DB8-47BFF3AA1E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0154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线性代数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9044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1806" y="161741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25195" y="915711"/>
            <a:ext cx="11133406" cy="140677"/>
            <a:chOff x="478302" y="1098594"/>
            <a:chExt cx="11133406" cy="140677"/>
          </a:xfrm>
        </p:grpSpPr>
        <p:cxnSp>
          <p:nvCxnSpPr>
            <p:cNvPr id="12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 userDrawn="1"/>
          </p:nvSpPr>
          <p:spPr>
            <a:xfrm>
              <a:off x="478302" y="1098594"/>
              <a:ext cx="6386732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026" name="Picture 2" descr="top_img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6"/>
          <a:stretch>
            <a:fillRect/>
          </a:stretch>
        </p:blipFill>
        <p:spPr bwMode="auto">
          <a:xfrm>
            <a:off x="525195" y="0"/>
            <a:ext cx="3649955" cy="88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53459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7675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2854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5860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1110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4081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3141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2319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8358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9408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298" y="2181443"/>
            <a:ext cx="12192000" cy="2690766"/>
            <a:chOff x="0" y="1966958"/>
            <a:chExt cx="12192000" cy="2690766"/>
          </a:xfrm>
        </p:grpSpPr>
        <p:sp>
          <p:nvSpPr>
            <p:cNvPr id="8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9" name="图片 17" descr="4校标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 userDrawn="1"/>
          </p:nvCxnSpPr>
          <p:spPr>
            <a:xfrm>
              <a:off x="3016249" y="3182938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6"/>
          <p:cNvSpPr txBox="1">
            <a:spLocks noChangeArrowheads="1"/>
          </p:cNvSpPr>
          <p:nvPr userDrawn="1"/>
        </p:nvSpPr>
        <p:spPr bwMode="auto">
          <a:xfrm>
            <a:off x="2779663" y="2548386"/>
            <a:ext cx="9652000" cy="7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 </a:t>
            </a:r>
            <a:r>
              <a:rPr lang="zh-CN" altLang="en-US" sz="4000" b="1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第三章 线性方程组</a:t>
            </a:r>
            <a:endParaRPr lang="en-US" altLang="zh-CN" sz="4000" b="1" dirty="0">
              <a:solidFill>
                <a:prstClr val="white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文本框 32"/>
          <p:cNvSpPr txBox="1">
            <a:spLocks noChangeArrowheads="1"/>
          </p:cNvSpPr>
          <p:nvPr userDrawn="1"/>
        </p:nvSpPr>
        <p:spPr bwMode="auto">
          <a:xfrm>
            <a:off x="2333567" y="3526826"/>
            <a:ext cx="9652000" cy="6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</a:t>
            </a:r>
            <a:r>
              <a:rPr lang="en-US" altLang="zh-CN" sz="3200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3.2  </a:t>
            </a:r>
            <a:r>
              <a:rPr lang="zh-CN" altLang="en-US" sz="3200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初等变换与矩阵的秩</a:t>
            </a:r>
            <a:endParaRPr lang="zh-CN" altLang="en-US" sz="3200" dirty="0">
              <a:solidFill>
                <a:prstClr val="white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374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33375"/>
            <a:ext cx="10972800" cy="5792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4005EF-3EB1-4E5F-BEDB-C2F75B16ED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6780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0789-27F0-408F-9528-9DD877FE9CA3}" type="datetimeFigureOut">
              <a:rPr lang="zh-CN" altLang="en-US" smtClean="0"/>
              <a:t>2018/4/9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2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4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717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5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9" Type="http://schemas.openxmlformats.org/officeDocument/2006/relationships/image" Target="../media/image20.wmf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11.wmf"/><Relationship Id="rId34" Type="http://schemas.openxmlformats.org/officeDocument/2006/relationships/oleObject" Target="../embeddings/oleObject17.bin"/><Relationship Id="rId42" Type="http://schemas.openxmlformats.org/officeDocument/2006/relationships/oleObject" Target="../embeddings/oleObject21.bin"/><Relationship Id="rId7" Type="http://schemas.openxmlformats.org/officeDocument/2006/relationships/image" Target="../media/image5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wmf"/><Relationship Id="rId25" Type="http://schemas.openxmlformats.org/officeDocument/2006/relationships/image" Target="../media/image13.wmf"/><Relationship Id="rId33" Type="http://schemas.openxmlformats.org/officeDocument/2006/relationships/image" Target="../media/image17.wmf"/><Relationship Id="rId38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15.wmf"/><Relationship Id="rId41" Type="http://schemas.openxmlformats.org/officeDocument/2006/relationships/image" Target="../media/image21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5.bin"/><Relationship Id="rId24" Type="http://schemas.openxmlformats.org/officeDocument/2006/relationships/oleObject" Target="../embeddings/oleObject12.bin"/><Relationship Id="rId32" Type="http://schemas.openxmlformats.org/officeDocument/2006/relationships/oleObject" Target="../embeddings/oleObject16.bin"/><Relationship Id="rId37" Type="http://schemas.openxmlformats.org/officeDocument/2006/relationships/image" Target="../media/image19.wmf"/><Relationship Id="rId40" Type="http://schemas.openxmlformats.org/officeDocument/2006/relationships/oleObject" Target="../embeddings/oleObject20.bin"/><Relationship Id="rId45" Type="http://schemas.openxmlformats.org/officeDocument/2006/relationships/image" Target="../media/image23.wmf"/><Relationship Id="rId5" Type="http://schemas.openxmlformats.org/officeDocument/2006/relationships/image" Target="../media/image4.wmf"/><Relationship Id="rId15" Type="http://schemas.openxmlformats.org/officeDocument/2006/relationships/image" Target="../media/image8.wmf"/><Relationship Id="rId23" Type="http://schemas.openxmlformats.org/officeDocument/2006/relationships/image" Target="../media/image12.wmf"/><Relationship Id="rId28" Type="http://schemas.openxmlformats.org/officeDocument/2006/relationships/oleObject" Target="../embeddings/oleObject14.bin"/><Relationship Id="rId36" Type="http://schemas.openxmlformats.org/officeDocument/2006/relationships/oleObject" Target="../embeddings/oleObject18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10.wmf"/><Relationship Id="rId31" Type="http://schemas.openxmlformats.org/officeDocument/2006/relationships/image" Target="../media/image16.wmf"/><Relationship Id="rId44" Type="http://schemas.openxmlformats.org/officeDocument/2006/relationships/oleObject" Target="../embeddings/oleObject22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4.wmf"/><Relationship Id="rId30" Type="http://schemas.openxmlformats.org/officeDocument/2006/relationships/oleObject" Target="../embeddings/oleObject15.bin"/><Relationship Id="rId35" Type="http://schemas.openxmlformats.org/officeDocument/2006/relationships/image" Target="../media/image18.wmf"/><Relationship Id="rId43" Type="http://schemas.openxmlformats.org/officeDocument/2006/relationships/image" Target="../media/image22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9.bin"/><Relationship Id="rId18" Type="http://schemas.openxmlformats.org/officeDocument/2006/relationships/image" Target="../media/image27.wmf"/><Relationship Id="rId3" Type="http://schemas.openxmlformats.org/officeDocument/2006/relationships/oleObject" Target="../embeddings/oleObject23.bin"/><Relationship Id="rId21" Type="http://schemas.openxmlformats.org/officeDocument/2006/relationships/oleObject" Target="../embeddings/oleObject34.bin"/><Relationship Id="rId7" Type="http://schemas.openxmlformats.org/officeDocument/2006/relationships/oleObject" Target="../embeddings/oleObject25.bin"/><Relationship Id="rId12" Type="http://schemas.openxmlformats.org/officeDocument/2006/relationships/oleObject" Target="../embeddings/oleObject28.bin"/><Relationship Id="rId17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1.bin"/><Relationship Id="rId20" Type="http://schemas.openxmlformats.org/officeDocument/2006/relationships/image" Target="../media/image28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image" Target="../media/image26.wmf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33.bin"/><Relationship Id="rId4" Type="http://schemas.openxmlformats.org/officeDocument/2006/relationships/image" Target="../media/image8.wmf"/><Relationship Id="rId9" Type="http://schemas.openxmlformats.org/officeDocument/2006/relationships/oleObject" Target="../embeddings/oleObject26.bin"/><Relationship Id="rId14" Type="http://schemas.openxmlformats.org/officeDocument/2006/relationships/oleObject" Target="../embeddings/oleObject30.bin"/><Relationship Id="rId22" Type="http://schemas.openxmlformats.org/officeDocument/2006/relationships/image" Target="../media/image29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oleObject" Target="../embeddings/oleObject38.bin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31.wmf"/><Relationship Id="rId5" Type="http://schemas.openxmlformats.org/officeDocument/2006/relationships/diagramQuickStyle" Target="../diagrams/quickStyle1.xml"/><Relationship Id="rId10" Type="http://schemas.openxmlformats.org/officeDocument/2006/relationships/oleObject" Target="../embeddings/oleObject36.bin"/><Relationship Id="rId4" Type="http://schemas.openxmlformats.org/officeDocument/2006/relationships/diagramLayout" Target="../diagrams/layout1.xml"/><Relationship Id="rId9" Type="http://schemas.openxmlformats.org/officeDocument/2006/relationships/image" Target="../media/image30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18" Type="http://schemas.openxmlformats.org/officeDocument/2006/relationships/image" Target="../media/image33.wmf"/><Relationship Id="rId26" Type="http://schemas.openxmlformats.org/officeDocument/2006/relationships/image" Target="../media/image37.wmf"/><Relationship Id="rId3" Type="http://schemas.openxmlformats.org/officeDocument/2006/relationships/tags" Target="../tags/tag2.xml"/><Relationship Id="rId21" Type="http://schemas.openxmlformats.org/officeDocument/2006/relationships/oleObject" Target="../embeddings/oleObject42.bin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17" Type="http://schemas.openxmlformats.org/officeDocument/2006/relationships/oleObject" Target="../embeddings/oleObject40.bin"/><Relationship Id="rId25" Type="http://schemas.openxmlformats.org/officeDocument/2006/relationships/oleObject" Target="../embeddings/oleObject44.bin"/><Relationship Id="rId2" Type="http://schemas.openxmlformats.org/officeDocument/2006/relationships/tags" Target="../tags/tag1.xml"/><Relationship Id="rId16" Type="http://schemas.openxmlformats.org/officeDocument/2006/relationships/image" Target="../media/image32.wmf"/><Relationship Id="rId20" Type="http://schemas.openxmlformats.org/officeDocument/2006/relationships/image" Target="../media/image34.wmf"/><Relationship Id="rId1" Type="http://schemas.openxmlformats.org/officeDocument/2006/relationships/vmlDrawing" Target="../drawings/vmlDrawing4.v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24" Type="http://schemas.openxmlformats.org/officeDocument/2006/relationships/image" Target="../media/image36.wmf"/><Relationship Id="rId5" Type="http://schemas.openxmlformats.org/officeDocument/2006/relationships/tags" Target="../tags/tag4.xml"/><Relationship Id="rId15" Type="http://schemas.openxmlformats.org/officeDocument/2006/relationships/oleObject" Target="../embeddings/oleObject39.bin"/><Relationship Id="rId23" Type="http://schemas.openxmlformats.org/officeDocument/2006/relationships/oleObject" Target="../embeddings/oleObject43.bin"/><Relationship Id="rId10" Type="http://schemas.openxmlformats.org/officeDocument/2006/relationships/tags" Target="../tags/tag9.xml"/><Relationship Id="rId19" Type="http://schemas.openxmlformats.org/officeDocument/2006/relationships/oleObject" Target="../embeddings/oleObject41.bin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slideLayout" Target="../slideLayouts/slideLayout7.xml"/><Relationship Id="rId22" Type="http://schemas.openxmlformats.org/officeDocument/2006/relationships/image" Target="../media/image35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50.bin"/><Relationship Id="rId18" Type="http://schemas.openxmlformats.org/officeDocument/2006/relationships/image" Target="../media/image43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2.wmf"/><Relationship Id="rId20" Type="http://schemas.openxmlformats.org/officeDocument/2006/relationships/image" Target="../media/image44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10" Type="http://schemas.openxmlformats.org/officeDocument/2006/relationships/image" Target="../media/image12.wmf"/><Relationship Id="rId19" Type="http://schemas.openxmlformats.org/officeDocument/2006/relationships/oleObject" Target="../embeddings/oleObject53.bin"/><Relationship Id="rId4" Type="http://schemas.openxmlformats.org/officeDocument/2006/relationships/image" Target="../media/image38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41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oleObject" Target="../embeddings/oleObject60.bin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48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0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1.bin"/><Relationship Id="rId10" Type="http://schemas.openxmlformats.org/officeDocument/2006/relationships/image" Target="../media/image47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49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image" Target="../media/image55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oleObject" Target="../embeddings/oleObject6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2.wmf"/><Relationship Id="rId11" Type="http://schemas.openxmlformats.org/officeDocument/2006/relationships/image" Target="../media/image54.wmf"/><Relationship Id="rId5" Type="http://schemas.openxmlformats.org/officeDocument/2006/relationships/oleObject" Target="../embeddings/oleObject63.bin"/><Relationship Id="rId10" Type="http://schemas.openxmlformats.org/officeDocument/2006/relationships/oleObject" Target="../embeddings/oleObject66.bin"/><Relationship Id="rId4" Type="http://schemas.openxmlformats.org/officeDocument/2006/relationships/image" Target="../media/image51.wmf"/><Relationship Id="rId9" Type="http://schemas.openxmlformats.org/officeDocument/2006/relationships/oleObject" Target="../embeddings/oleObject6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58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71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oleObject" Target="../embeddings/oleObject77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0.wmf"/><Relationship Id="rId12" Type="http://schemas.openxmlformats.org/officeDocument/2006/relationships/image" Target="../media/image62.wmf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73.bin"/><Relationship Id="rId11" Type="http://schemas.openxmlformats.org/officeDocument/2006/relationships/oleObject" Target="../embeddings/oleObject76.bin"/><Relationship Id="rId5" Type="http://schemas.openxmlformats.org/officeDocument/2006/relationships/image" Target="../media/image59.wmf"/><Relationship Id="rId10" Type="http://schemas.openxmlformats.org/officeDocument/2006/relationships/oleObject" Target="../embeddings/oleObject75.bin"/><Relationship Id="rId4" Type="http://schemas.openxmlformats.org/officeDocument/2006/relationships/oleObject" Target="../embeddings/oleObject72.bin"/><Relationship Id="rId9" Type="http://schemas.openxmlformats.org/officeDocument/2006/relationships/image" Target="../media/image61.wmf"/><Relationship Id="rId14" Type="http://schemas.openxmlformats.org/officeDocument/2006/relationships/image" Target="../media/image6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64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87.bin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12" Type="http://schemas.openxmlformats.org/officeDocument/2006/relationships/oleObject" Target="../embeddings/oleObject86.bin"/><Relationship Id="rId17" Type="http://schemas.openxmlformats.org/officeDocument/2006/relationships/image" Target="../media/image71.wmf"/><Relationship Id="rId2" Type="http://schemas.openxmlformats.org/officeDocument/2006/relationships/slideLayout" Target="../slideLayouts/slideLayout15.xml"/><Relationship Id="rId16" Type="http://schemas.openxmlformats.org/officeDocument/2006/relationships/oleObject" Target="../embeddings/oleObject89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8.wmf"/><Relationship Id="rId11" Type="http://schemas.openxmlformats.org/officeDocument/2006/relationships/image" Target="../media/image69.wmf"/><Relationship Id="rId5" Type="http://schemas.openxmlformats.org/officeDocument/2006/relationships/oleObject" Target="../embeddings/oleObject82.bin"/><Relationship Id="rId15" Type="http://schemas.openxmlformats.org/officeDocument/2006/relationships/image" Target="../media/image70.wmf"/><Relationship Id="rId10" Type="http://schemas.openxmlformats.org/officeDocument/2006/relationships/oleObject" Target="../embeddings/oleObject85.bin"/><Relationship Id="rId4" Type="http://schemas.openxmlformats.org/officeDocument/2006/relationships/image" Target="../media/image67.wmf"/><Relationship Id="rId9" Type="http://schemas.openxmlformats.org/officeDocument/2006/relationships/oleObject" Target="../embeddings/oleObject84.bin"/><Relationship Id="rId14" Type="http://schemas.openxmlformats.org/officeDocument/2006/relationships/oleObject" Target="../embeddings/oleObject8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293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549681" y="439388"/>
            <a:ext cx="491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3.1 .1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高斯消元法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066363" y="2612362"/>
            <a:ext cx="2239494" cy="1567446"/>
            <a:chOff x="745588" y="1310185"/>
            <a:chExt cx="1209662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1209662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59655" y="1427370"/>
              <a:ext cx="1195595" cy="4167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线性方程组的三个同解原理</a:t>
              </a: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5571651" y="3982232"/>
            <a:ext cx="4394580" cy="859809"/>
            <a:chOff x="7797420" y="3330054"/>
            <a:chExt cx="4394580" cy="8598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2" name="圆角矩形 41"/>
            <p:cNvSpPr/>
            <p:nvPr/>
          </p:nvSpPr>
          <p:spPr>
            <a:xfrm>
              <a:off x="7797420" y="3330054"/>
              <a:ext cx="4394580" cy="859809"/>
            </a:xfrm>
            <a:prstGeom prst="roundRect">
              <a:avLst/>
            </a:prstGeom>
            <a:solidFill>
              <a:srgbClr val="4876C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7964346" y="3529125"/>
              <a:ext cx="406072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把某一方程乘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加到另一方程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5571651" y="2966929"/>
            <a:ext cx="4394580" cy="859809"/>
            <a:chOff x="7797420" y="3330054"/>
            <a:chExt cx="4394580" cy="8598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8" name="圆角矩形 47"/>
            <p:cNvSpPr/>
            <p:nvPr/>
          </p:nvSpPr>
          <p:spPr>
            <a:xfrm>
              <a:off x="7797420" y="3330054"/>
              <a:ext cx="4394580" cy="859809"/>
            </a:xfrm>
            <a:prstGeom prst="roundRect">
              <a:avLst/>
            </a:prstGeom>
            <a:solidFill>
              <a:srgbClr val="F17623"/>
            </a:solidFill>
            <a:ln>
              <a:solidFill>
                <a:srgbClr val="F176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7964346" y="3529125"/>
              <a:ext cx="322876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用非零数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乘某一方程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5571651" y="1951626"/>
            <a:ext cx="4394580" cy="859809"/>
            <a:chOff x="7797420" y="3330054"/>
            <a:chExt cx="4394580" cy="8598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1" name="圆角矩形 50"/>
            <p:cNvSpPr/>
            <p:nvPr/>
          </p:nvSpPr>
          <p:spPr>
            <a:xfrm>
              <a:off x="7797420" y="3330054"/>
              <a:ext cx="4394580" cy="859809"/>
            </a:xfrm>
            <a:prstGeom prst="roundRect">
              <a:avLst/>
            </a:prstGeom>
            <a:solidFill>
              <a:srgbClr val="8A8A8A"/>
            </a:solidFill>
            <a:ln>
              <a:solidFill>
                <a:srgbClr val="8A8A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7964346" y="3529125"/>
              <a:ext cx="295465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交换两个方程的位置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297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3618119" y="1087427"/>
            <a:ext cx="2526185" cy="1296998"/>
            <a:chOff x="3618119" y="1087427"/>
            <a:chExt cx="2526185" cy="1296998"/>
          </a:xfrm>
        </p:grpSpPr>
        <p:sp>
          <p:nvSpPr>
            <p:cNvPr id="4" name="左大括号 3"/>
            <p:cNvSpPr/>
            <p:nvPr/>
          </p:nvSpPr>
          <p:spPr>
            <a:xfrm>
              <a:off x="3618119" y="1231728"/>
              <a:ext cx="144232" cy="934697"/>
            </a:xfrm>
            <a:prstGeom prst="lef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5708780"/>
                </p:ext>
              </p:extLst>
            </p:nvPr>
          </p:nvGraphicFramePr>
          <p:xfrm>
            <a:off x="3786516" y="1087427"/>
            <a:ext cx="2333625" cy="455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52" name="Equation" r:id="rId4" imgW="1168200" imgH="228600" progId="Equation.DSMT4">
                    <p:embed/>
                  </p:oleObj>
                </mc:Choice>
                <mc:Fallback>
                  <p:oleObj name="Equation" r:id="rId4" imgW="11682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786516" y="1087427"/>
                          <a:ext cx="2333625" cy="4556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2036154"/>
                </p:ext>
              </p:extLst>
            </p:nvPr>
          </p:nvGraphicFramePr>
          <p:xfrm>
            <a:off x="3810679" y="1473046"/>
            <a:ext cx="2333625" cy="455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53" name="Equation" r:id="rId6" imgW="1168200" imgH="228600" progId="Equation.DSMT4">
                    <p:embed/>
                  </p:oleObj>
                </mc:Choice>
                <mc:Fallback>
                  <p:oleObj name="Equation" r:id="rId6" imgW="11682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810679" y="1473046"/>
                          <a:ext cx="2333625" cy="4556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9201801"/>
                </p:ext>
              </p:extLst>
            </p:nvPr>
          </p:nvGraphicFramePr>
          <p:xfrm>
            <a:off x="3925888" y="1928813"/>
            <a:ext cx="2054225" cy="455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54" name="Equation" r:id="rId8" imgW="1028520" imgH="228600" progId="Equation.DSMT4">
                    <p:embed/>
                  </p:oleObj>
                </mc:Choice>
                <mc:Fallback>
                  <p:oleObj name="Equation" r:id="rId8" imgW="102852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925888" y="1928813"/>
                          <a:ext cx="2054225" cy="4556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506043" y="1205568"/>
            <a:ext cx="2687323" cy="651368"/>
            <a:chOff x="745588" y="1310185"/>
            <a:chExt cx="1209662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圆角矩形 9"/>
            <p:cNvSpPr/>
            <p:nvPr/>
          </p:nvSpPr>
          <p:spPr>
            <a:xfrm>
              <a:off x="745588" y="1310185"/>
              <a:ext cx="1209662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59655" y="1427370"/>
              <a:ext cx="1195595" cy="493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高斯消元法例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6549681" y="439388"/>
            <a:ext cx="491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3.1.1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高斯消元法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3618119" y="2522538"/>
            <a:ext cx="2477857" cy="1336310"/>
            <a:chOff x="3618119" y="2522538"/>
            <a:chExt cx="2477857" cy="1336310"/>
          </a:xfrm>
        </p:grpSpPr>
        <p:sp>
          <p:nvSpPr>
            <p:cNvPr id="13" name="左大括号 12"/>
            <p:cNvSpPr/>
            <p:nvPr/>
          </p:nvSpPr>
          <p:spPr>
            <a:xfrm>
              <a:off x="3618119" y="2696345"/>
              <a:ext cx="144232" cy="934697"/>
            </a:xfrm>
            <a:prstGeom prst="lef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4667005"/>
                </p:ext>
              </p:extLst>
            </p:nvPr>
          </p:nvGraphicFramePr>
          <p:xfrm>
            <a:off x="3762351" y="3403236"/>
            <a:ext cx="2333625" cy="455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55" name="Equation" r:id="rId10" imgW="1168200" imgH="228600" progId="Equation.DSMT4">
                    <p:embed/>
                  </p:oleObj>
                </mc:Choice>
                <mc:Fallback>
                  <p:oleObj name="Equation" r:id="rId10" imgW="11682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762351" y="3403236"/>
                          <a:ext cx="2333625" cy="4556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6101460"/>
                </p:ext>
              </p:extLst>
            </p:nvPr>
          </p:nvGraphicFramePr>
          <p:xfrm>
            <a:off x="3762350" y="2965992"/>
            <a:ext cx="2333625" cy="455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56" name="Equation" r:id="rId11" imgW="1168200" imgH="228600" progId="Equation.DSMT4">
                    <p:embed/>
                  </p:oleObj>
                </mc:Choice>
                <mc:Fallback>
                  <p:oleObj name="Equation" r:id="rId11" imgW="11682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762350" y="2965992"/>
                          <a:ext cx="2333625" cy="4556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7782028"/>
                </p:ext>
              </p:extLst>
            </p:nvPr>
          </p:nvGraphicFramePr>
          <p:xfrm>
            <a:off x="3849688" y="2522538"/>
            <a:ext cx="2055812" cy="455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57" name="Equation" r:id="rId12" imgW="1028520" imgH="228600" progId="Equation.DSMT4">
                    <p:embed/>
                  </p:oleObj>
                </mc:Choice>
                <mc:Fallback>
                  <p:oleObj name="Equation" r:id="rId12" imgW="102852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849688" y="2522538"/>
                          <a:ext cx="2055812" cy="4556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/>
          <p:cNvGrpSpPr/>
          <p:nvPr/>
        </p:nvGrpSpPr>
        <p:grpSpPr>
          <a:xfrm>
            <a:off x="521668" y="2296499"/>
            <a:ext cx="2656072" cy="511089"/>
            <a:chOff x="537294" y="2696345"/>
            <a:chExt cx="2656072" cy="511089"/>
          </a:xfrm>
        </p:grpSpPr>
        <p:sp>
          <p:nvSpPr>
            <p:cNvPr id="25" name="圆角矩形 24"/>
            <p:cNvSpPr/>
            <p:nvPr/>
          </p:nvSpPr>
          <p:spPr>
            <a:xfrm>
              <a:off x="537294" y="2696345"/>
              <a:ext cx="2656072" cy="511089"/>
            </a:xfrm>
            <a:prstGeom prst="roundRect">
              <a:avLst/>
            </a:prstGeom>
            <a:noFill/>
            <a:ln w="25400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691358" y="2763583"/>
              <a:ext cx="23479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交换方程</a:t>
              </a:r>
              <a:r>
                <a: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与方程</a:t>
              </a:r>
              <a:r>
                <a: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37294" y="4861936"/>
            <a:ext cx="2704400" cy="1082901"/>
            <a:chOff x="537294" y="2696345"/>
            <a:chExt cx="2704400" cy="1082901"/>
          </a:xfrm>
        </p:grpSpPr>
        <p:sp>
          <p:nvSpPr>
            <p:cNvPr id="30" name="圆角矩形 29"/>
            <p:cNvSpPr/>
            <p:nvPr/>
          </p:nvSpPr>
          <p:spPr>
            <a:xfrm>
              <a:off x="537294" y="2696345"/>
              <a:ext cx="2656072" cy="1082901"/>
            </a:xfrm>
            <a:prstGeom prst="roundRect">
              <a:avLst/>
            </a:prstGeom>
            <a:noFill/>
            <a:ln w="25400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691358" y="2763583"/>
              <a:ext cx="25503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方程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乘以（</a:t>
              </a:r>
              <a:r>
                <a: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-7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）加到方程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；</a:t>
              </a:r>
              <a:endPara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方程</a:t>
              </a:r>
              <a:r>
                <a: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乘以（</a:t>
              </a:r>
              <a:r>
                <a: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-1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537294" y="3285479"/>
            <a:ext cx="2704400" cy="1082901"/>
            <a:chOff x="537294" y="2696345"/>
            <a:chExt cx="2704400" cy="1082901"/>
          </a:xfrm>
        </p:grpSpPr>
        <p:sp>
          <p:nvSpPr>
            <p:cNvPr id="33" name="圆角矩形 32"/>
            <p:cNvSpPr/>
            <p:nvPr/>
          </p:nvSpPr>
          <p:spPr>
            <a:xfrm>
              <a:off x="537294" y="2696345"/>
              <a:ext cx="2656072" cy="1082901"/>
            </a:xfrm>
            <a:prstGeom prst="roundRect">
              <a:avLst/>
            </a:prstGeom>
            <a:noFill/>
            <a:ln w="25400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691358" y="2763583"/>
              <a:ext cx="25503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方程</a:t>
              </a:r>
              <a:r>
                <a: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乘以（</a:t>
              </a:r>
              <a:r>
                <a: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-1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）加到方程</a:t>
              </a:r>
              <a:r>
                <a: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；乘以（</a:t>
              </a:r>
              <a:r>
                <a: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-2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）加到方程</a:t>
              </a:r>
              <a:r>
                <a: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3.</a:t>
              </a:r>
              <a:endPara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3598552" y="5414963"/>
            <a:ext cx="2462523" cy="1097108"/>
            <a:chOff x="3598552" y="5414963"/>
            <a:chExt cx="2462523" cy="1097108"/>
          </a:xfrm>
        </p:grpSpPr>
        <p:sp>
          <p:nvSpPr>
            <p:cNvPr id="41" name="左大括号 40"/>
            <p:cNvSpPr/>
            <p:nvPr/>
          </p:nvSpPr>
          <p:spPr>
            <a:xfrm>
              <a:off x="3598552" y="5577374"/>
              <a:ext cx="144232" cy="934697"/>
            </a:xfrm>
            <a:prstGeom prst="lef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42" name="对象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9378583"/>
                </p:ext>
              </p:extLst>
            </p:nvPr>
          </p:nvGraphicFramePr>
          <p:xfrm>
            <a:off x="3852863" y="5818188"/>
            <a:ext cx="2208212" cy="455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58" name="Equation" r:id="rId14" imgW="1104840" imgH="228600" progId="Equation.DSMT4">
                    <p:embed/>
                  </p:oleObj>
                </mc:Choice>
                <mc:Fallback>
                  <p:oleObj name="Equation" r:id="rId14" imgW="11048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852863" y="5818188"/>
                          <a:ext cx="2208212" cy="4556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对象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7034735"/>
                </p:ext>
              </p:extLst>
            </p:nvPr>
          </p:nvGraphicFramePr>
          <p:xfrm>
            <a:off x="3930650" y="5414963"/>
            <a:ext cx="2054225" cy="455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59" name="Equation" r:id="rId16" imgW="1028520" imgH="228600" progId="Equation.DSMT4">
                    <p:embed/>
                  </p:oleObj>
                </mc:Choice>
                <mc:Fallback>
                  <p:oleObj name="Equation" r:id="rId16" imgW="102852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930650" y="5414963"/>
                          <a:ext cx="2054225" cy="4556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346867"/>
              </p:ext>
            </p:extLst>
          </p:nvPr>
        </p:nvGraphicFramePr>
        <p:xfrm>
          <a:off x="4015115" y="6273409"/>
          <a:ext cx="205422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60" name="Equation" r:id="rId18" imgW="1028520" imgH="228600" progId="Equation.DSMT4">
                  <p:embed/>
                </p:oleObj>
              </mc:Choice>
              <mc:Fallback>
                <p:oleObj name="Equation" r:id="rId18" imgW="1028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015115" y="6273409"/>
                        <a:ext cx="2054225" cy="455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3849873"/>
              </p:ext>
            </p:extLst>
          </p:nvPr>
        </p:nvGraphicFramePr>
        <p:xfrm>
          <a:off x="4496128" y="6262829"/>
          <a:ext cx="157321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61" name="Equation" r:id="rId20" imgW="787320" imgH="228600" progId="Equation.DSMT4">
                  <p:embed/>
                </p:oleObj>
              </mc:Choice>
              <mc:Fallback>
                <p:oleObj name="Equation" r:id="rId20" imgW="7873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496128" y="6262829"/>
                        <a:ext cx="1573212" cy="455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/>
          <p:cNvGrpSpPr/>
          <p:nvPr/>
        </p:nvGrpSpPr>
        <p:grpSpPr>
          <a:xfrm>
            <a:off x="7179031" y="974776"/>
            <a:ext cx="2955744" cy="1321723"/>
            <a:chOff x="7179031" y="974776"/>
            <a:chExt cx="2955744" cy="1321723"/>
          </a:xfrm>
        </p:grpSpPr>
        <p:graphicFrame>
          <p:nvGraphicFramePr>
            <p:cNvPr id="47" name="对象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5245012"/>
                </p:ext>
              </p:extLst>
            </p:nvPr>
          </p:nvGraphicFramePr>
          <p:xfrm>
            <a:off x="7179031" y="974776"/>
            <a:ext cx="2955744" cy="13217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62" name="Equation" r:id="rId22" imgW="1587240" imgH="711000" progId="Equation.DSMT4">
                    <p:embed/>
                  </p:oleObj>
                </mc:Choice>
                <mc:Fallback>
                  <p:oleObj name="Equation" r:id="rId22" imgW="1587240" imgH="711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7179031" y="974776"/>
                          <a:ext cx="2955744" cy="132172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9" name="直接连接符 48"/>
            <p:cNvCxnSpPr/>
            <p:nvPr/>
          </p:nvCxnSpPr>
          <p:spPr>
            <a:xfrm>
              <a:off x="9512490" y="1087427"/>
              <a:ext cx="0" cy="10690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直接箭头连接符 51"/>
          <p:cNvCxnSpPr/>
          <p:nvPr/>
        </p:nvCxnSpPr>
        <p:spPr>
          <a:xfrm>
            <a:off x="7122760" y="3009051"/>
            <a:ext cx="7832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/>
          <p:cNvGrpSpPr/>
          <p:nvPr/>
        </p:nvGrpSpPr>
        <p:grpSpPr>
          <a:xfrm>
            <a:off x="8047647" y="2409150"/>
            <a:ext cx="2033587" cy="1320800"/>
            <a:chOff x="7639892" y="975151"/>
            <a:chExt cx="2033587" cy="1320800"/>
          </a:xfrm>
        </p:grpSpPr>
        <p:graphicFrame>
          <p:nvGraphicFramePr>
            <p:cNvPr id="55" name="对象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8199664"/>
                </p:ext>
              </p:extLst>
            </p:nvPr>
          </p:nvGraphicFramePr>
          <p:xfrm>
            <a:off x="7639892" y="975151"/>
            <a:ext cx="2033587" cy="1320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63" name="Equation" r:id="rId24" imgW="1091880" imgH="711000" progId="Equation.DSMT4">
                    <p:embed/>
                  </p:oleObj>
                </mc:Choice>
                <mc:Fallback>
                  <p:oleObj name="Equation" r:id="rId24" imgW="1091880" imgH="711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7639892" y="975151"/>
                          <a:ext cx="2033587" cy="1320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6" name="直接连接符 55"/>
            <p:cNvCxnSpPr/>
            <p:nvPr/>
          </p:nvCxnSpPr>
          <p:spPr>
            <a:xfrm>
              <a:off x="9062324" y="1101032"/>
              <a:ext cx="0" cy="10690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组合 56"/>
          <p:cNvGrpSpPr/>
          <p:nvPr/>
        </p:nvGrpSpPr>
        <p:grpSpPr>
          <a:xfrm>
            <a:off x="7977188" y="3786188"/>
            <a:ext cx="2174875" cy="1320800"/>
            <a:chOff x="7569433" y="974705"/>
            <a:chExt cx="2174875" cy="1320800"/>
          </a:xfrm>
        </p:grpSpPr>
        <p:graphicFrame>
          <p:nvGraphicFramePr>
            <p:cNvPr id="58" name="对象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8559908"/>
                </p:ext>
              </p:extLst>
            </p:nvPr>
          </p:nvGraphicFramePr>
          <p:xfrm>
            <a:off x="7569433" y="974705"/>
            <a:ext cx="2174875" cy="1320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64" name="Equation" r:id="rId26" imgW="1168200" imgH="711000" progId="Equation.DSMT4">
                    <p:embed/>
                  </p:oleObj>
                </mc:Choice>
                <mc:Fallback>
                  <p:oleObj name="Equation" r:id="rId26" imgW="1168200" imgH="711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7569433" y="974705"/>
                          <a:ext cx="2174875" cy="1320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9" name="直接连接符 58"/>
            <p:cNvCxnSpPr/>
            <p:nvPr/>
          </p:nvCxnSpPr>
          <p:spPr>
            <a:xfrm>
              <a:off x="9062324" y="1101032"/>
              <a:ext cx="0" cy="10690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0" name="直接箭头连接符 59"/>
          <p:cNvCxnSpPr/>
          <p:nvPr/>
        </p:nvCxnSpPr>
        <p:spPr>
          <a:xfrm>
            <a:off x="7122760" y="4451717"/>
            <a:ext cx="7832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/>
        </p:nvGrpSpPr>
        <p:grpSpPr>
          <a:xfrm>
            <a:off x="7977188" y="5240338"/>
            <a:ext cx="2174875" cy="1488683"/>
            <a:chOff x="7569433" y="974161"/>
            <a:chExt cx="2174875" cy="1320800"/>
          </a:xfrm>
        </p:grpSpPr>
        <p:graphicFrame>
          <p:nvGraphicFramePr>
            <p:cNvPr id="62" name="对象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4565556"/>
                </p:ext>
              </p:extLst>
            </p:nvPr>
          </p:nvGraphicFramePr>
          <p:xfrm>
            <a:off x="7569433" y="974161"/>
            <a:ext cx="2174875" cy="1320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65" name="Equation" r:id="rId28" imgW="901440" imgH="711000" progId="Equation.DSMT4">
                    <p:embed/>
                  </p:oleObj>
                </mc:Choice>
                <mc:Fallback>
                  <p:oleObj name="Equation" r:id="rId28" imgW="901440" imgH="711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7569433" y="974161"/>
                          <a:ext cx="2174875" cy="1320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3" name="直接连接符 62"/>
            <p:cNvCxnSpPr/>
            <p:nvPr/>
          </p:nvCxnSpPr>
          <p:spPr>
            <a:xfrm>
              <a:off x="9062324" y="1101032"/>
              <a:ext cx="0" cy="10690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直接箭头连接符 63"/>
          <p:cNvCxnSpPr/>
          <p:nvPr/>
        </p:nvCxnSpPr>
        <p:spPr>
          <a:xfrm>
            <a:off x="7122760" y="5906411"/>
            <a:ext cx="7832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对象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265630"/>
              </p:ext>
            </p:extLst>
          </p:nvPr>
        </p:nvGraphicFramePr>
        <p:xfrm>
          <a:off x="8176846" y="5343842"/>
          <a:ext cx="1705708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66" name="Equation" r:id="rId30" imgW="736560" imgH="215640" progId="Equation.DSMT4">
                  <p:embed/>
                </p:oleObj>
              </mc:Choice>
              <mc:Fallback>
                <p:oleObj name="Equation" r:id="rId30" imgW="736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176846" y="5343842"/>
                        <a:ext cx="1705708" cy="430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对象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340900"/>
              </p:ext>
            </p:extLst>
          </p:nvPr>
        </p:nvGraphicFramePr>
        <p:xfrm>
          <a:off x="8105673" y="5806586"/>
          <a:ext cx="190481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67" name="Equation" r:id="rId32" imgW="1002960" imgH="215640" progId="Equation.DSMT4">
                  <p:embed/>
                </p:oleObj>
              </mc:Choice>
              <mc:Fallback>
                <p:oleObj name="Equation" r:id="rId32" imgW="10029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8105673" y="5806586"/>
                        <a:ext cx="1904813" cy="430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对象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153693"/>
              </p:ext>
            </p:extLst>
          </p:nvPr>
        </p:nvGraphicFramePr>
        <p:xfrm>
          <a:off x="8112030" y="5829911"/>
          <a:ext cx="1786325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68" name="Equation" r:id="rId34" imgW="888840" imgH="215640" progId="Equation.DSMT4">
                  <p:embed/>
                </p:oleObj>
              </mc:Choice>
              <mc:Fallback>
                <p:oleObj name="Equation" r:id="rId34" imgW="8888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8112030" y="5829911"/>
                        <a:ext cx="1786325" cy="430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505681"/>
              </p:ext>
            </p:extLst>
          </p:nvPr>
        </p:nvGraphicFramePr>
        <p:xfrm>
          <a:off x="8112033" y="6262688"/>
          <a:ext cx="190668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69" name="Equation" r:id="rId36" imgW="1002960" imgH="215640" progId="Equation.DSMT4">
                  <p:embed/>
                </p:oleObj>
              </mc:Choice>
              <mc:Fallback>
                <p:oleObj name="Equation" r:id="rId36" imgW="10029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8112033" y="6262688"/>
                        <a:ext cx="1906680" cy="430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911987"/>
              </p:ext>
            </p:extLst>
          </p:nvPr>
        </p:nvGraphicFramePr>
        <p:xfrm>
          <a:off x="8112032" y="6239364"/>
          <a:ext cx="189845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70" name="Equation" r:id="rId38" imgW="825480" imgH="215640" progId="Equation.DSMT4">
                  <p:embed/>
                </p:oleObj>
              </mc:Choice>
              <mc:Fallback>
                <p:oleObj name="Equation" r:id="rId38" imgW="8254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8112032" y="6239364"/>
                        <a:ext cx="1898453" cy="430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" name="组合 70"/>
          <p:cNvGrpSpPr/>
          <p:nvPr/>
        </p:nvGrpSpPr>
        <p:grpSpPr>
          <a:xfrm>
            <a:off x="3479800" y="3990975"/>
            <a:ext cx="2816225" cy="1297670"/>
            <a:chOff x="3479800" y="3990975"/>
            <a:chExt cx="2816225" cy="1297670"/>
          </a:xfrm>
        </p:grpSpPr>
        <p:grpSp>
          <p:nvGrpSpPr>
            <p:cNvPr id="37" name="组合 36"/>
            <p:cNvGrpSpPr/>
            <p:nvPr/>
          </p:nvGrpSpPr>
          <p:grpSpPr>
            <a:xfrm>
              <a:off x="3479800" y="3990975"/>
              <a:ext cx="2816225" cy="1297670"/>
              <a:chOff x="3479800" y="3990975"/>
              <a:chExt cx="2816225" cy="1297670"/>
            </a:xfrm>
          </p:grpSpPr>
          <p:sp>
            <p:nvSpPr>
              <p:cNvPr id="17" name="左大括号 16"/>
              <p:cNvSpPr/>
              <p:nvPr/>
            </p:nvSpPr>
            <p:spPr>
              <a:xfrm>
                <a:off x="3618119" y="4154263"/>
                <a:ext cx="144232" cy="934697"/>
              </a:xfrm>
              <a:prstGeom prst="leftBrac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20" name="对象 1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06533084"/>
                  </p:ext>
                </p:extLst>
              </p:nvPr>
            </p:nvGraphicFramePr>
            <p:xfrm>
              <a:off x="3949700" y="3990975"/>
              <a:ext cx="2054225" cy="4556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371" name="Equation" r:id="rId40" imgW="1028520" imgH="228600" progId="Equation.DSMT4">
                      <p:embed/>
                    </p:oleObj>
                  </mc:Choice>
                  <mc:Fallback>
                    <p:oleObj name="Equation" r:id="rId40" imgW="102852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1"/>
                          <a:stretch>
                            <a:fillRect/>
                          </a:stretch>
                        </p:blipFill>
                        <p:spPr>
                          <a:xfrm>
                            <a:off x="3949700" y="3990975"/>
                            <a:ext cx="2054225" cy="45561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对象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43394097"/>
                  </p:ext>
                </p:extLst>
              </p:nvPr>
            </p:nvGraphicFramePr>
            <p:xfrm>
              <a:off x="3479800" y="4833032"/>
              <a:ext cx="2816225" cy="4556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372" name="Equation" r:id="rId42" imgW="1409400" imgH="228600" progId="Equation.DSMT4">
                      <p:embed/>
                    </p:oleObj>
                  </mc:Choice>
                  <mc:Fallback>
                    <p:oleObj name="Equation" r:id="rId42" imgW="140940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3"/>
                          <a:stretch>
                            <a:fillRect/>
                          </a:stretch>
                        </p:blipFill>
                        <p:spPr>
                          <a:xfrm>
                            <a:off x="3479800" y="4833032"/>
                            <a:ext cx="2816225" cy="45561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70" name="对象 6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6226519"/>
                </p:ext>
              </p:extLst>
            </p:nvPr>
          </p:nvGraphicFramePr>
          <p:xfrm>
            <a:off x="3643753" y="4457954"/>
            <a:ext cx="2638425" cy="455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73" name="Equation" r:id="rId44" imgW="1320480" imgH="228600" progId="Equation.DSMT4">
                    <p:embed/>
                  </p:oleObj>
                </mc:Choice>
                <mc:Fallback>
                  <p:oleObj name="Equation" r:id="rId44" imgW="13204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5"/>
                        <a:stretch>
                          <a:fillRect/>
                        </a:stretch>
                      </p:blipFill>
                      <p:spPr>
                        <a:xfrm>
                          <a:off x="3643753" y="4457954"/>
                          <a:ext cx="2638425" cy="4556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73" name="肘形连接符 72"/>
          <p:cNvCxnSpPr/>
          <p:nvPr/>
        </p:nvCxnSpPr>
        <p:spPr>
          <a:xfrm>
            <a:off x="8109000" y="5740261"/>
            <a:ext cx="820673" cy="486306"/>
          </a:xfrm>
          <a:prstGeom prst="bentConnector3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8928000" y="6214441"/>
            <a:ext cx="0" cy="5040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8928000" y="6703480"/>
            <a:ext cx="396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组合 88"/>
          <p:cNvGrpSpPr/>
          <p:nvPr/>
        </p:nvGrpSpPr>
        <p:grpSpPr>
          <a:xfrm>
            <a:off x="10323828" y="5719038"/>
            <a:ext cx="1561440" cy="651368"/>
            <a:chOff x="745588" y="1310185"/>
            <a:chExt cx="702861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0" name="圆角矩形 89"/>
            <p:cNvSpPr/>
            <p:nvPr/>
          </p:nvSpPr>
          <p:spPr>
            <a:xfrm>
              <a:off x="745588" y="1310185"/>
              <a:ext cx="702861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759655" y="1427370"/>
              <a:ext cx="688794" cy="493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行阶梯阵</a:t>
              </a: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1992573" y="2129051"/>
            <a:ext cx="565157" cy="3664260"/>
            <a:chOff x="1992573" y="2129051"/>
            <a:chExt cx="565157" cy="3664260"/>
          </a:xfrm>
        </p:grpSpPr>
        <p:cxnSp>
          <p:nvCxnSpPr>
            <p:cNvPr id="93" name="直接箭头连接符 92"/>
            <p:cNvCxnSpPr/>
            <p:nvPr/>
          </p:nvCxnSpPr>
          <p:spPr>
            <a:xfrm>
              <a:off x="1992573" y="2129051"/>
              <a:ext cx="11159" cy="3664260"/>
            </a:xfrm>
            <a:prstGeom prst="straightConnector1">
              <a:avLst/>
            </a:prstGeom>
            <a:ln w="38100">
              <a:solidFill>
                <a:srgbClr val="004F8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文本框 93"/>
            <p:cNvSpPr txBox="1"/>
            <p:nvPr/>
          </p:nvSpPr>
          <p:spPr>
            <a:xfrm>
              <a:off x="2003732" y="3421553"/>
              <a:ext cx="553998" cy="98192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004F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消  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3798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37304" y="1225291"/>
            <a:ext cx="2687323" cy="651368"/>
            <a:chOff x="745588" y="1310185"/>
            <a:chExt cx="1209662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1209662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59655" y="1427370"/>
              <a:ext cx="1195595" cy="493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高斯消元法例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693994" y="429597"/>
            <a:ext cx="491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3.1 .1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高斯消元法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680439" y="1112008"/>
            <a:ext cx="2540310" cy="1330469"/>
            <a:chOff x="3680439" y="1112008"/>
            <a:chExt cx="2540310" cy="1330469"/>
          </a:xfrm>
        </p:grpSpPr>
        <p:grpSp>
          <p:nvGrpSpPr>
            <p:cNvPr id="8" name="组合 7"/>
            <p:cNvGrpSpPr/>
            <p:nvPr/>
          </p:nvGrpSpPr>
          <p:grpSpPr>
            <a:xfrm>
              <a:off x="3680439" y="1112008"/>
              <a:ext cx="2540310" cy="1097108"/>
              <a:chOff x="3598552" y="5414963"/>
              <a:chExt cx="2540310" cy="1097108"/>
            </a:xfrm>
          </p:grpSpPr>
          <p:sp>
            <p:nvSpPr>
              <p:cNvPr id="9" name="左大括号 8"/>
              <p:cNvSpPr/>
              <p:nvPr/>
            </p:nvSpPr>
            <p:spPr>
              <a:xfrm>
                <a:off x="3598552" y="5577374"/>
                <a:ext cx="144232" cy="934697"/>
              </a:xfrm>
              <a:prstGeom prst="leftBrac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10" name="对象 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02660984"/>
                  </p:ext>
                </p:extLst>
              </p:nvPr>
            </p:nvGraphicFramePr>
            <p:xfrm>
              <a:off x="3930650" y="5834207"/>
              <a:ext cx="2208212" cy="4556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900" name="Equation" r:id="rId3" imgW="1104840" imgH="228600" progId="Equation.DSMT4">
                      <p:embed/>
                    </p:oleObj>
                  </mc:Choice>
                  <mc:Fallback>
                    <p:oleObj name="Equation" r:id="rId3" imgW="110484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930650" y="5834207"/>
                            <a:ext cx="2208212" cy="45561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" name="对象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41103583"/>
                  </p:ext>
                </p:extLst>
              </p:nvPr>
            </p:nvGraphicFramePr>
            <p:xfrm>
              <a:off x="3930650" y="5414963"/>
              <a:ext cx="2054225" cy="4556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901" name="Equation" r:id="rId5" imgW="1028520" imgH="228600" progId="Equation.DSMT4">
                      <p:embed/>
                    </p:oleObj>
                  </mc:Choice>
                  <mc:Fallback>
                    <p:oleObj name="Equation" r:id="rId5" imgW="102852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3930650" y="5414963"/>
                            <a:ext cx="2054225" cy="45561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5594115"/>
                </p:ext>
              </p:extLst>
            </p:nvPr>
          </p:nvGraphicFramePr>
          <p:xfrm>
            <a:off x="4647536" y="1986864"/>
            <a:ext cx="1573213" cy="455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02" name="Equation" r:id="rId7" imgW="787320" imgH="228600" progId="Equation.DSMT4">
                    <p:embed/>
                  </p:oleObj>
                </mc:Choice>
                <mc:Fallback>
                  <p:oleObj name="Equation" r:id="rId7" imgW="78732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647536" y="1986864"/>
                          <a:ext cx="1573213" cy="4556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3752555" y="2710236"/>
            <a:ext cx="2540310" cy="1330469"/>
            <a:chOff x="3680439" y="1112008"/>
            <a:chExt cx="2540310" cy="1330469"/>
          </a:xfrm>
        </p:grpSpPr>
        <p:grpSp>
          <p:nvGrpSpPr>
            <p:cNvPr id="15" name="组合 14"/>
            <p:cNvGrpSpPr/>
            <p:nvPr/>
          </p:nvGrpSpPr>
          <p:grpSpPr>
            <a:xfrm>
              <a:off x="3680439" y="1112008"/>
              <a:ext cx="2386323" cy="1097108"/>
              <a:chOff x="3598552" y="5414963"/>
              <a:chExt cx="2386323" cy="1097108"/>
            </a:xfrm>
          </p:grpSpPr>
          <p:sp>
            <p:nvSpPr>
              <p:cNvPr id="17" name="左大括号 16"/>
              <p:cNvSpPr/>
              <p:nvPr/>
            </p:nvSpPr>
            <p:spPr>
              <a:xfrm>
                <a:off x="3598552" y="5577374"/>
                <a:ext cx="144232" cy="934697"/>
              </a:xfrm>
              <a:prstGeom prst="leftBrac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18" name="对象 1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02262655"/>
                  </p:ext>
                </p:extLst>
              </p:nvPr>
            </p:nvGraphicFramePr>
            <p:xfrm>
              <a:off x="3979863" y="5852391"/>
              <a:ext cx="2005012" cy="4556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903" name="Equation" r:id="rId9" imgW="1002960" imgH="228600" progId="Equation.DSMT4">
                      <p:embed/>
                    </p:oleObj>
                  </mc:Choice>
                  <mc:Fallback>
                    <p:oleObj name="Equation" r:id="rId9" imgW="100296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3979863" y="5852391"/>
                            <a:ext cx="2005012" cy="45561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" name="对象 1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93590223"/>
                  </p:ext>
                </p:extLst>
              </p:nvPr>
            </p:nvGraphicFramePr>
            <p:xfrm>
              <a:off x="3930650" y="5414963"/>
              <a:ext cx="2054225" cy="4556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904" name="Equation" r:id="rId11" imgW="1028520" imgH="228600" progId="Equation.DSMT4">
                      <p:embed/>
                    </p:oleObj>
                  </mc:Choice>
                  <mc:Fallback>
                    <p:oleObj name="Equation" r:id="rId11" imgW="102852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3930650" y="5414963"/>
                            <a:ext cx="2054225" cy="45561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5099798"/>
                </p:ext>
              </p:extLst>
            </p:nvPr>
          </p:nvGraphicFramePr>
          <p:xfrm>
            <a:off x="4647536" y="1986864"/>
            <a:ext cx="1573213" cy="455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05" name="Equation" r:id="rId12" imgW="787320" imgH="228600" progId="Equation.DSMT4">
                    <p:embed/>
                  </p:oleObj>
                </mc:Choice>
                <mc:Fallback>
                  <p:oleObj name="Equation" r:id="rId12" imgW="78732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647536" y="1986864"/>
                          <a:ext cx="1573213" cy="4556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/>
          <p:cNvGrpSpPr/>
          <p:nvPr/>
        </p:nvGrpSpPr>
        <p:grpSpPr>
          <a:xfrm>
            <a:off x="3769494" y="4303118"/>
            <a:ext cx="2540310" cy="1284646"/>
            <a:chOff x="3680439" y="1157831"/>
            <a:chExt cx="2540310" cy="1284646"/>
          </a:xfrm>
        </p:grpSpPr>
        <p:grpSp>
          <p:nvGrpSpPr>
            <p:cNvPr id="21" name="组合 20"/>
            <p:cNvGrpSpPr/>
            <p:nvPr/>
          </p:nvGrpSpPr>
          <p:grpSpPr>
            <a:xfrm>
              <a:off x="3680439" y="1157831"/>
              <a:ext cx="2386323" cy="1051285"/>
              <a:chOff x="3598552" y="5460786"/>
              <a:chExt cx="2386323" cy="1051285"/>
            </a:xfrm>
          </p:grpSpPr>
          <p:sp>
            <p:nvSpPr>
              <p:cNvPr id="23" name="左大括号 22"/>
              <p:cNvSpPr/>
              <p:nvPr/>
            </p:nvSpPr>
            <p:spPr>
              <a:xfrm>
                <a:off x="3598552" y="5577374"/>
                <a:ext cx="144232" cy="934697"/>
              </a:xfrm>
              <a:prstGeom prst="leftBrac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24" name="对象 2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70907903"/>
                  </p:ext>
                </p:extLst>
              </p:nvPr>
            </p:nvGraphicFramePr>
            <p:xfrm>
              <a:off x="3979863" y="5852391"/>
              <a:ext cx="2005012" cy="4556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906" name="Equation" r:id="rId13" imgW="1002960" imgH="228600" progId="Equation.DSMT4">
                      <p:embed/>
                    </p:oleObj>
                  </mc:Choice>
                  <mc:Fallback>
                    <p:oleObj name="Equation" r:id="rId13" imgW="100296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3979863" y="5852391"/>
                            <a:ext cx="2005012" cy="45561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" name="对象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23686084"/>
                  </p:ext>
                </p:extLst>
              </p:nvPr>
            </p:nvGraphicFramePr>
            <p:xfrm>
              <a:off x="4001024" y="5460786"/>
              <a:ext cx="1928812" cy="4556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907" name="Equation" r:id="rId14" imgW="965160" imgH="228600" progId="Equation.DSMT4">
                      <p:embed/>
                    </p:oleObj>
                  </mc:Choice>
                  <mc:Fallback>
                    <p:oleObj name="Equation" r:id="rId14" imgW="96516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4001024" y="5460786"/>
                            <a:ext cx="1928812" cy="45561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3895686"/>
                </p:ext>
              </p:extLst>
            </p:nvPr>
          </p:nvGraphicFramePr>
          <p:xfrm>
            <a:off x="4647536" y="1986864"/>
            <a:ext cx="1573213" cy="455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08" name="Equation" r:id="rId16" imgW="787320" imgH="228600" progId="Equation.DSMT4">
                    <p:embed/>
                  </p:oleObj>
                </mc:Choice>
                <mc:Fallback>
                  <p:oleObj name="Equation" r:id="rId16" imgW="78732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647536" y="1986864"/>
                          <a:ext cx="1573213" cy="4556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/>
          <p:cNvGrpSpPr/>
          <p:nvPr/>
        </p:nvGrpSpPr>
        <p:grpSpPr>
          <a:xfrm>
            <a:off x="8347075" y="1098550"/>
            <a:ext cx="2033588" cy="1320800"/>
            <a:chOff x="7639070" y="974291"/>
            <a:chExt cx="2033588" cy="1320800"/>
          </a:xfrm>
        </p:grpSpPr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1700191"/>
                </p:ext>
              </p:extLst>
            </p:nvPr>
          </p:nvGraphicFramePr>
          <p:xfrm>
            <a:off x="7639070" y="974291"/>
            <a:ext cx="2033588" cy="1320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09" name="Equation" r:id="rId17" imgW="1091880" imgH="711000" progId="Equation.DSMT4">
                    <p:embed/>
                  </p:oleObj>
                </mc:Choice>
                <mc:Fallback>
                  <p:oleObj name="Equation" r:id="rId17" imgW="1091880" imgH="711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639070" y="974291"/>
                          <a:ext cx="2033588" cy="1320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8" name="直接连接符 27"/>
            <p:cNvCxnSpPr/>
            <p:nvPr/>
          </p:nvCxnSpPr>
          <p:spPr>
            <a:xfrm>
              <a:off x="9062324" y="1101032"/>
              <a:ext cx="0" cy="10690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8194509" y="2710236"/>
            <a:ext cx="1868488" cy="1320800"/>
            <a:chOff x="7721621" y="974026"/>
            <a:chExt cx="1868488" cy="1320800"/>
          </a:xfrm>
        </p:grpSpPr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3670773"/>
                </p:ext>
              </p:extLst>
            </p:nvPr>
          </p:nvGraphicFramePr>
          <p:xfrm>
            <a:off x="7721621" y="974026"/>
            <a:ext cx="1868488" cy="1320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10" name="Equation" r:id="rId19" imgW="1002960" imgH="711000" progId="Equation.DSMT4">
                    <p:embed/>
                  </p:oleObj>
                </mc:Choice>
                <mc:Fallback>
                  <p:oleObj name="Equation" r:id="rId19" imgW="1002960" imgH="711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721621" y="974026"/>
                          <a:ext cx="1868488" cy="1320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1" name="直接连接符 30"/>
            <p:cNvCxnSpPr/>
            <p:nvPr/>
          </p:nvCxnSpPr>
          <p:spPr>
            <a:xfrm>
              <a:off x="9062324" y="1101032"/>
              <a:ext cx="0" cy="10690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/>
        </p:nvGrpSpPr>
        <p:grpSpPr>
          <a:xfrm>
            <a:off x="8194509" y="4315733"/>
            <a:ext cx="1868488" cy="1320800"/>
            <a:chOff x="7721621" y="974026"/>
            <a:chExt cx="1868488" cy="1320800"/>
          </a:xfrm>
        </p:grpSpPr>
        <p:graphicFrame>
          <p:nvGraphicFramePr>
            <p:cNvPr id="33" name="对象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617495"/>
                </p:ext>
              </p:extLst>
            </p:nvPr>
          </p:nvGraphicFramePr>
          <p:xfrm>
            <a:off x="7721621" y="974026"/>
            <a:ext cx="1868488" cy="1320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11" name="Equation" r:id="rId21" imgW="1002960" imgH="711000" progId="Equation.DSMT4">
                    <p:embed/>
                  </p:oleObj>
                </mc:Choice>
                <mc:Fallback>
                  <p:oleObj name="Equation" r:id="rId21" imgW="1002960" imgH="711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721621" y="974026"/>
                          <a:ext cx="1868488" cy="1320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4" name="直接连接符 33"/>
            <p:cNvCxnSpPr/>
            <p:nvPr/>
          </p:nvCxnSpPr>
          <p:spPr>
            <a:xfrm>
              <a:off x="9062324" y="1101032"/>
              <a:ext cx="0" cy="10690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接箭头连接符 34"/>
          <p:cNvCxnSpPr/>
          <p:nvPr/>
        </p:nvCxnSpPr>
        <p:spPr>
          <a:xfrm>
            <a:off x="7411226" y="3383212"/>
            <a:ext cx="7832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7411225" y="4976133"/>
            <a:ext cx="7832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组合 36"/>
          <p:cNvGrpSpPr/>
          <p:nvPr/>
        </p:nvGrpSpPr>
        <p:grpSpPr>
          <a:xfrm>
            <a:off x="1987595" y="2101160"/>
            <a:ext cx="570135" cy="3253243"/>
            <a:chOff x="1987595" y="2101160"/>
            <a:chExt cx="570135" cy="3253243"/>
          </a:xfrm>
        </p:grpSpPr>
        <p:cxnSp>
          <p:nvCxnSpPr>
            <p:cNvPr id="38" name="直接箭头连接符 37"/>
            <p:cNvCxnSpPr/>
            <p:nvPr/>
          </p:nvCxnSpPr>
          <p:spPr>
            <a:xfrm flipH="1" flipV="1">
              <a:off x="1987595" y="2101160"/>
              <a:ext cx="16137" cy="3253243"/>
            </a:xfrm>
            <a:prstGeom prst="straightConnector1">
              <a:avLst/>
            </a:prstGeom>
            <a:ln w="38100">
              <a:solidFill>
                <a:srgbClr val="004F8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/>
            <p:cNvSpPr txBox="1"/>
            <p:nvPr/>
          </p:nvSpPr>
          <p:spPr>
            <a:xfrm>
              <a:off x="2003732" y="3421553"/>
              <a:ext cx="553998" cy="98192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004F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 代</a:t>
              </a: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8006531" y="5737070"/>
            <a:ext cx="2244444" cy="651368"/>
            <a:chOff x="745588" y="1310185"/>
            <a:chExt cx="702861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3" name="圆角矩形 42"/>
            <p:cNvSpPr/>
            <p:nvPr/>
          </p:nvSpPr>
          <p:spPr>
            <a:xfrm>
              <a:off x="745588" y="1310185"/>
              <a:ext cx="702861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759655" y="1427370"/>
              <a:ext cx="688794" cy="493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最简行阶梯形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386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6"/>
          <p:cNvSpPr txBox="1">
            <a:spLocks noChangeArrowheads="1"/>
          </p:cNvSpPr>
          <p:nvPr/>
        </p:nvSpPr>
        <p:spPr bwMode="auto">
          <a:xfrm>
            <a:off x="787401" y="799600"/>
            <a:ext cx="4635500" cy="802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l" eaLnBrk="1" hangingPunct="1">
              <a:lnSpc>
                <a:spcPct val="170000"/>
              </a:lnSpc>
              <a:buClr>
                <a:schemeClr val="accent2"/>
              </a:buClr>
              <a:buFont typeface="Wingdings" pitchFamily="2" charset="2"/>
              <a:buChar char="ü"/>
            </a:pPr>
            <a:r>
              <a:rPr lang="zh-CN" altLang="en-US" sz="3200" dirty="0"/>
              <a:t>  </a:t>
            </a:r>
            <a:r>
              <a:rPr lang="zh-CN" altLang="en-US" sz="3200" dirty="0" smtClean="0"/>
              <a:t>高斯消元过程 </a:t>
            </a:r>
            <a:endParaRPr lang="zh-CN" altLang="en-US" sz="3200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2599410650"/>
              </p:ext>
            </p:extLst>
          </p:nvPr>
        </p:nvGraphicFramePr>
        <p:xfrm>
          <a:off x="1228260" y="1566696"/>
          <a:ext cx="9927503" cy="5102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871134" y="3081339"/>
            <a:ext cx="624417" cy="579437"/>
            <a:chOff x="1380871" y="3297140"/>
            <a:chExt cx="467510" cy="579755"/>
          </a:xfrm>
        </p:grpSpPr>
        <p:graphicFrame>
          <p:nvGraphicFramePr>
            <p:cNvPr id="9225" name="对象 5"/>
            <p:cNvGraphicFramePr>
              <a:graphicFrameLocks noChangeAspect="1"/>
            </p:cNvGraphicFramePr>
            <p:nvPr/>
          </p:nvGraphicFramePr>
          <p:xfrm>
            <a:off x="1380871" y="3297140"/>
            <a:ext cx="398583" cy="5797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0" name="Equation" r:id="rId8" imgW="139639" imgH="203112" progId="Equation.DSMT4">
                    <p:embed/>
                  </p:oleObj>
                </mc:Choice>
                <mc:Fallback>
                  <p:oleObj name="Equation" r:id="rId8" imgW="139639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0871" y="3297140"/>
                          <a:ext cx="398583" cy="5797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6" name="对象 14"/>
            <p:cNvGraphicFramePr>
              <a:graphicFrameLocks noChangeAspect="1"/>
            </p:cNvGraphicFramePr>
            <p:nvPr/>
          </p:nvGraphicFramePr>
          <p:xfrm>
            <a:off x="1603906" y="3372758"/>
            <a:ext cx="244475" cy="273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1" name="Equation" r:id="rId10" imgW="114102" imgH="126780" progId="Equation.DSMT4">
                    <p:embed/>
                  </p:oleObj>
                </mc:Choice>
                <mc:Fallback>
                  <p:oleObj name="Equation" r:id="rId10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3906" y="3372758"/>
                          <a:ext cx="244475" cy="273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849968" y="4813300"/>
            <a:ext cx="624417" cy="579438"/>
            <a:chOff x="1380871" y="3297140"/>
            <a:chExt cx="467510" cy="579755"/>
          </a:xfrm>
        </p:grpSpPr>
        <p:graphicFrame>
          <p:nvGraphicFramePr>
            <p:cNvPr id="9223" name="对象 17"/>
            <p:cNvGraphicFramePr>
              <a:graphicFrameLocks noChangeAspect="1"/>
            </p:cNvGraphicFramePr>
            <p:nvPr/>
          </p:nvGraphicFramePr>
          <p:xfrm>
            <a:off x="1380871" y="3297140"/>
            <a:ext cx="398583" cy="5797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2" name="Equation" r:id="rId12" imgW="139639" imgH="203112" progId="Equation.DSMT4">
                    <p:embed/>
                  </p:oleObj>
                </mc:Choice>
                <mc:Fallback>
                  <p:oleObj name="Equation" r:id="rId12" imgW="139639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0871" y="3297140"/>
                          <a:ext cx="398583" cy="5797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4" name="对象 18"/>
            <p:cNvGraphicFramePr>
              <a:graphicFrameLocks noChangeAspect="1"/>
            </p:cNvGraphicFramePr>
            <p:nvPr/>
          </p:nvGraphicFramePr>
          <p:xfrm>
            <a:off x="1603906" y="3372758"/>
            <a:ext cx="244475" cy="273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3" name="Equation" r:id="rId13" imgW="114102" imgH="126780" progId="Equation.DSMT4">
                    <p:embed/>
                  </p:oleObj>
                </mc:Choice>
                <mc:Fallback>
                  <p:oleObj name="Equation" r:id="rId13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3906" y="3372758"/>
                          <a:ext cx="244475" cy="273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文本框 6"/>
          <p:cNvSpPr txBox="1"/>
          <p:nvPr/>
        </p:nvSpPr>
        <p:spPr>
          <a:xfrm>
            <a:off x="7012059" y="337935"/>
            <a:ext cx="491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3.1 .1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高斯消元法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>
            <p:custDataLst>
              <p:tags r:id="rId3"/>
            </p:custDataLst>
          </p:nvPr>
        </p:nvSpPr>
        <p:spPr>
          <a:xfrm>
            <a:off x="9930954" y="437649"/>
            <a:ext cx="1354667" cy="457200"/>
          </a:xfrm>
          <a:prstGeom prst="roundRect">
            <a:avLst/>
          </a:prstGeom>
          <a:solidFill>
            <a:srgbClr val="36A3E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200" dirty="0">
                <a:solidFill>
                  <a:srgbClr val="FFFFFF"/>
                </a:solidFill>
              </a:rPr>
              <a:t>设置</a:t>
            </a:r>
          </a:p>
        </p:txBody>
      </p:sp>
      <p:sp>
        <p:nvSpPr>
          <p:cNvPr id="4" name="矩形 3"/>
          <p:cNvSpPr/>
          <p:nvPr/>
        </p:nvSpPr>
        <p:spPr>
          <a:xfrm>
            <a:off x="1219200" y="561975"/>
            <a:ext cx="9753600" cy="191452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/>
            </a:pPr>
            <a:r>
              <a:rPr lang="zh-CN" altLang="en-US" sz="2600" dirty="0" smtClean="0">
                <a:solidFill>
                  <a:srgbClr val="000000"/>
                </a:solidFill>
              </a:rPr>
              <a:t>下面</a:t>
            </a:r>
            <a:r>
              <a:rPr lang="zh-CN" altLang="en-US" sz="2600" dirty="0">
                <a:solidFill>
                  <a:srgbClr val="000000"/>
                </a:solidFill>
              </a:rPr>
              <a:t>矩阵是行阶梯形矩阵的有：</a:t>
            </a: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485900" y="2209800"/>
            <a:ext cx="685800" cy="51435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600">
                <a:solidFill>
                  <a:srgbClr val="FFFFFF"/>
                </a:solidFill>
              </a:rPr>
              <a:t>A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649384" y="2209800"/>
            <a:ext cx="68580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600" dirty="0">
                <a:solidFill>
                  <a:srgbClr val="FFFFFF"/>
                </a:solidFill>
              </a:rPr>
              <a:t>B</a:t>
            </a:r>
            <a:endParaRPr lang="zh-CN" altLang="en-US" sz="1600" dirty="0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485900" y="3860800"/>
            <a:ext cx="685800" cy="51435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600">
                <a:solidFill>
                  <a:srgbClr val="FFFFFF"/>
                </a:solidFill>
              </a:rPr>
              <a:t>C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649384" y="3860800"/>
            <a:ext cx="68580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600" dirty="0">
                <a:solidFill>
                  <a:srgbClr val="FFFFFF"/>
                </a:solidFill>
              </a:rPr>
              <a:t>D</a:t>
            </a:r>
            <a:endParaRPr lang="zh-CN" altLang="en-US" sz="1600" dirty="0">
              <a:solidFill>
                <a:srgbClr val="FFFFFF"/>
              </a:solidFill>
            </a:endParaRPr>
          </a:p>
        </p:txBody>
      </p:sp>
      <p:sp>
        <p:nvSpPr>
          <p:cNvPr id="13" name="圆角矩形 12"/>
          <p:cNvSpPr/>
          <p:nvPr>
            <p:custDataLst>
              <p:tags r:id="rId8"/>
            </p:custDataLst>
          </p:nvPr>
        </p:nvSpPr>
        <p:spPr>
          <a:xfrm>
            <a:off x="9579587" y="6215063"/>
            <a:ext cx="2057400" cy="411162"/>
          </a:xfrm>
          <a:prstGeom prst="roundRect">
            <a:avLst/>
          </a:prstGeom>
          <a:solidFill>
            <a:srgbClr val="80808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FFFFFF"/>
                </a:solidFill>
              </a:rPr>
              <a:t>提交</a:t>
            </a:r>
          </a:p>
        </p:txBody>
      </p:sp>
      <p:grpSp>
        <p:nvGrpSpPr>
          <p:cNvPr id="10249" name="组合 15"/>
          <p:cNvGrpSpPr>
            <a:grpSpLocks/>
          </p:cNvGrpSpPr>
          <p:nvPr>
            <p:custDataLst>
              <p:tags r:id="rId9"/>
            </p:custDataLst>
          </p:nvPr>
        </p:nvGrpSpPr>
        <p:grpSpPr bwMode="auto">
          <a:xfrm>
            <a:off x="1364693" y="348749"/>
            <a:ext cx="2099733" cy="635000"/>
            <a:chOff x="0" y="0"/>
            <a:chExt cx="1574800" cy="635000"/>
          </a:xfrm>
        </p:grpSpPr>
        <p:sp>
          <p:nvSpPr>
            <p:cNvPr id="14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254000" cy="635000"/>
            </a:xfrm>
            <a:prstGeom prst="rect">
              <a:avLst/>
            </a:prstGeom>
            <a:solidFill>
              <a:srgbClr val="36A3E1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" name="TypeText"/>
            <p:cNvSpPr/>
            <p:nvPr>
              <p:custDataLst>
                <p:tags r:id="rId13"/>
              </p:custDataLst>
            </p:nvPr>
          </p:nvSpPr>
          <p:spPr>
            <a:xfrm>
              <a:off x="304800" y="0"/>
              <a:ext cx="1270000" cy="635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 algn="ctr">
                  <a:solidFill>
                    <a:srgbClr val="FFFFFF"/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l">
                <a:defRPr/>
              </a:pPr>
              <a:r>
                <a:rPr lang="zh-CN" altLang="en-US" sz="2600" dirty="0">
                  <a:solidFill>
                    <a:srgbClr val="000000"/>
                  </a:solidFill>
                </a:rPr>
                <a:t>多选题</a:t>
              </a:r>
            </a:p>
          </p:txBody>
        </p:sp>
      </p:grpSp>
      <p:graphicFrame>
        <p:nvGraphicFramePr>
          <p:cNvPr id="10250" name="对象 16"/>
          <p:cNvGraphicFramePr>
            <a:graphicFrameLocks noChangeAspect="1"/>
          </p:cNvGraphicFramePr>
          <p:nvPr/>
        </p:nvGraphicFramePr>
        <p:xfrm>
          <a:off x="2446867" y="1863725"/>
          <a:ext cx="2444751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6" name="Equation" r:id="rId15" imgW="927100" imgH="711200" progId="Equation.DSMT4">
                  <p:embed/>
                </p:oleObj>
              </mc:Choice>
              <mc:Fallback>
                <p:oleObj name="Equation" r:id="rId15" imgW="9271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867" y="1863725"/>
                        <a:ext cx="2444751" cy="141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对象 17"/>
          <p:cNvGraphicFramePr>
            <a:graphicFrameLocks noChangeAspect="1"/>
          </p:cNvGraphicFramePr>
          <p:nvPr/>
        </p:nvGraphicFramePr>
        <p:xfrm>
          <a:off x="6618818" y="1863725"/>
          <a:ext cx="2645833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7" name="Equation" r:id="rId17" imgW="1002865" imgH="710891" progId="Equation.DSMT4">
                  <p:embed/>
                </p:oleObj>
              </mc:Choice>
              <mc:Fallback>
                <p:oleObj name="Equation" r:id="rId17" imgW="1002865" imgH="7108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8818" y="1863725"/>
                        <a:ext cx="2645833" cy="141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2" name="对象 18"/>
          <p:cNvGraphicFramePr>
            <a:graphicFrameLocks noChangeAspect="1"/>
          </p:cNvGraphicFramePr>
          <p:nvPr/>
        </p:nvGraphicFramePr>
        <p:xfrm>
          <a:off x="2453217" y="3409950"/>
          <a:ext cx="2614083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8" name="Equation" r:id="rId19" imgW="990170" imgH="710891" progId="Equation.DSMT4">
                  <p:embed/>
                </p:oleObj>
              </mc:Choice>
              <mc:Fallback>
                <p:oleObj name="Equation" r:id="rId19" imgW="990170" imgH="7108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3217" y="3409950"/>
                        <a:ext cx="2614083" cy="141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对象 19"/>
          <p:cNvGraphicFramePr>
            <a:graphicFrameLocks noChangeAspect="1"/>
          </p:cNvGraphicFramePr>
          <p:nvPr/>
        </p:nvGraphicFramePr>
        <p:xfrm>
          <a:off x="6705600" y="3409950"/>
          <a:ext cx="2446867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9" name="Equation" r:id="rId21" imgW="927100" imgH="711200" progId="Equation.DSMT4">
                  <p:embed/>
                </p:oleObj>
              </mc:Choice>
              <mc:Fallback>
                <p:oleObj name="Equation" r:id="rId21" imgW="9271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409950"/>
                        <a:ext cx="2446867" cy="141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485900" y="5300663"/>
            <a:ext cx="68580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600">
                <a:solidFill>
                  <a:srgbClr val="FFFFFF"/>
                </a:solidFill>
              </a:rPr>
              <a:t>E</a:t>
            </a:r>
            <a:endParaRPr lang="zh-CN" altLang="en-US" sz="1600" dirty="0">
              <a:solidFill>
                <a:srgbClr val="FFFFFF"/>
              </a:solidFill>
            </a:endParaRPr>
          </a:p>
        </p:txBody>
      </p:sp>
      <p:graphicFrame>
        <p:nvGraphicFramePr>
          <p:cNvPr id="10255" name="对象 21"/>
          <p:cNvGraphicFramePr>
            <a:graphicFrameLocks noChangeAspect="1"/>
          </p:cNvGraphicFramePr>
          <p:nvPr/>
        </p:nvGraphicFramePr>
        <p:xfrm>
          <a:off x="2529417" y="4986338"/>
          <a:ext cx="2446867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0" name="Equation" r:id="rId23" imgW="927100" imgH="711200" progId="Equation.DSMT4">
                  <p:embed/>
                </p:oleObj>
              </mc:Choice>
              <mc:Fallback>
                <p:oleObj name="Equation" r:id="rId23" imgW="9271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9417" y="4986338"/>
                        <a:ext cx="2446867" cy="141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5649384" y="5300663"/>
            <a:ext cx="68580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1600">
                <a:solidFill>
                  <a:srgbClr val="FFFFFF"/>
                </a:solidFill>
              </a:rPr>
              <a:t>F</a:t>
            </a:r>
            <a:endParaRPr lang="zh-CN" altLang="en-US" sz="1600" dirty="0">
              <a:solidFill>
                <a:srgbClr val="FFFFFF"/>
              </a:solidFill>
            </a:endParaRPr>
          </a:p>
        </p:txBody>
      </p:sp>
      <p:graphicFrame>
        <p:nvGraphicFramePr>
          <p:cNvPr id="10257" name="对象 23"/>
          <p:cNvGraphicFramePr>
            <a:graphicFrameLocks noChangeAspect="1"/>
          </p:cNvGraphicFramePr>
          <p:nvPr/>
        </p:nvGraphicFramePr>
        <p:xfrm>
          <a:off x="6718300" y="4991100"/>
          <a:ext cx="2446867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1" name="Equation" r:id="rId25" imgW="927100" imgH="711200" progId="Equation.DSMT4">
                  <p:embed/>
                </p:oleObj>
              </mc:Choice>
              <mc:Fallback>
                <p:oleObj name="Equation" r:id="rId25" imgW="9271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8300" y="4991100"/>
                        <a:ext cx="2446867" cy="141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21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549681" y="439388"/>
            <a:ext cx="491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3.1 .1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高斯消元法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042385" y="2692237"/>
            <a:ext cx="2884329" cy="1473958"/>
            <a:chOff x="701248" y="861305"/>
            <a:chExt cx="1298342" cy="1575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861305"/>
              <a:ext cx="1209662" cy="1575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01248" y="1411540"/>
              <a:ext cx="1298342" cy="493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矩阵的初等行变换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571651" y="3982232"/>
            <a:ext cx="4535430" cy="859809"/>
            <a:chOff x="7797420" y="3330054"/>
            <a:chExt cx="4535430" cy="8598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7797420" y="3330054"/>
              <a:ext cx="4394580" cy="859809"/>
            </a:xfrm>
            <a:prstGeom prst="roundRect">
              <a:avLst/>
            </a:prstGeom>
            <a:solidFill>
              <a:srgbClr val="4876C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7964346" y="3529125"/>
              <a:ext cx="436850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某一行乘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加到另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一行（消法）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571651" y="2966929"/>
            <a:ext cx="4394580" cy="859809"/>
            <a:chOff x="7797420" y="3330054"/>
            <a:chExt cx="4394580" cy="8598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圆角矩形 11"/>
            <p:cNvSpPr/>
            <p:nvPr/>
          </p:nvSpPr>
          <p:spPr>
            <a:xfrm>
              <a:off x="7797420" y="3330054"/>
              <a:ext cx="4394580" cy="859809"/>
            </a:xfrm>
            <a:prstGeom prst="roundRect">
              <a:avLst/>
            </a:prstGeom>
            <a:solidFill>
              <a:srgbClr val="F17623"/>
            </a:solidFill>
            <a:ln>
              <a:solidFill>
                <a:srgbClr val="F176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7964346" y="3529125"/>
              <a:ext cx="375295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某一行乘非零数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（倍法）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571651" y="1951626"/>
            <a:ext cx="4394580" cy="859809"/>
            <a:chOff x="7797420" y="3330054"/>
            <a:chExt cx="4394580" cy="8598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圆角矩形 14"/>
            <p:cNvSpPr/>
            <p:nvPr/>
          </p:nvSpPr>
          <p:spPr>
            <a:xfrm>
              <a:off x="7797420" y="3330054"/>
              <a:ext cx="4394580" cy="859809"/>
            </a:xfrm>
            <a:prstGeom prst="roundRect">
              <a:avLst/>
            </a:prstGeom>
            <a:solidFill>
              <a:srgbClr val="8A8A8A"/>
            </a:solidFill>
            <a:ln>
              <a:solidFill>
                <a:srgbClr val="8A8A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7964346" y="3529125"/>
              <a:ext cx="264687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交换两行（换法）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1509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06043" y="1205568"/>
            <a:ext cx="2196214" cy="651368"/>
            <a:chOff x="745588" y="1310185"/>
            <a:chExt cx="988596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871872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59655" y="1427370"/>
              <a:ext cx="974529" cy="493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高斯消元法</a:t>
              </a: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549681" y="439388"/>
            <a:ext cx="491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3.1.1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高斯消元法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3135455"/>
              </p:ext>
            </p:extLst>
          </p:nvPr>
        </p:nvGraphicFramePr>
        <p:xfrm>
          <a:off x="2403114" y="2178571"/>
          <a:ext cx="7334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5" name="Equation" r:id="rId3" imgW="393480" imgH="253800" progId="Equation.DSMT4">
                  <p:embed/>
                </p:oleObj>
              </mc:Choice>
              <mc:Fallback>
                <p:oleObj name="Equation" r:id="rId3" imgW="393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03114" y="2178571"/>
                        <a:ext cx="733425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/>
          <p:cNvGrpSpPr/>
          <p:nvPr/>
        </p:nvGrpSpPr>
        <p:grpSpPr>
          <a:xfrm>
            <a:off x="4768441" y="3578546"/>
            <a:ext cx="2033587" cy="1394933"/>
            <a:chOff x="4319588" y="4068763"/>
            <a:chExt cx="2033587" cy="1394933"/>
          </a:xfrm>
        </p:grpSpPr>
        <p:grpSp>
          <p:nvGrpSpPr>
            <p:cNvPr id="15" name="组合 14"/>
            <p:cNvGrpSpPr/>
            <p:nvPr/>
          </p:nvGrpSpPr>
          <p:grpSpPr>
            <a:xfrm>
              <a:off x="4319588" y="4068763"/>
              <a:ext cx="2033587" cy="1320800"/>
              <a:chOff x="7639486" y="974520"/>
              <a:chExt cx="2033587" cy="1320800"/>
            </a:xfrm>
          </p:grpSpPr>
          <p:graphicFrame>
            <p:nvGraphicFramePr>
              <p:cNvPr id="16" name="对象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65890653"/>
                  </p:ext>
                </p:extLst>
              </p:nvPr>
            </p:nvGraphicFramePr>
            <p:xfrm>
              <a:off x="7639486" y="974520"/>
              <a:ext cx="2033587" cy="1320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796" name="Equation" r:id="rId5" imgW="1091880" imgH="711000" progId="Equation.DSMT4">
                      <p:embed/>
                    </p:oleObj>
                  </mc:Choice>
                  <mc:Fallback>
                    <p:oleObj name="Equation" r:id="rId5" imgW="1091880" imgH="7110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7639486" y="974520"/>
                            <a:ext cx="2033587" cy="1320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7" name="直接连接符 16"/>
              <p:cNvCxnSpPr/>
              <p:nvPr/>
            </p:nvCxnSpPr>
            <p:spPr>
              <a:xfrm>
                <a:off x="9062324" y="1101032"/>
                <a:ext cx="0" cy="10690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肘形连接符 17"/>
            <p:cNvCxnSpPr/>
            <p:nvPr/>
          </p:nvCxnSpPr>
          <p:spPr>
            <a:xfrm>
              <a:off x="4425346" y="4485516"/>
              <a:ext cx="820673" cy="486306"/>
            </a:xfrm>
            <a:prstGeom prst="bentConnector3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5244346" y="4959696"/>
              <a:ext cx="0" cy="50400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5244346" y="5448735"/>
              <a:ext cx="396000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8316875" y="3572105"/>
            <a:ext cx="1868488" cy="1320800"/>
            <a:chOff x="7721621" y="974026"/>
            <a:chExt cx="1868488" cy="1320800"/>
          </a:xfrm>
        </p:grpSpPr>
        <p:graphicFrame>
          <p:nvGraphicFramePr>
            <p:cNvPr id="24" name="对象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4191824"/>
                </p:ext>
              </p:extLst>
            </p:nvPr>
          </p:nvGraphicFramePr>
          <p:xfrm>
            <a:off x="7721621" y="974026"/>
            <a:ext cx="1868488" cy="1320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97" name="Equation" r:id="rId7" imgW="1002960" imgH="711000" progId="Equation.DSMT4">
                    <p:embed/>
                  </p:oleObj>
                </mc:Choice>
                <mc:Fallback>
                  <p:oleObj name="Equation" r:id="rId7" imgW="1002960" imgH="711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721621" y="974026"/>
                          <a:ext cx="1868488" cy="1320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5" name="直接连接符 24"/>
            <p:cNvCxnSpPr/>
            <p:nvPr/>
          </p:nvCxnSpPr>
          <p:spPr>
            <a:xfrm>
              <a:off x="9062324" y="1101032"/>
              <a:ext cx="0" cy="10690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506043" y="3519682"/>
            <a:ext cx="2955744" cy="1321723"/>
            <a:chOff x="7179031" y="974776"/>
            <a:chExt cx="2955744" cy="1321723"/>
          </a:xfrm>
        </p:grpSpPr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2693717"/>
                </p:ext>
              </p:extLst>
            </p:nvPr>
          </p:nvGraphicFramePr>
          <p:xfrm>
            <a:off x="7179031" y="974776"/>
            <a:ext cx="2955744" cy="13217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98" name="Equation" r:id="rId9" imgW="1587240" imgH="711000" progId="Equation.DSMT4">
                    <p:embed/>
                  </p:oleObj>
                </mc:Choice>
                <mc:Fallback>
                  <p:oleObj name="Equation" r:id="rId9" imgW="1587240" imgH="711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179031" y="974776"/>
                          <a:ext cx="2955744" cy="132172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8" name="直接连接符 27"/>
            <p:cNvCxnSpPr/>
            <p:nvPr/>
          </p:nvCxnSpPr>
          <p:spPr>
            <a:xfrm>
              <a:off x="9512490" y="1087427"/>
              <a:ext cx="0" cy="10690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/>
          <p:cNvGrpSpPr/>
          <p:nvPr/>
        </p:nvGrpSpPr>
        <p:grpSpPr>
          <a:xfrm>
            <a:off x="3192866" y="1966601"/>
            <a:ext cx="1332000" cy="1235856"/>
            <a:chOff x="3232701" y="2593040"/>
            <a:chExt cx="1332000" cy="1235856"/>
          </a:xfrm>
        </p:grpSpPr>
        <p:cxnSp>
          <p:nvCxnSpPr>
            <p:cNvPr id="29" name="直接箭头连接符 28"/>
            <p:cNvCxnSpPr/>
            <p:nvPr/>
          </p:nvCxnSpPr>
          <p:spPr>
            <a:xfrm>
              <a:off x="3232701" y="3041547"/>
              <a:ext cx="133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3635300" y="2593040"/>
              <a:ext cx="7779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行</a:t>
              </a: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3335819" y="3177528"/>
              <a:ext cx="1120248" cy="651368"/>
              <a:chOff x="745588" y="1310185"/>
              <a:chExt cx="988596" cy="696036"/>
            </a:xfrm>
          </p:grpSpPr>
          <p:sp>
            <p:nvSpPr>
              <p:cNvPr id="33" name="圆角矩形 32"/>
              <p:cNvSpPr/>
              <p:nvPr/>
            </p:nvSpPr>
            <p:spPr>
              <a:xfrm>
                <a:off x="745588" y="1310185"/>
                <a:ext cx="871872" cy="696036"/>
              </a:xfrm>
              <a:prstGeom prst="roundRect">
                <a:avLst/>
              </a:prstGeom>
              <a:solidFill>
                <a:srgbClr val="004F8C"/>
              </a:solidFill>
              <a:ln>
                <a:solidFill>
                  <a:srgbClr val="004F8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759655" y="1427370"/>
                <a:ext cx="974529" cy="493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消元</a:t>
                </a:r>
                <a:endPara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38" name="组合 37"/>
          <p:cNvGrpSpPr/>
          <p:nvPr/>
        </p:nvGrpSpPr>
        <p:grpSpPr>
          <a:xfrm>
            <a:off x="6917858" y="1966601"/>
            <a:ext cx="1332000" cy="1235856"/>
            <a:chOff x="3232701" y="2593040"/>
            <a:chExt cx="1332000" cy="1235856"/>
          </a:xfrm>
        </p:grpSpPr>
        <p:cxnSp>
          <p:nvCxnSpPr>
            <p:cNvPr id="39" name="直接箭头连接符 38"/>
            <p:cNvCxnSpPr/>
            <p:nvPr/>
          </p:nvCxnSpPr>
          <p:spPr>
            <a:xfrm>
              <a:off x="3232701" y="3041547"/>
              <a:ext cx="133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/>
          </p:nvSpPr>
          <p:spPr>
            <a:xfrm>
              <a:off x="3635300" y="2593040"/>
              <a:ext cx="7779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行</a:t>
              </a: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3335819" y="3177528"/>
              <a:ext cx="1120248" cy="651368"/>
              <a:chOff x="745588" y="1310185"/>
              <a:chExt cx="988596" cy="696036"/>
            </a:xfrm>
          </p:grpSpPr>
          <p:sp>
            <p:nvSpPr>
              <p:cNvPr id="42" name="圆角矩形 41"/>
              <p:cNvSpPr/>
              <p:nvPr/>
            </p:nvSpPr>
            <p:spPr>
              <a:xfrm>
                <a:off x="745588" y="1310185"/>
                <a:ext cx="871872" cy="696036"/>
              </a:xfrm>
              <a:prstGeom prst="roundRect">
                <a:avLst/>
              </a:prstGeom>
              <a:solidFill>
                <a:srgbClr val="004F8C"/>
              </a:solidFill>
              <a:ln>
                <a:solidFill>
                  <a:srgbClr val="004F8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759655" y="1427370"/>
                <a:ext cx="974529" cy="493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回代</a:t>
                </a:r>
                <a:endPara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59" name="组合 58"/>
          <p:cNvGrpSpPr/>
          <p:nvPr/>
        </p:nvGrpSpPr>
        <p:grpSpPr>
          <a:xfrm>
            <a:off x="4503041" y="2199089"/>
            <a:ext cx="2380315" cy="461665"/>
            <a:chOff x="4503041" y="2199089"/>
            <a:chExt cx="2380315" cy="461665"/>
          </a:xfrm>
        </p:grpSpPr>
        <p:sp>
          <p:nvSpPr>
            <p:cNvPr id="36" name="文本框 35"/>
            <p:cNvSpPr txBox="1"/>
            <p:nvPr/>
          </p:nvSpPr>
          <p:spPr>
            <a:xfrm>
              <a:off x="4503041" y="2199089"/>
              <a:ext cx="23803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（行阶梯形，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graphicFrame>
          <p:nvGraphicFramePr>
            <p:cNvPr id="44" name="对象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4814242"/>
                </p:ext>
              </p:extLst>
            </p:nvPr>
          </p:nvGraphicFramePr>
          <p:xfrm>
            <a:off x="6344501" y="2213495"/>
            <a:ext cx="236538" cy="403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99" name="Equation" r:id="rId11" imgW="126720" imgH="215640" progId="Equation.DSMT4">
                    <p:embed/>
                  </p:oleObj>
                </mc:Choice>
                <mc:Fallback>
                  <p:oleObj name="Equation" r:id="rId11" imgW="12672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344501" y="2213495"/>
                          <a:ext cx="236538" cy="4032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组合 57"/>
          <p:cNvGrpSpPr/>
          <p:nvPr/>
        </p:nvGrpSpPr>
        <p:grpSpPr>
          <a:xfrm>
            <a:off x="8140012" y="2175143"/>
            <a:ext cx="2947069" cy="461665"/>
            <a:chOff x="8140012" y="2175143"/>
            <a:chExt cx="2947069" cy="461665"/>
          </a:xfrm>
        </p:grpSpPr>
        <p:sp>
          <p:nvSpPr>
            <p:cNvPr id="45" name="文本框 44"/>
            <p:cNvSpPr txBox="1"/>
            <p:nvPr/>
          </p:nvSpPr>
          <p:spPr>
            <a:xfrm>
              <a:off x="8140012" y="2175143"/>
              <a:ext cx="2947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（最简行阶梯形，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graphicFrame>
          <p:nvGraphicFramePr>
            <p:cNvPr id="46" name="对象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1107231"/>
                </p:ext>
              </p:extLst>
            </p:nvPr>
          </p:nvGraphicFramePr>
          <p:xfrm>
            <a:off x="10558133" y="2175143"/>
            <a:ext cx="236538" cy="403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0" name="Equation" r:id="rId13" imgW="126720" imgH="215640" progId="Equation.DSMT4">
                    <p:embed/>
                  </p:oleObj>
                </mc:Choice>
                <mc:Fallback>
                  <p:oleObj name="Equation" r:id="rId13" imgW="12672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0558133" y="2175143"/>
                          <a:ext cx="236538" cy="4032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" name="组合 47"/>
          <p:cNvGrpSpPr/>
          <p:nvPr/>
        </p:nvGrpSpPr>
        <p:grpSpPr>
          <a:xfrm>
            <a:off x="3436441" y="3705058"/>
            <a:ext cx="1332000" cy="461665"/>
            <a:chOff x="3476276" y="4331497"/>
            <a:chExt cx="1332000" cy="461665"/>
          </a:xfrm>
        </p:grpSpPr>
        <p:cxnSp>
          <p:nvCxnSpPr>
            <p:cNvPr id="35" name="直接箭头连接符 34"/>
            <p:cNvCxnSpPr/>
            <p:nvPr/>
          </p:nvCxnSpPr>
          <p:spPr>
            <a:xfrm>
              <a:off x="3476276" y="4790043"/>
              <a:ext cx="133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本框 46"/>
            <p:cNvSpPr txBox="1"/>
            <p:nvPr/>
          </p:nvSpPr>
          <p:spPr>
            <a:xfrm>
              <a:off x="3531213" y="4331497"/>
              <a:ext cx="12770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行变换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6865983" y="3701939"/>
            <a:ext cx="1332000" cy="461665"/>
            <a:chOff x="3476276" y="4331497"/>
            <a:chExt cx="1332000" cy="461665"/>
          </a:xfrm>
        </p:grpSpPr>
        <p:cxnSp>
          <p:nvCxnSpPr>
            <p:cNvPr id="50" name="直接箭头连接符 49"/>
            <p:cNvCxnSpPr/>
            <p:nvPr/>
          </p:nvCxnSpPr>
          <p:spPr>
            <a:xfrm>
              <a:off x="3476276" y="4790043"/>
              <a:ext cx="133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本框 50"/>
            <p:cNvSpPr txBox="1"/>
            <p:nvPr/>
          </p:nvSpPr>
          <p:spPr>
            <a:xfrm>
              <a:off x="3531213" y="4331497"/>
              <a:ext cx="12770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行变换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10528107" y="3558092"/>
            <a:ext cx="1206009" cy="1269254"/>
            <a:chOff x="4430522" y="1157831"/>
            <a:chExt cx="1206009" cy="1269254"/>
          </a:xfrm>
        </p:grpSpPr>
        <p:grpSp>
          <p:nvGrpSpPr>
            <p:cNvPr id="53" name="组合 52"/>
            <p:cNvGrpSpPr/>
            <p:nvPr/>
          </p:nvGrpSpPr>
          <p:grpSpPr>
            <a:xfrm>
              <a:off x="4430522" y="1157831"/>
              <a:ext cx="1039467" cy="1087267"/>
              <a:chOff x="4348635" y="5460786"/>
              <a:chExt cx="1039467" cy="1087267"/>
            </a:xfrm>
          </p:grpSpPr>
          <p:sp>
            <p:nvSpPr>
              <p:cNvPr id="55" name="左大括号 54"/>
              <p:cNvSpPr/>
              <p:nvPr/>
            </p:nvSpPr>
            <p:spPr>
              <a:xfrm>
                <a:off x="4348635" y="5613356"/>
                <a:ext cx="144232" cy="934697"/>
              </a:xfrm>
              <a:prstGeom prst="leftBrac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56" name="对象 5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28413021"/>
                  </p:ext>
                </p:extLst>
              </p:nvPr>
            </p:nvGraphicFramePr>
            <p:xfrm>
              <a:off x="4575302" y="5852899"/>
              <a:ext cx="812800" cy="4556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01" name="Equation" r:id="rId15" imgW="406080" imgH="228600" progId="Equation.DSMT4">
                      <p:embed/>
                    </p:oleObj>
                  </mc:Choice>
                  <mc:Fallback>
                    <p:oleObj name="Equation" r:id="rId15" imgW="40608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575302" y="5852899"/>
                            <a:ext cx="812800" cy="45561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7" name="对象 5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7074153"/>
                  </p:ext>
                </p:extLst>
              </p:nvPr>
            </p:nvGraphicFramePr>
            <p:xfrm>
              <a:off x="4595940" y="5460786"/>
              <a:ext cx="736600" cy="4556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02" name="Equation" r:id="rId17" imgW="368280" imgH="228600" progId="Equation.DSMT4">
                      <p:embed/>
                    </p:oleObj>
                  </mc:Choice>
                  <mc:Fallback>
                    <p:oleObj name="Equation" r:id="rId17" imgW="36828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4595940" y="5460786"/>
                            <a:ext cx="736600" cy="45561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4" name="对象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6133708"/>
                </p:ext>
              </p:extLst>
            </p:nvPr>
          </p:nvGraphicFramePr>
          <p:xfrm>
            <a:off x="4672918" y="1971472"/>
            <a:ext cx="963613" cy="455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3" name="Equation" r:id="rId19" imgW="482400" imgH="228600" progId="Equation.DSMT4">
                    <p:embed/>
                  </p:oleObj>
                </mc:Choice>
                <mc:Fallback>
                  <p:oleObj name="Equation" r:id="rId19" imgW="4824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672918" y="1971472"/>
                          <a:ext cx="963613" cy="4556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1192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6"/>
          <p:cNvSpPr txBox="1">
            <a:spLocks noChangeArrowheads="1"/>
          </p:cNvSpPr>
          <p:nvPr/>
        </p:nvSpPr>
        <p:spPr bwMode="auto">
          <a:xfrm>
            <a:off x="848785" y="771525"/>
            <a:ext cx="3481916" cy="928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l" eaLnBrk="1" hangingPunct="1">
              <a:lnSpc>
                <a:spcPct val="170000"/>
              </a:lnSpc>
              <a:buClr>
                <a:schemeClr val="accent2"/>
              </a:buClr>
              <a:buFont typeface="Wingdings" pitchFamily="2" charset="2"/>
              <a:buChar char="n"/>
            </a:pPr>
            <a:r>
              <a:rPr lang="zh-CN" altLang="en-US" sz="3200"/>
              <a:t>  过程</a:t>
            </a:r>
          </a:p>
        </p:txBody>
      </p:sp>
      <p:sp>
        <p:nvSpPr>
          <p:cNvPr id="23" name="右箭头 22"/>
          <p:cNvSpPr>
            <a:spLocks noChangeArrowheads="1"/>
          </p:cNvSpPr>
          <p:nvPr/>
        </p:nvSpPr>
        <p:spPr bwMode="auto">
          <a:xfrm rot="5400000">
            <a:off x="6652683" y="1738842"/>
            <a:ext cx="647700" cy="28786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en-US" sz="1800"/>
          </a:p>
        </p:txBody>
      </p: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6051551" y="2857501"/>
            <a:ext cx="495300" cy="417513"/>
            <a:chOff x="3536687" y="4524792"/>
            <a:chExt cx="371475" cy="417160"/>
          </a:xfrm>
        </p:grpSpPr>
        <p:graphicFrame>
          <p:nvGraphicFramePr>
            <p:cNvPr id="5148" name="对象 27"/>
            <p:cNvGraphicFramePr>
              <a:graphicFrameLocks noChangeAspect="1"/>
            </p:cNvGraphicFramePr>
            <p:nvPr/>
          </p:nvGraphicFramePr>
          <p:xfrm>
            <a:off x="3536687" y="4668902"/>
            <a:ext cx="371475" cy="273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4" name="Equation" r:id="rId3" imgW="190417" imgH="139639" progId="Equation.DSMT4">
                    <p:embed/>
                  </p:oleObj>
                </mc:Choice>
                <mc:Fallback>
                  <p:oleObj name="Equation" r:id="rId3" imgW="190417" imgH="13963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6687" y="4668902"/>
                          <a:ext cx="371475" cy="273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49" name="对象 28"/>
            <p:cNvGraphicFramePr>
              <a:graphicFrameLocks noChangeAspect="1"/>
            </p:cNvGraphicFramePr>
            <p:nvPr/>
          </p:nvGraphicFramePr>
          <p:xfrm>
            <a:off x="3629670" y="4524792"/>
            <a:ext cx="222250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5" name="Equation" r:id="rId5" imgW="114102" imgH="126780" progId="Equation.DSMT4">
                    <p:embed/>
                  </p:oleObj>
                </mc:Choice>
                <mc:Fallback>
                  <p:oleObj name="Equation" r:id="rId5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9670" y="4524792"/>
                          <a:ext cx="222250" cy="247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5615518" y="1639888"/>
            <a:ext cx="124883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400">
                <a:latin typeface="华文楷体" pitchFamily="2" charset="-122"/>
                <a:ea typeface="华文楷体" pitchFamily="2" charset="-122"/>
              </a:rPr>
              <a:t>写出</a:t>
            </a: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8113185" y="2895601"/>
            <a:ext cx="1246716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消元</a:t>
            </a: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8113185" y="4257676"/>
            <a:ext cx="1246716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回代</a:t>
            </a:r>
          </a:p>
        </p:txBody>
      </p:sp>
      <p:grpSp>
        <p:nvGrpSpPr>
          <p:cNvPr id="39" name="组合 38"/>
          <p:cNvGrpSpPr>
            <a:grpSpLocks/>
          </p:cNvGrpSpPr>
          <p:nvPr/>
        </p:nvGrpSpPr>
        <p:grpSpPr bwMode="auto">
          <a:xfrm>
            <a:off x="4423834" y="3451226"/>
            <a:ext cx="1096433" cy="809625"/>
            <a:chOff x="502192" y="6150792"/>
            <a:chExt cx="454673" cy="1579684"/>
          </a:xfrm>
        </p:grpSpPr>
        <p:sp>
          <p:nvSpPr>
            <p:cNvPr id="40" name="线形标注 2(带强调线) 39"/>
            <p:cNvSpPr/>
            <p:nvPr/>
          </p:nvSpPr>
          <p:spPr bwMode="auto">
            <a:xfrm rot="16200000" flipH="1">
              <a:off x="-56519" y="6724992"/>
              <a:ext cx="1564196" cy="446774"/>
            </a:xfrm>
            <a:prstGeom prst="accentCallout2">
              <a:avLst>
                <a:gd name="adj1" fmla="val 69458"/>
                <a:gd name="adj2" fmla="val -14222"/>
                <a:gd name="adj3" fmla="val 69458"/>
                <a:gd name="adj4" fmla="val -28444"/>
                <a:gd name="adj5" fmla="val 122252"/>
                <a:gd name="adj6" fmla="val -46667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endPara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41" name="线形标注 2(带强调线) 40"/>
            <p:cNvSpPr/>
            <p:nvPr/>
          </p:nvSpPr>
          <p:spPr bwMode="auto">
            <a:xfrm rot="16200000">
              <a:off x="-48620" y="6709503"/>
              <a:ext cx="1564198" cy="446773"/>
            </a:xfrm>
            <a:prstGeom prst="accentCallout2">
              <a:avLst>
                <a:gd name="adj1" fmla="val 71408"/>
                <a:gd name="adj2" fmla="val -8333"/>
                <a:gd name="adj3" fmla="val 71408"/>
                <a:gd name="adj4" fmla="val -20593"/>
                <a:gd name="adj5" fmla="val 126152"/>
                <a:gd name="adj6" fmla="val -36853"/>
              </a:avLst>
            </a:prstGeom>
            <a:solidFill>
              <a:schemeClr val="accent5">
                <a:lumMod val="90000"/>
              </a:schemeClr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eaVert" anchor="ctr"/>
            <a:lstStyle/>
            <a:p>
              <a:pPr algn="l">
                <a:defRPr/>
              </a:pPr>
              <a:r>
                <a:rPr lang="zh-CN" altLang="en-US" sz="24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同解</a:t>
              </a:r>
              <a:endParaRPr lang="en-US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algn="l">
                <a:defRPr/>
              </a:pPr>
              <a:r>
                <a:rPr lang="zh-CN" altLang="en-US" sz="24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变形</a:t>
              </a:r>
            </a:p>
          </p:txBody>
        </p:sp>
      </p:grpSp>
      <p:sp>
        <p:nvSpPr>
          <p:cNvPr id="42" name="右箭头 41"/>
          <p:cNvSpPr>
            <a:spLocks noChangeArrowheads="1"/>
          </p:cNvSpPr>
          <p:nvPr/>
        </p:nvSpPr>
        <p:spPr bwMode="auto">
          <a:xfrm rot="5400000">
            <a:off x="6652683" y="3000905"/>
            <a:ext cx="647700" cy="28786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en-US" sz="1800"/>
          </a:p>
        </p:txBody>
      </p:sp>
      <p:sp>
        <p:nvSpPr>
          <p:cNvPr id="43" name="右箭头 42"/>
          <p:cNvSpPr>
            <a:spLocks noChangeArrowheads="1"/>
          </p:cNvSpPr>
          <p:nvPr/>
        </p:nvSpPr>
        <p:spPr bwMode="auto">
          <a:xfrm rot="5400000">
            <a:off x="6651890" y="4344724"/>
            <a:ext cx="649287" cy="287867"/>
          </a:xfrm>
          <a:prstGeom prst="rightArrow">
            <a:avLst>
              <a:gd name="adj1" fmla="val 50000"/>
              <a:gd name="adj2" fmla="val 5012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en-US" sz="1800"/>
          </a:p>
        </p:txBody>
      </p:sp>
      <p:grpSp>
        <p:nvGrpSpPr>
          <p:cNvPr id="44" name="组合 43"/>
          <p:cNvGrpSpPr>
            <a:grpSpLocks/>
          </p:cNvGrpSpPr>
          <p:nvPr/>
        </p:nvGrpSpPr>
        <p:grpSpPr bwMode="auto">
          <a:xfrm>
            <a:off x="6062134" y="4260851"/>
            <a:ext cx="495300" cy="417513"/>
            <a:chOff x="3536687" y="4524792"/>
            <a:chExt cx="371475" cy="417160"/>
          </a:xfrm>
        </p:grpSpPr>
        <p:graphicFrame>
          <p:nvGraphicFramePr>
            <p:cNvPr id="5144" name="对象 44"/>
            <p:cNvGraphicFramePr>
              <a:graphicFrameLocks noChangeAspect="1"/>
            </p:cNvGraphicFramePr>
            <p:nvPr/>
          </p:nvGraphicFramePr>
          <p:xfrm>
            <a:off x="3536687" y="4668902"/>
            <a:ext cx="371475" cy="273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6" name="Equation" r:id="rId7" imgW="190417" imgH="139639" progId="Equation.DSMT4">
                    <p:embed/>
                  </p:oleObj>
                </mc:Choice>
                <mc:Fallback>
                  <p:oleObj name="Equation" r:id="rId7" imgW="190417" imgH="13963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6687" y="4668902"/>
                          <a:ext cx="371475" cy="273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45" name="对象 45"/>
            <p:cNvGraphicFramePr>
              <a:graphicFrameLocks noChangeAspect="1"/>
            </p:cNvGraphicFramePr>
            <p:nvPr/>
          </p:nvGraphicFramePr>
          <p:xfrm>
            <a:off x="3629670" y="4524792"/>
            <a:ext cx="222250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7" name="Equation" r:id="rId8" imgW="114102" imgH="126780" progId="Equation.DSMT4">
                    <p:embed/>
                  </p:oleObj>
                </mc:Choice>
                <mc:Fallback>
                  <p:oleObj name="Equation" r:id="rId8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9670" y="4524792"/>
                          <a:ext cx="222250" cy="247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3496733" y="1058864"/>
            <a:ext cx="7112000" cy="522287"/>
            <a:chOff x="-308778" y="1737886"/>
            <a:chExt cx="5333679" cy="523220"/>
          </a:xfrm>
        </p:grpSpPr>
        <p:graphicFrame>
          <p:nvGraphicFramePr>
            <p:cNvPr id="5142" name="对象 21"/>
            <p:cNvGraphicFramePr>
              <a:graphicFrameLocks noChangeAspect="1"/>
            </p:cNvGraphicFramePr>
            <p:nvPr/>
          </p:nvGraphicFramePr>
          <p:xfrm>
            <a:off x="3976103" y="1783464"/>
            <a:ext cx="1048798" cy="420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8" name="Equation" r:id="rId9" imgW="444114" imgH="177646" progId="Equation.DSMT4">
                    <p:embed/>
                  </p:oleObj>
                </mc:Choice>
                <mc:Fallback>
                  <p:oleObj name="Equation" r:id="rId9" imgW="444114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6103" y="1783464"/>
                          <a:ext cx="1048798" cy="4206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3" name="TextBox 46"/>
            <p:cNvSpPr txBox="1">
              <a:spLocks noChangeArrowheads="1"/>
            </p:cNvSpPr>
            <p:nvPr/>
          </p:nvSpPr>
          <p:spPr bwMode="auto">
            <a:xfrm>
              <a:off x="-308778" y="1737886"/>
              <a:ext cx="498422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华文楷体" pitchFamily="2" charset="-122"/>
                  <a:ea typeface="华文楷体" pitchFamily="2" charset="-122"/>
                </a:rPr>
                <a:t>对于给定的线性方程组</a:t>
              </a:r>
            </a:p>
          </p:txBody>
        </p:sp>
      </p:grp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4990042" y="2206626"/>
            <a:ext cx="3799416" cy="601662"/>
            <a:chOff x="2092196" y="2945708"/>
            <a:chExt cx="2849479" cy="601234"/>
          </a:xfrm>
        </p:grpSpPr>
        <p:graphicFrame>
          <p:nvGraphicFramePr>
            <p:cNvPr id="5140" name="对象 24"/>
            <p:cNvGraphicFramePr>
              <a:graphicFrameLocks noChangeAspect="1"/>
            </p:cNvGraphicFramePr>
            <p:nvPr/>
          </p:nvGraphicFramePr>
          <p:xfrm>
            <a:off x="4011971" y="2945708"/>
            <a:ext cx="929704" cy="601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9" name="Equation" r:id="rId11" imgW="393529" imgH="253890" progId="Equation.DSMT4">
                    <p:embed/>
                  </p:oleObj>
                </mc:Choice>
                <mc:Fallback>
                  <p:oleObj name="Equation" r:id="rId11" imgW="393529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1971" y="2945708"/>
                          <a:ext cx="929704" cy="601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1" name="TextBox 47"/>
            <p:cNvSpPr txBox="1">
              <a:spLocks noChangeArrowheads="1"/>
            </p:cNvSpPr>
            <p:nvPr/>
          </p:nvSpPr>
          <p:spPr bwMode="auto">
            <a:xfrm>
              <a:off x="2092196" y="2981186"/>
              <a:ext cx="229157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华文楷体" pitchFamily="2" charset="-122"/>
                  <a:ea typeface="华文楷体" pitchFamily="2" charset="-122"/>
                </a:rPr>
                <a:t>增广矩阵</a:t>
              </a:r>
            </a:p>
          </p:txBody>
        </p:sp>
      </p:grpSp>
      <p:sp>
        <p:nvSpPr>
          <p:cNvPr id="49" name="右箭头 48"/>
          <p:cNvSpPr>
            <a:spLocks noChangeArrowheads="1"/>
          </p:cNvSpPr>
          <p:nvPr/>
        </p:nvSpPr>
        <p:spPr bwMode="auto">
          <a:xfrm rot="5400000">
            <a:off x="6709834" y="5593292"/>
            <a:ext cx="647700" cy="28786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zh-CN" altLang="en-US" sz="1800"/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4796589" y="5494338"/>
            <a:ext cx="21227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400" dirty="0" smtClean="0">
                <a:latin typeface="华文楷体" pitchFamily="2" charset="-122"/>
                <a:ea typeface="华文楷体" pitchFamily="2" charset="-122"/>
              </a:rPr>
              <a:t>还原方程组</a:t>
            </a:r>
            <a:endParaRPr lang="zh-CN" altLang="en-US" sz="2400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6388101" y="6165850"/>
            <a:ext cx="14351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l" eaLnBrk="1" hangingPunct="1"/>
            <a:r>
              <a:rPr lang="zh-CN" altLang="en-US" dirty="0" smtClean="0">
                <a:solidFill>
                  <a:srgbClr val="0000FF"/>
                </a:solidFill>
                <a:latin typeface="华文楷体" pitchFamily="2" charset="-122"/>
                <a:ea typeface="华文楷体" pitchFamily="2" charset="-122"/>
              </a:rPr>
              <a:t>分析解</a:t>
            </a:r>
            <a:endParaRPr lang="zh-CN" altLang="en-US" dirty="0">
              <a:solidFill>
                <a:srgbClr val="0000FF"/>
              </a:solidFill>
              <a:latin typeface="华文楷体" pitchFamily="2" charset="-122"/>
              <a:ea typeface="华文楷体" pitchFamily="2" charset="-122"/>
            </a:endParaRPr>
          </a:p>
        </p:txBody>
      </p:sp>
      <p:graphicFrame>
        <p:nvGraphicFramePr>
          <p:cNvPr id="32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635729"/>
              </p:ext>
            </p:extLst>
          </p:nvPr>
        </p:nvGraphicFramePr>
        <p:xfrm>
          <a:off x="5701242" y="3490911"/>
          <a:ext cx="283845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0" name="Equation" r:id="rId13" imgW="901440" imgH="304560" progId="Equation.DSMT4">
                  <p:embed/>
                </p:oleObj>
              </mc:Choice>
              <mc:Fallback>
                <p:oleObj name="Equation" r:id="rId13" imgW="9014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1242" y="3490911"/>
                        <a:ext cx="283845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134419"/>
              </p:ext>
            </p:extLst>
          </p:nvPr>
        </p:nvGraphicFramePr>
        <p:xfrm>
          <a:off x="5133975" y="4791075"/>
          <a:ext cx="3798888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1" name="Equation" r:id="rId15" imgW="1206360" imgH="304560" progId="Equation.DSMT4">
                  <p:embed/>
                </p:oleObj>
              </mc:Choice>
              <mc:Fallback>
                <p:oleObj name="Equation" r:id="rId15" imgW="1206360" imgH="304560" progId="Equation.DSMT4">
                  <p:embed/>
                  <p:pic>
                    <p:nvPicPr>
                      <p:cNvPr id="0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3975" y="4791075"/>
                        <a:ext cx="3798888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2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0" grpId="0"/>
      <p:bldP spid="37" grpId="0"/>
      <p:bldP spid="38" grpId="0"/>
      <p:bldP spid="42" grpId="0" animBg="1"/>
      <p:bldP spid="43" grpId="0" animBg="1"/>
      <p:bldP spid="49" grpId="0" animBg="1"/>
      <p:bldP spid="50" grpId="0"/>
      <p:bldP spid="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组合 1"/>
          <p:cNvGrpSpPr>
            <a:grpSpLocks/>
          </p:cNvGrpSpPr>
          <p:nvPr/>
        </p:nvGrpSpPr>
        <p:grpSpPr bwMode="auto">
          <a:xfrm>
            <a:off x="776818" y="981076"/>
            <a:ext cx="10517716" cy="1870075"/>
            <a:chOff x="582613" y="785734"/>
            <a:chExt cx="7888287" cy="1870158"/>
          </a:xfrm>
        </p:grpSpPr>
        <p:sp>
          <p:nvSpPr>
            <p:cNvPr id="7183" name="Text Box 2"/>
            <p:cNvSpPr txBox="1">
              <a:spLocks noChangeArrowheads="1"/>
            </p:cNvSpPr>
            <p:nvPr/>
          </p:nvSpPr>
          <p:spPr bwMode="auto">
            <a:xfrm>
              <a:off x="582613" y="1364575"/>
              <a:ext cx="7888287" cy="6463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>
                  <a:solidFill>
                    <a:schemeClr val="accent2"/>
                  </a:solidFill>
                </a:rPr>
                <a:t>例</a:t>
              </a:r>
              <a:r>
                <a:rPr lang="en-US" altLang="zh-CN" sz="2400">
                  <a:solidFill>
                    <a:schemeClr val="accent2"/>
                  </a:solidFill>
                </a:rPr>
                <a:t>2   </a:t>
              </a:r>
              <a:r>
                <a:rPr lang="zh-CN" altLang="en-US" sz="2400"/>
                <a:t>解线性方程组</a:t>
              </a:r>
            </a:p>
          </p:txBody>
        </p:sp>
        <p:graphicFrame>
          <p:nvGraphicFramePr>
            <p:cNvPr id="7184" name="Object 3"/>
            <p:cNvGraphicFramePr>
              <a:graphicFrameLocks noChangeAspect="1"/>
            </p:cNvGraphicFramePr>
            <p:nvPr/>
          </p:nvGraphicFramePr>
          <p:xfrm>
            <a:off x="3357563" y="785734"/>
            <a:ext cx="2965450" cy="1870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18" name="Equation" r:id="rId3" imgW="1498600" imgH="939800" progId="Equation.DSMT4">
                    <p:embed/>
                  </p:oleObj>
                </mc:Choice>
                <mc:Fallback>
                  <p:oleObj name="Equation" r:id="rId3" imgW="1498600" imgH="939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7563" y="785734"/>
                          <a:ext cx="2965450" cy="1870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742951" y="3382963"/>
            <a:ext cx="1085849" cy="785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200000"/>
              </a:lnSpc>
            </a:pPr>
            <a:r>
              <a:rPr lang="zh-CN" altLang="en-US" sz="2400"/>
              <a:t>解：                                       </a:t>
            </a:r>
          </a:p>
          <a:p>
            <a:pPr algn="just" eaLnBrk="1" hangingPunct="1">
              <a:lnSpc>
                <a:spcPct val="200000"/>
              </a:lnSpc>
            </a:pPr>
            <a:endParaRPr lang="zh-CN" altLang="en-US" sz="2400"/>
          </a:p>
        </p:txBody>
      </p:sp>
      <p:sp>
        <p:nvSpPr>
          <p:cNvPr id="7172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509185" y="2976563"/>
            <a:ext cx="10155767" cy="1820862"/>
            <a:chOff x="-283068" y="3092724"/>
            <a:chExt cx="7286706" cy="1820863"/>
          </a:xfrm>
        </p:grpSpPr>
        <p:graphicFrame>
          <p:nvGraphicFramePr>
            <p:cNvPr id="7180" name="Object 3"/>
            <p:cNvGraphicFramePr>
              <a:graphicFrameLocks noChangeAspect="1"/>
            </p:cNvGraphicFramePr>
            <p:nvPr/>
          </p:nvGraphicFramePr>
          <p:xfrm>
            <a:off x="-283068" y="3092724"/>
            <a:ext cx="7286706" cy="1820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19" name="Equation" r:id="rId5" imgW="5080000" imgH="914400" progId="Equation.DSMT4">
                    <p:embed/>
                  </p:oleObj>
                </mc:Choice>
                <mc:Fallback>
                  <p:oleObj name="Equation" r:id="rId5" imgW="5080000" imgH="914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83068" y="3092724"/>
                          <a:ext cx="7286706" cy="18208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1" name="Object 3"/>
            <p:cNvGraphicFramePr>
              <a:graphicFrameLocks noChangeAspect="1"/>
            </p:cNvGraphicFramePr>
            <p:nvPr/>
          </p:nvGraphicFramePr>
          <p:xfrm>
            <a:off x="2610586" y="3686975"/>
            <a:ext cx="227013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20" name="Equation" r:id="rId7" imgW="114102" imgH="126780" progId="Equation.DSMT4">
                    <p:embed/>
                  </p:oleObj>
                </mc:Choice>
                <mc:Fallback>
                  <p:oleObj name="Equation" r:id="rId7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0586" y="3686975"/>
                          <a:ext cx="227013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2" name="Object 3"/>
            <p:cNvGraphicFramePr>
              <a:graphicFrameLocks noChangeAspect="1"/>
            </p:cNvGraphicFramePr>
            <p:nvPr/>
          </p:nvGraphicFramePr>
          <p:xfrm>
            <a:off x="4927497" y="3670103"/>
            <a:ext cx="227013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21" name="Equation" r:id="rId9" imgW="114102" imgH="126780" progId="Equation.DSMT4">
                    <p:embed/>
                  </p:oleObj>
                </mc:Choice>
                <mc:Fallback>
                  <p:oleObj name="Equation" r:id="rId9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7497" y="3670103"/>
                          <a:ext cx="227013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74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r>
              <a:rPr lang="en-US" altLang="zh-CN" sz="2000">
                <a:solidFill>
                  <a:srgbClr val="000000"/>
                </a:solidFill>
              </a:rPr>
              <a:t>3.1  </a:t>
            </a:r>
            <a:r>
              <a:rPr lang="zh-CN" altLang="en-US" sz="2000">
                <a:solidFill>
                  <a:srgbClr val="000000"/>
                </a:solidFill>
              </a:rPr>
              <a:t>线性方程组解的存在性</a:t>
            </a:r>
            <a:endParaRPr lang="zh-CN" altLang="en-US" sz="2000"/>
          </a:p>
        </p:txBody>
      </p:sp>
      <p:sp>
        <p:nvSpPr>
          <p:cNvPr id="2" name="圆角矩形 1"/>
          <p:cNvSpPr/>
          <p:nvPr/>
        </p:nvSpPr>
        <p:spPr>
          <a:xfrm>
            <a:off x="9110133" y="1559891"/>
            <a:ext cx="1727200" cy="71913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/>
              <a:t>无穷解</a:t>
            </a:r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1126067" y="4937919"/>
            <a:ext cx="4421717" cy="1416050"/>
            <a:chOff x="628298" y="4937497"/>
            <a:chExt cx="3316984" cy="1416050"/>
          </a:xfrm>
        </p:grpSpPr>
        <p:sp>
          <p:nvSpPr>
            <p:cNvPr id="7178" name="Text Box 4"/>
            <p:cNvSpPr txBox="1">
              <a:spLocks noChangeArrowheads="1"/>
            </p:cNvSpPr>
            <p:nvPr/>
          </p:nvSpPr>
          <p:spPr bwMode="auto">
            <a:xfrm>
              <a:off x="628298" y="5156839"/>
              <a:ext cx="2064672" cy="7850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200000"/>
                </a:lnSpc>
              </a:pPr>
              <a:r>
                <a:rPr lang="zh-CN" altLang="en-US" sz="2400"/>
                <a:t>同解方程组为：                                       </a:t>
              </a:r>
            </a:p>
            <a:p>
              <a:pPr algn="just" eaLnBrk="1" hangingPunct="1">
                <a:lnSpc>
                  <a:spcPct val="200000"/>
                </a:lnSpc>
              </a:pPr>
              <a:endParaRPr lang="zh-CN" altLang="en-US" sz="2400"/>
            </a:p>
          </p:txBody>
        </p:sp>
        <p:graphicFrame>
          <p:nvGraphicFramePr>
            <p:cNvPr id="717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4873374"/>
                </p:ext>
              </p:extLst>
            </p:nvPr>
          </p:nvGraphicFramePr>
          <p:xfrm>
            <a:off x="2289098" y="4937497"/>
            <a:ext cx="1656184" cy="1416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22" name="Equation" r:id="rId10" imgW="825500" imgH="711200" progId="Equation.DSMT4">
                    <p:embed/>
                  </p:oleObj>
                </mc:Choice>
                <mc:Fallback>
                  <p:oleObj name="Equation" r:id="rId10" imgW="8255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9098" y="4937497"/>
                          <a:ext cx="1656184" cy="1416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5710098" y="5414963"/>
            <a:ext cx="2880784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400" dirty="0"/>
              <a:t>有</a:t>
            </a:r>
            <a:r>
              <a:rPr lang="zh-CN" altLang="en-US" sz="2400" dirty="0">
                <a:solidFill>
                  <a:srgbClr val="FF0000"/>
                </a:solidFill>
              </a:rPr>
              <a:t>自由变量</a:t>
            </a:r>
          </a:p>
        </p:txBody>
      </p:sp>
      <p:graphicFrame>
        <p:nvGraphicFramePr>
          <p:cNvPr id="1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5195197"/>
              </p:ext>
            </p:extLst>
          </p:nvPr>
        </p:nvGraphicFramePr>
        <p:xfrm>
          <a:off x="7572375" y="4822825"/>
          <a:ext cx="2036763" cy="187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23" name="Equation" r:id="rId12" imgW="761760" imgH="939600" progId="Equation.DSMT4">
                  <p:embed/>
                </p:oleObj>
              </mc:Choice>
              <mc:Fallback>
                <p:oleObj name="Equation" r:id="rId12" imgW="76176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75" y="4822825"/>
                        <a:ext cx="2036763" cy="187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164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组合 1"/>
          <p:cNvGrpSpPr>
            <a:grpSpLocks/>
          </p:cNvGrpSpPr>
          <p:nvPr/>
        </p:nvGrpSpPr>
        <p:grpSpPr bwMode="auto">
          <a:xfrm>
            <a:off x="776818" y="1052513"/>
            <a:ext cx="10517716" cy="2057400"/>
            <a:chOff x="582613" y="692226"/>
            <a:chExt cx="7888287" cy="2057174"/>
          </a:xfrm>
        </p:grpSpPr>
        <p:sp>
          <p:nvSpPr>
            <p:cNvPr id="8206" name="Text Box 2"/>
            <p:cNvSpPr txBox="1">
              <a:spLocks noChangeArrowheads="1"/>
            </p:cNvSpPr>
            <p:nvPr/>
          </p:nvSpPr>
          <p:spPr bwMode="auto">
            <a:xfrm>
              <a:off x="582613" y="1364575"/>
              <a:ext cx="7888287" cy="6463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>
                  <a:solidFill>
                    <a:schemeClr val="accent2"/>
                  </a:solidFill>
                </a:rPr>
                <a:t>例</a:t>
              </a:r>
              <a:r>
                <a:rPr lang="en-US" altLang="zh-CN" sz="2400">
                  <a:solidFill>
                    <a:schemeClr val="accent2"/>
                  </a:solidFill>
                </a:rPr>
                <a:t>3   </a:t>
              </a:r>
              <a:r>
                <a:rPr lang="zh-CN" altLang="en-US" sz="2400"/>
                <a:t>解线性方程组</a:t>
              </a:r>
            </a:p>
          </p:txBody>
        </p:sp>
        <p:graphicFrame>
          <p:nvGraphicFramePr>
            <p:cNvPr id="8207" name="Object 3"/>
            <p:cNvGraphicFramePr>
              <a:graphicFrameLocks noChangeAspect="1"/>
            </p:cNvGraphicFramePr>
            <p:nvPr/>
          </p:nvGraphicFramePr>
          <p:xfrm>
            <a:off x="3442305" y="692226"/>
            <a:ext cx="3289935" cy="2057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42" name="Equation" r:id="rId3" imgW="1511300" imgH="939800" progId="Equation.DSMT4">
                    <p:embed/>
                  </p:oleObj>
                </mc:Choice>
                <mc:Fallback>
                  <p:oleObj name="Equation" r:id="rId3" imgW="1511300" imgH="939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2305" y="692226"/>
                          <a:ext cx="3289935" cy="2057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95" name="Text Box 4"/>
          <p:cNvSpPr txBox="1">
            <a:spLocks noChangeArrowheads="1"/>
          </p:cNvSpPr>
          <p:nvPr/>
        </p:nvSpPr>
        <p:spPr bwMode="auto">
          <a:xfrm>
            <a:off x="1200152" y="3692525"/>
            <a:ext cx="1085849" cy="785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200000"/>
              </a:lnSpc>
            </a:pPr>
            <a:r>
              <a:rPr lang="zh-CN" altLang="en-US" sz="2400"/>
              <a:t>解：                                       </a:t>
            </a:r>
          </a:p>
          <a:p>
            <a:pPr algn="just" eaLnBrk="1" hangingPunct="1">
              <a:lnSpc>
                <a:spcPct val="200000"/>
              </a:lnSpc>
            </a:pPr>
            <a:endParaRPr lang="zh-CN" altLang="en-US" sz="2400"/>
          </a:p>
        </p:txBody>
      </p:sp>
      <p:sp>
        <p:nvSpPr>
          <p:cNvPr id="8196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2123018" y="3284538"/>
            <a:ext cx="7429500" cy="1820862"/>
            <a:chOff x="-208871" y="3374203"/>
            <a:chExt cx="5572125" cy="1820862"/>
          </a:xfrm>
        </p:grpSpPr>
        <p:graphicFrame>
          <p:nvGraphicFramePr>
            <p:cNvPr id="8204" name="Object 3"/>
            <p:cNvGraphicFramePr>
              <a:graphicFrameLocks noChangeAspect="1"/>
            </p:cNvGraphicFramePr>
            <p:nvPr/>
          </p:nvGraphicFramePr>
          <p:xfrm>
            <a:off x="-208871" y="3374203"/>
            <a:ext cx="5572125" cy="1820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43" name="Equation" r:id="rId5" imgW="3276600" imgH="914400" progId="Equation.DSMT4">
                    <p:embed/>
                  </p:oleObj>
                </mc:Choice>
                <mc:Fallback>
                  <p:oleObj name="Equation" r:id="rId5" imgW="3276600" imgH="914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08871" y="3374203"/>
                          <a:ext cx="5572125" cy="18208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5" name="Object 3"/>
            <p:cNvGraphicFramePr>
              <a:graphicFrameLocks noChangeAspect="1"/>
            </p:cNvGraphicFramePr>
            <p:nvPr/>
          </p:nvGraphicFramePr>
          <p:xfrm>
            <a:off x="3033507" y="3990852"/>
            <a:ext cx="227013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44" name="Equation" r:id="rId7" imgW="114102" imgH="126780" progId="Equation.DSMT4">
                    <p:embed/>
                  </p:oleObj>
                </mc:Choice>
                <mc:Fallback>
                  <p:oleObj name="Equation" r:id="rId7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3507" y="3990852"/>
                          <a:ext cx="227013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圆角矩形 1"/>
          <p:cNvSpPr/>
          <p:nvPr/>
        </p:nvSpPr>
        <p:spPr>
          <a:xfrm>
            <a:off x="9601200" y="5445126"/>
            <a:ext cx="1729317" cy="72072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/>
              <a:t>无解</a:t>
            </a:r>
          </a:p>
        </p:txBody>
      </p:sp>
      <p:sp>
        <p:nvSpPr>
          <p:cNvPr id="3" name="矩形 2"/>
          <p:cNvSpPr/>
          <p:nvPr/>
        </p:nvSpPr>
        <p:spPr>
          <a:xfrm>
            <a:off x="6735234" y="4684713"/>
            <a:ext cx="2851151" cy="3603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2051051" y="5300663"/>
            <a:ext cx="4813300" cy="785812"/>
            <a:chOff x="1322803" y="5316974"/>
            <a:chExt cx="3609238" cy="785019"/>
          </a:xfrm>
        </p:grpSpPr>
        <p:sp>
          <p:nvSpPr>
            <p:cNvPr id="8202" name="Text Box 4"/>
            <p:cNvSpPr txBox="1">
              <a:spLocks noChangeArrowheads="1"/>
            </p:cNvSpPr>
            <p:nvPr/>
          </p:nvSpPr>
          <p:spPr bwMode="auto">
            <a:xfrm>
              <a:off x="1322803" y="5316974"/>
              <a:ext cx="3609238" cy="7850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200000"/>
                </a:lnSpc>
              </a:pPr>
              <a:r>
                <a:rPr lang="zh-CN" altLang="en-US" sz="2400" dirty="0"/>
                <a:t>导致</a:t>
              </a:r>
              <a:r>
                <a:rPr lang="zh-CN" altLang="en-US" sz="2400" dirty="0" smtClean="0"/>
                <a:t>“             ” </a:t>
              </a:r>
              <a:r>
                <a:rPr lang="zh-CN" altLang="en-US" sz="2400" dirty="0">
                  <a:solidFill>
                    <a:srgbClr val="0000FF"/>
                  </a:solidFill>
                </a:rPr>
                <a:t>矛盾方程                               </a:t>
              </a:r>
            </a:p>
            <a:p>
              <a:pPr algn="just" eaLnBrk="1" hangingPunct="1">
                <a:lnSpc>
                  <a:spcPct val="200000"/>
                </a:lnSpc>
              </a:pPr>
              <a:endParaRPr lang="zh-CN" altLang="en-US" sz="2400" dirty="0"/>
            </a:p>
          </p:txBody>
        </p:sp>
        <p:graphicFrame>
          <p:nvGraphicFramePr>
            <p:cNvPr id="8203" name="对象 3"/>
            <p:cNvGraphicFramePr>
              <a:graphicFrameLocks noChangeAspect="1"/>
            </p:cNvGraphicFramePr>
            <p:nvPr/>
          </p:nvGraphicFramePr>
          <p:xfrm>
            <a:off x="2349079" y="5594790"/>
            <a:ext cx="593725" cy="3894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45" name="Equation" r:id="rId9" imgW="317087" imgH="177569" progId="Equation.DSMT4">
                    <p:embed/>
                  </p:oleObj>
                </mc:Choice>
                <mc:Fallback>
                  <p:oleObj name="Equation" r:id="rId9" imgW="317087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9079" y="5594790"/>
                          <a:ext cx="593725" cy="3894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8257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549681" y="439388"/>
            <a:ext cx="491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3.1.2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初等变换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37294" y="2741010"/>
            <a:ext cx="2239494" cy="1567446"/>
            <a:chOff x="745588" y="1310185"/>
            <a:chExt cx="1209662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1209662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59655" y="1427370"/>
              <a:ext cx="1195595" cy="3690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矩阵的三种</a:t>
              </a:r>
              <a:endPara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初等变换</a:t>
              </a: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3044805" y="4083912"/>
            <a:ext cx="6765925" cy="859809"/>
            <a:chOff x="7797420" y="3330054"/>
            <a:chExt cx="4487768" cy="8598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2" name="圆角矩形 41"/>
            <p:cNvSpPr/>
            <p:nvPr/>
          </p:nvSpPr>
          <p:spPr>
            <a:xfrm>
              <a:off x="7797420" y="3330054"/>
              <a:ext cx="4394580" cy="859809"/>
            </a:xfrm>
            <a:prstGeom prst="roundRect">
              <a:avLst/>
            </a:prstGeom>
            <a:solidFill>
              <a:srgbClr val="4876C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7964346" y="3529125"/>
              <a:ext cx="432084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某一行（列）乘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加到另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一行（列）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倍加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115054" y="2990499"/>
            <a:ext cx="6765924" cy="859809"/>
            <a:chOff x="7797420" y="3330054"/>
            <a:chExt cx="4460596" cy="8598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8" name="圆角矩形 47"/>
            <p:cNvSpPr/>
            <p:nvPr/>
          </p:nvSpPr>
          <p:spPr>
            <a:xfrm>
              <a:off x="7797420" y="3330054"/>
              <a:ext cx="4364622" cy="859809"/>
            </a:xfrm>
            <a:prstGeom prst="roundRect">
              <a:avLst/>
            </a:prstGeom>
            <a:solidFill>
              <a:srgbClr val="F17623"/>
            </a:solidFill>
            <a:ln>
              <a:solidFill>
                <a:srgbClr val="F176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7964346" y="3529125"/>
              <a:ext cx="429367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用非零数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乘某一行（列）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 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倍法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3115052" y="2000571"/>
            <a:ext cx="6620349" cy="859809"/>
            <a:chOff x="7797419" y="3330054"/>
            <a:chExt cx="5427712" cy="8598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1" name="圆角矩形 50"/>
            <p:cNvSpPr/>
            <p:nvPr/>
          </p:nvSpPr>
          <p:spPr>
            <a:xfrm>
              <a:off x="7797419" y="3330054"/>
              <a:ext cx="5427712" cy="859809"/>
            </a:xfrm>
            <a:prstGeom prst="roundRect">
              <a:avLst/>
            </a:prstGeom>
            <a:solidFill>
              <a:srgbClr val="8A8A8A"/>
            </a:solidFill>
            <a:ln>
              <a:solidFill>
                <a:srgbClr val="8A8A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7964346" y="3529125"/>
              <a:ext cx="40174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交换某两行（列）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 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换法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06043" y="1205568"/>
            <a:ext cx="2687323" cy="651368"/>
            <a:chOff x="745588" y="1310185"/>
            <a:chExt cx="1209662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圆角矩形 15"/>
            <p:cNvSpPr/>
            <p:nvPr/>
          </p:nvSpPr>
          <p:spPr>
            <a:xfrm>
              <a:off x="745588" y="1310185"/>
              <a:ext cx="1123749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文本框 9"/>
            <p:cNvSpPr txBox="1"/>
            <p:nvPr/>
          </p:nvSpPr>
          <p:spPr>
            <a:xfrm>
              <a:off x="759655" y="1427370"/>
              <a:ext cx="1195595" cy="493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矩阵的初等变换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6882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46986" y="439388"/>
            <a:ext cx="491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3.1.2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初等变换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06043" y="1205568"/>
            <a:ext cx="2687323" cy="651368"/>
            <a:chOff x="745588" y="1310185"/>
            <a:chExt cx="1209662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745588" y="1310185"/>
              <a:ext cx="1123749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59655" y="1427370"/>
              <a:ext cx="1195595" cy="493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矩阵的等价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68545" y="2070904"/>
            <a:ext cx="9951532" cy="651368"/>
            <a:chOff x="537294" y="2326959"/>
            <a:chExt cx="9951532" cy="651368"/>
          </a:xfrm>
        </p:grpSpPr>
        <p:grpSp>
          <p:nvGrpSpPr>
            <p:cNvPr id="11" name="组合 10"/>
            <p:cNvGrpSpPr/>
            <p:nvPr/>
          </p:nvGrpSpPr>
          <p:grpSpPr>
            <a:xfrm>
              <a:off x="537294" y="2326959"/>
              <a:ext cx="1209620" cy="651368"/>
              <a:chOff x="745588" y="1310185"/>
              <a:chExt cx="544494" cy="696036"/>
            </a:xfrm>
          </p:grpSpPr>
          <p:sp>
            <p:nvSpPr>
              <p:cNvPr id="12" name="圆角矩形 11"/>
              <p:cNvSpPr/>
              <p:nvPr/>
            </p:nvSpPr>
            <p:spPr>
              <a:xfrm>
                <a:off x="745588" y="1310185"/>
                <a:ext cx="544494" cy="696036"/>
              </a:xfrm>
              <a:prstGeom prst="roundRect">
                <a:avLst/>
              </a:prstGeom>
              <a:solidFill>
                <a:srgbClr val="004F8C"/>
              </a:solidFill>
              <a:ln>
                <a:solidFill>
                  <a:srgbClr val="004F8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759655" y="1427370"/>
                <a:ext cx="530427" cy="493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定义</a:t>
                </a:r>
                <a:r>
                  <a:rPr lang="en-US" altLang="zh-CN" sz="2400" b="1" dirty="0" smtClean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400" b="1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865330" y="2491440"/>
              <a:ext cx="86234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若矩阵</a:t>
              </a:r>
              <a:r>
                <a:rPr lang="en-US" altLang="zh-CN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en-US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经过初等变换化为矩阵</a:t>
              </a:r>
              <a:r>
                <a:rPr lang="en-US" altLang="zh-CN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zh-CN" altLang="en-US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，则称</a:t>
              </a:r>
              <a:r>
                <a:rPr lang="zh-CN" altLang="en-US" sz="2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</a:t>
              </a:r>
              <a:r>
                <a:rPr lang="en-US" altLang="zh-CN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en-US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与矩阵</a:t>
              </a:r>
              <a:r>
                <a:rPr lang="en-US" altLang="zh-CN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zh-CN" altLang="en-US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等价</a:t>
              </a:r>
              <a:r>
                <a:rPr lang="en-US" altLang="zh-CN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5" name="横卷形 54"/>
          <p:cNvSpPr/>
          <p:nvPr/>
        </p:nvSpPr>
        <p:spPr>
          <a:xfrm>
            <a:off x="439824" y="2722272"/>
            <a:ext cx="2046702" cy="756247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800" dirty="0">
                <a:solidFill>
                  <a:schemeClr val="tx1"/>
                </a:solidFill>
              </a:rPr>
              <a:t>等价性质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3002506" y="3217375"/>
            <a:ext cx="3616158" cy="522289"/>
            <a:chOff x="3193366" y="3217375"/>
            <a:chExt cx="3616158" cy="522289"/>
          </a:xfrm>
        </p:grpSpPr>
        <p:sp>
          <p:nvSpPr>
            <p:cNvPr id="56" name="TextBox 4"/>
            <p:cNvSpPr txBox="1">
              <a:spLocks noChangeArrowheads="1"/>
            </p:cNvSpPr>
            <p:nvPr/>
          </p:nvSpPr>
          <p:spPr bwMode="auto">
            <a:xfrm>
              <a:off x="3193366" y="3217375"/>
              <a:ext cx="3616158" cy="522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l" eaLnBrk="1" hangingPunct="1"/>
              <a:r>
                <a:rPr lang="zh-CN" altLang="en-US" dirty="0">
                  <a:solidFill>
                    <a:srgbClr val="FF0000"/>
                  </a:solidFill>
                </a:rPr>
                <a:t>反身性：</a:t>
              </a:r>
            </a:p>
          </p:txBody>
        </p:sp>
        <p:graphicFrame>
          <p:nvGraphicFramePr>
            <p:cNvPr id="57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41782"/>
                </p:ext>
              </p:extLst>
            </p:nvPr>
          </p:nvGraphicFramePr>
          <p:xfrm>
            <a:off x="5008769" y="3250876"/>
            <a:ext cx="1332364" cy="410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20" name="Equation" r:id="rId4" imgW="469696" imgH="177723" progId="Equation.DSMT4">
                    <p:embed/>
                  </p:oleObj>
                </mc:Choice>
                <mc:Fallback>
                  <p:oleObj name="Equation" r:id="rId4" imgW="469696" imgH="17772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8769" y="3250876"/>
                          <a:ext cx="1332364" cy="4104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/>
          <p:cNvGrpSpPr/>
          <p:nvPr/>
        </p:nvGrpSpPr>
        <p:grpSpPr>
          <a:xfrm>
            <a:off x="3002506" y="3932168"/>
            <a:ext cx="5526002" cy="523875"/>
            <a:chOff x="3323348" y="4076547"/>
            <a:chExt cx="5526002" cy="523875"/>
          </a:xfrm>
        </p:grpSpPr>
        <p:sp>
          <p:nvSpPr>
            <p:cNvPr id="58" name="TextBox 39"/>
            <p:cNvSpPr txBox="1">
              <a:spLocks noChangeArrowheads="1"/>
            </p:cNvSpPr>
            <p:nvPr/>
          </p:nvSpPr>
          <p:spPr bwMode="auto">
            <a:xfrm>
              <a:off x="3323348" y="4076547"/>
              <a:ext cx="5173002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l" eaLnBrk="1" hangingPunct="1"/>
              <a:r>
                <a:rPr lang="zh-CN" altLang="en-US" dirty="0">
                  <a:solidFill>
                    <a:srgbClr val="FF0000"/>
                  </a:solidFill>
                </a:rPr>
                <a:t>对称性：</a:t>
              </a:r>
              <a:r>
                <a:rPr lang="zh-CN" altLang="en-US" dirty="0" smtClean="0"/>
                <a:t>若            ，</a:t>
              </a:r>
              <a:r>
                <a:rPr lang="zh-CN" altLang="en-US" dirty="0"/>
                <a:t>则</a:t>
              </a:r>
            </a:p>
          </p:txBody>
        </p:sp>
        <p:graphicFrame>
          <p:nvGraphicFramePr>
            <p:cNvPr id="59" name="对象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6815216"/>
                </p:ext>
              </p:extLst>
            </p:nvPr>
          </p:nvGraphicFramePr>
          <p:xfrm>
            <a:off x="5169088" y="4188745"/>
            <a:ext cx="1481522" cy="4116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21" name="Equation" r:id="rId6" imgW="469696" imgH="177723" progId="Equation.DSMT4">
                    <p:embed/>
                  </p:oleObj>
                </mc:Choice>
                <mc:Fallback>
                  <p:oleObj name="Equation" r:id="rId6" imgW="469696" imgH="17772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9088" y="4188745"/>
                          <a:ext cx="1481522" cy="4116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" name="对象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9587637"/>
                </p:ext>
              </p:extLst>
            </p:nvPr>
          </p:nvGraphicFramePr>
          <p:xfrm>
            <a:off x="7367828" y="4132645"/>
            <a:ext cx="1481522" cy="4116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22" name="Equation" r:id="rId8" imgW="469696" imgH="177723" progId="Equation.DSMT4">
                    <p:embed/>
                  </p:oleObj>
                </mc:Choice>
                <mc:Fallback>
                  <p:oleObj name="Equation" r:id="rId8" imgW="469696" imgH="17772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7828" y="4132645"/>
                          <a:ext cx="1481522" cy="4116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/>
          <p:cNvGrpSpPr/>
          <p:nvPr/>
        </p:nvGrpSpPr>
        <p:grpSpPr>
          <a:xfrm>
            <a:off x="3068724" y="4941888"/>
            <a:ext cx="8736600" cy="522288"/>
            <a:chOff x="3068724" y="4941888"/>
            <a:chExt cx="8736600" cy="522288"/>
          </a:xfrm>
        </p:grpSpPr>
        <p:sp>
          <p:nvSpPr>
            <p:cNvPr id="61" name="TextBox 49"/>
            <p:cNvSpPr txBox="1">
              <a:spLocks noChangeArrowheads="1"/>
            </p:cNvSpPr>
            <p:nvPr/>
          </p:nvSpPr>
          <p:spPr bwMode="auto">
            <a:xfrm>
              <a:off x="3068724" y="4941888"/>
              <a:ext cx="8736600" cy="522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l" eaLnBrk="1" hangingPunct="1"/>
              <a:r>
                <a:rPr lang="zh-CN" altLang="en-US" dirty="0">
                  <a:solidFill>
                    <a:srgbClr val="FF0000"/>
                  </a:solidFill>
                </a:rPr>
                <a:t>传递性：</a:t>
              </a:r>
              <a:r>
                <a:rPr lang="zh-CN" altLang="en-US" dirty="0"/>
                <a:t>若     </a:t>
              </a:r>
              <a:r>
                <a:rPr lang="zh-CN" altLang="en-US" dirty="0" smtClean="0"/>
                <a:t>        </a:t>
              </a:r>
              <a:r>
                <a:rPr lang="zh-CN" altLang="en-US" dirty="0"/>
                <a:t>，</a:t>
              </a:r>
              <a:r>
                <a:rPr lang="zh-CN" altLang="en-US" dirty="0" smtClean="0"/>
                <a:t>且              </a:t>
              </a:r>
              <a:r>
                <a:rPr lang="zh-CN" altLang="en-US" dirty="0"/>
                <a:t>，</a:t>
              </a:r>
              <a:r>
                <a:rPr lang="zh-CN" altLang="en-US" dirty="0" smtClean="0"/>
                <a:t>则</a:t>
              </a:r>
              <a:endParaRPr lang="zh-CN" altLang="en-US" dirty="0"/>
            </a:p>
          </p:txBody>
        </p:sp>
        <p:graphicFrame>
          <p:nvGraphicFramePr>
            <p:cNvPr id="62" name="对象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9624404"/>
                </p:ext>
              </p:extLst>
            </p:nvPr>
          </p:nvGraphicFramePr>
          <p:xfrm>
            <a:off x="4979653" y="5053746"/>
            <a:ext cx="1481604" cy="410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23" name="Equation" r:id="rId10" imgW="469696" imgH="177723" progId="Equation.DSMT4">
                    <p:embed/>
                  </p:oleObj>
                </mc:Choice>
                <mc:Fallback>
                  <p:oleObj name="Equation" r:id="rId10" imgW="469696" imgH="17772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9653" y="5053746"/>
                          <a:ext cx="1481604" cy="4104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对象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0231567"/>
                </p:ext>
              </p:extLst>
            </p:nvPr>
          </p:nvGraphicFramePr>
          <p:xfrm>
            <a:off x="7434706" y="4997817"/>
            <a:ext cx="1481604" cy="410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24" name="Equation" r:id="rId11" imgW="469696" imgH="177723" progId="Equation.DSMT4">
                    <p:embed/>
                  </p:oleObj>
                </mc:Choice>
                <mc:Fallback>
                  <p:oleObj name="Equation" r:id="rId11" imgW="469696" imgH="17772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34706" y="4997817"/>
                          <a:ext cx="1481604" cy="4104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1589914"/>
                </p:ext>
              </p:extLst>
            </p:nvPr>
          </p:nvGraphicFramePr>
          <p:xfrm>
            <a:off x="9779508" y="5053014"/>
            <a:ext cx="1481137" cy="411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25" name="Equation" r:id="rId13" imgW="469696" imgH="177723" progId="Equation.DSMT4">
                    <p:embed/>
                  </p:oleObj>
                </mc:Choice>
                <mc:Fallback>
                  <p:oleObj name="Equation" r:id="rId13" imgW="469696" imgH="177723" progId="Equation.DSMT4">
                    <p:embed/>
                    <p:pic>
                      <p:nvPicPr>
                        <p:cNvPr id="0" name="对象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79508" y="5053014"/>
                          <a:ext cx="1481137" cy="411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6362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831476" y="1645118"/>
            <a:ext cx="9951532" cy="896938"/>
            <a:chOff x="537294" y="3802386"/>
            <a:chExt cx="9951532" cy="896938"/>
          </a:xfrm>
        </p:grpSpPr>
        <p:grpSp>
          <p:nvGrpSpPr>
            <p:cNvPr id="17" name="组合 16"/>
            <p:cNvGrpSpPr/>
            <p:nvPr/>
          </p:nvGrpSpPr>
          <p:grpSpPr>
            <a:xfrm>
              <a:off x="537294" y="3802386"/>
              <a:ext cx="9951532" cy="687701"/>
              <a:chOff x="537294" y="2326959"/>
              <a:chExt cx="9951532" cy="687701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537294" y="2326959"/>
                <a:ext cx="1209620" cy="651368"/>
                <a:chOff x="745588" y="1310185"/>
                <a:chExt cx="544494" cy="696036"/>
              </a:xfrm>
            </p:grpSpPr>
            <p:sp>
              <p:nvSpPr>
                <p:cNvPr id="21" name="圆角矩形 20"/>
                <p:cNvSpPr/>
                <p:nvPr/>
              </p:nvSpPr>
              <p:spPr>
                <a:xfrm>
                  <a:off x="745588" y="1310185"/>
                  <a:ext cx="544494" cy="696036"/>
                </a:xfrm>
                <a:prstGeom prst="roundRect">
                  <a:avLst/>
                </a:prstGeom>
                <a:solidFill>
                  <a:srgbClr val="004F8C"/>
                </a:solidFill>
                <a:ln>
                  <a:solidFill>
                    <a:srgbClr val="004F8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" name="文本框 19"/>
                <p:cNvSpPr txBox="1"/>
                <p:nvPr/>
              </p:nvSpPr>
              <p:spPr>
                <a:xfrm>
                  <a:off x="759655" y="1427370"/>
                  <a:ext cx="530427" cy="4933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 dirty="0" smtClean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定理</a:t>
                  </a:r>
                  <a:r>
                    <a:rPr lang="en-US" altLang="zh-CN" sz="2400" b="1" dirty="0" smtClean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400" b="1" dirty="0" smtClean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0" name="文本框 17"/>
              <p:cNvSpPr txBox="1"/>
              <p:nvPr/>
            </p:nvSpPr>
            <p:spPr>
              <a:xfrm>
                <a:off x="1865330" y="2491440"/>
                <a:ext cx="862349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任意</a:t>
                </a:r>
                <a:r>
                  <a:rPr lang="zh-CN" altLang="en-US" sz="28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</a:t>
                </a:r>
                <a:r>
                  <a:rPr lang="en-US" altLang="zh-CN" sz="28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28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可通过初等变换化为</a:t>
                </a:r>
              </a:p>
            </p:txBody>
          </p:sp>
        </p:grpSp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7279752"/>
                </p:ext>
              </p:extLst>
            </p:nvPr>
          </p:nvGraphicFramePr>
          <p:xfrm>
            <a:off x="6746649" y="3802386"/>
            <a:ext cx="3406775" cy="896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1" name="Equation" r:id="rId3" imgW="1828800" imgH="482400" progId="Equation.DSMT4">
                    <p:embed/>
                  </p:oleObj>
                </mc:Choice>
                <mc:Fallback>
                  <p:oleObj name="Equation" r:id="rId3" imgW="182880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746649" y="3802386"/>
                          <a:ext cx="3406775" cy="896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/>
          <p:cNvGrpSpPr/>
          <p:nvPr/>
        </p:nvGrpSpPr>
        <p:grpSpPr>
          <a:xfrm>
            <a:off x="951188" y="4313651"/>
            <a:ext cx="9710087" cy="1167283"/>
            <a:chOff x="1839913" y="4813593"/>
            <a:chExt cx="9710087" cy="1206610"/>
          </a:xfrm>
        </p:grpSpPr>
        <p:graphicFrame>
          <p:nvGraphicFramePr>
            <p:cNvPr id="24" name="对象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3021324"/>
                </p:ext>
              </p:extLst>
            </p:nvPr>
          </p:nvGraphicFramePr>
          <p:xfrm>
            <a:off x="10414937" y="4825444"/>
            <a:ext cx="1135063" cy="849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2" name="Equation" r:id="rId5" imgW="609480" imgH="457200" progId="Equation.DSMT4">
                    <p:embed/>
                  </p:oleObj>
                </mc:Choice>
                <mc:Fallback>
                  <p:oleObj name="Equation" r:id="rId5" imgW="609480" imgH="457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414937" y="4825444"/>
                          <a:ext cx="1135063" cy="849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" name="组合 24"/>
            <p:cNvGrpSpPr/>
            <p:nvPr/>
          </p:nvGrpSpPr>
          <p:grpSpPr>
            <a:xfrm>
              <a:off x="1839913" y="4813593"/>
              <a:ext cx="8465178" cy="1206610"/>
              <a:chOff x="1839913" y="4813593"/>
              <a:chExt cx="8465178" cy="1206610"/>
            </a:xfrm>
          </p:grpSpPr>
          <p:graphicFrame>
            <p:nvGraphicFramePr>
              <p:cNvPr id="26" name="对象 2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70771235"/>
                  </p:ext>
                </p:extLst>
              </p:nvPr>
            </p:nvGraphicFramePr>
            <p:xfrm>
              <a:off x="1839913" y="5108575"/>
              <a:ext cx="284162" cy="3079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73" name="Equation" r:id="rId7" imgW="152280" imgH="164880" progId="Equation.DSMT4">
                      <p:embed/>
                    </p:oleObj>
                  </mc:Choice>
                  <mc:Fallback>
                    <p:oleObj name="Equation" r:id="rId7" imgW="152280" imgH="164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839913" y="5108575"/>
                            <a:ext cx="284162" cy="30797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7" name="组合 26"/>
              <p:cNvGrpSpPr/>
              <p:nvPr/>
            </p:nvGrpSpPr>
            <p:grpSpPr>
              <a:xfrm>
                <a:off x="2048565" y="4813593"/>
                <a:ext cx="8256526" cy="1206610"/>
                <a:chOff x="2124075" y="4813593"/>
                <a:chExt cx="8181016" cy="1206610"/>
              </a:xfrm>
            </p:grpSpPr>
            <p:grpSp>
              <p:nvGrpSpPr>
                <p:cNvPr id="28" name="组合 27"/>
                <p:cNvGrpSpPr/>
                <p:nvPr/>
              </p:nvGrpSpPr>
              <p:grpSpPr>
                <a:xfrm>
                  <a:off x="2124075" y="4864385"/>
                  <a:ext cx="1463056" cy="1155818"/>
                  <a:chOff x="3232701" y="2593040"/>
                  <a:chExt cx="1463056" cy="1155818"/>
                </a:xfrm>
              </p:grpSpPr>
              <p:cxnSp>
                <p:nvCxnSpPr>
                  <p:cNvPr id="38" name="直接箭头连接符 37"/>
                  <p:cNvCxnSpPr/>
                  <p:nvPr/>
                </p:nvCxnSpPr>
                <p:spPr>
                  <a:xfrm>
                    <a:off x="3232701" y="3041547"/>
                    <a:ext cx="1332000" cy="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0" name="文本框 25"/>
                  <p:cNvSpPr txBox="1"/>
                  <p:nvPr/>
                </p:nvSpPr>
                <p:spPr>
                  <a:xfrm>
                    <a:off x="3286220" y="2593040"/>
                    <a:ext cx="1409537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400" dirty="0" smtClean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行变换</a:t>
                    </a:r>
                  </a:p>
                </p:txBody>
              </p:sp>
              <p:sp>
                <p:nvSpPr>
                  <p:cNvPr id="41" name="文本框 28"/>
                  <p:cNvSpPr txBox="1"/>
                  <p:nvPr/>
                </p:nvSpPr>
                <p:spPr>
                  <a:xfrm>
                    <a:off x="3351760" y="3287193"/>
                    <a:ext cx="110430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400" b="1" dirty="0" smtClean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 </a:t>
                    </a:r>
                    <a:r>
                      <a:rPr lang="zh-CN" altLang="en-US" sz="2400" b="1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消元</a:t>
                    </a:r>
                    <a:endParaRPr lang="zh-CN" altLang="en-US" sz="2400" b="1" dirty="0" smtClean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9" name="组合 28"/>
                <p:cNvGrpSpPr/>
                <p:nvPr/>
              </p:nvGrpSpPr>
              <p:grpSpPr>
                <a:xfrm>
                  <a:off x="5217681" y="4864385"/>
                  <a:ext cx="1332000" cy="1155818"/>
                  <a:chOff x="3232701" y="2593040"/>
                  <a:chExt cx="1332000" cy="1155818"/>
                </a:xfrm>
              </p:grpSpPr>
              <p:cxnSp>
                <p:nvCxnSpPr>
                  <p:cNvPr id="35" name="直接箭头连接符 34"/>
                  <p:cNvCxnSpPr/>
                  <p:nvPr/>
                </p:nvCxnSpPr>
                <p:spPr>
                  <a:xfrm>
                    <a:off x="3232701" y="3041547"/>
                    <a:ext cx="1332000" cy="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" name="文本框 31"/>
                  <p:cNvSpPr txBox="1"/>
                  <p:nvPr/>
                </p:nvSpPr>
                <p:spPr>
                  <a:xfrm>
                    <a:off x="3352813" y="2593040"/>
                    <a:ext cx="110204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400" dirty="0" smtClean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行变换</a:t>
                    </a:r>
                  </a:p>
                </p:txBody>
              </p:sp>
              <p:sp>
                <p:nvSpPr>
                  <p:cNvPr id="37" name="文本框 34"/>
                  <p:cNvSpPr txBox="1"/>
                  <p:nvPr/>
                </p:nvSpPr>
                <p:spPr>
                  <a:xfrm>
                    <a:off x="3351760" y="3287193"/>
                    <a:ext cx="110430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400" b="1" dirty="0" smtClean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 </a:t>
                    </a:r>
                    <a:r>
                      <a:rPr lang="zh-CN" altLang="en-US" sz="2400" b="1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回代</a:t>
                    </a:r>
                    <a:endParaRPr lang="zh-CN" altLang="en-US" sz="2400" b="1" dirty="0" smtClean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30" name="文本框 36"/>
                <p:cNvSpPr txBox="1"/>
                <p:nvPr/>
              </p:nvSpPr>
              <p:spPr>
                <a:xfrm>
                  <a:off x="3347442" y="5082059"/>
                  <a:ext cx="23803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dirty="0" smtClean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（行阶梯形）</a:t>
                  </a:r>
                </a:p>
              </p:txBody>
            </p:sp>
            <p:sp>
              <p:nvSpPr>
                <p:cNvPr id="31" name="文本框 39"/>
                <p:cNvSpPr txBox="1"/>
                <p:nvPr/>
              </p:nvSpPr>
              <p:spPr>
                <a:xfrm>
                  <a:off x="6439835" y="5072927"/>
                  <a:ext cx="294706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dirty="0" smtClean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（最简行阶梯形）</a:t>
                  </a:r>
                </a:p>
              </p:txBody>
            </p:sp>
            <p:grpSp>
              <p:nvGrpSpPr>
                <p:cNvPr id="32" name="组合 31"/>
                <p:cNvGrpSpPr/>
                <p:nvPr/>
              </p:nvGrpSpPr>
              <p:grpSpPr>
                <a:xfrm>
                  <a:off x="8973091" y="4813593"/>
                  <a:ext cx="1332000" cy="461665"/>
                  <a:chOff x="3232701" y="2579882"/>
                  <a:chExt cx="1332000" cy="461665"/>
                </a:xfrm>
              </p:grpSpPr>
              <p:cxnSp>
                <p:nvCxnSpPr>
                  <p:cNvPr id="33" name="直接箭头连接符 32"/>
                  <p:cNvCxnSpPr/>
                  <p:nvPr/>
                </p:nvCxnSpPr>
                <p:spPr>
                  <a:xfrm>
                    <a:off x="3232701" y="3041547"/>
                    <a:ext cx="1332000" cy="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4" name="文本框 43"/>
                  <p:cNvSpPr txBox="1"/>
                  <p:nvPr/>
                </p:nvSpPr>
                <p:spPr>
                  <a:xfrm>
                    <a:off x="3282365" y="2579882"/>
                    <a:ext cx="110204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40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列</a:t>
                    </a:r>
                    <a:r>
                      <a:rPr lang="zh-CN" altLang="en-US" sz="2400" dirty="0" smtClean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变换</a:t>
                    </a:r>
                  </a:p>
                </p:txBody>
              </p:sp>
            </p:grpSp>
          </p:grpSp>
        </p:grpSp>
      </p:grpSp>
      <p:sp>
        <p:nvSpPr>
          <p:cNvPr id="42" name="文本框 9"/>
          <p:cNvSpPr txBox="1"/>
          <p:nvPr/>
        </p:nvSpPr>
        <p:spPr>
          <a:xfrm>
            <a:off x="740994" y="3496959"/>
            <a:ext cx="2656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矩阵的初等变换</a:t>
            </a:r>
          </a:p>
        </p:txBody>
      </p:sp>
      <p:sp>
        <p:nvSpPr>
          <p:cNvPr id="43" name="文本框 9"/>
          <p:cNvSpPr txBox="1"/>
          <p:nvPr/>
        </p:nvSpPr>
        <p:spPr>
          <a:xfrm>
            <a:off x="878457" y="3233822"/>
            <a:ext cx="4928785" cy="52322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化矩阵为等价标准形的过程</a:t>
            </a:r>
          </a:p>
        </p:txBody>
      </p:sp>
    </p:spTree>
    <p:extLst>
      <p:ext uri="{BB962C8B-B14F-4D97-AF65-F5344CB8AC3E}">
        <p14:creationId xmlns:p14="http://schemas.microsoft.com/office/powerpoint/2010/main" val="778298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组合 1"/>
          <p:cNvGrpSpPr>
            <a:grpSpLocks/>
          </p:cNvGrpSpPr>
          <p:nvPr/>
        </p:nvGrpSpPr>
        <p:grpSpPr bwMode="auto">
          <a:xfrm>
            <a:off x="776818" y="1012826"/>
            <a:ext cx="10517716" cy="1415567"/>
            <a:chOff x="582613" y="1012260"/>
            <a:chExt cx="7888287" cy="1415630"/>
          </a:xfrm>
        </p:grpSpPr>
        <p:sp>
          <p:nvSpPr>
            <p:cNvPr id="12308" name="Text Box 2"/>
            <p:cNvSpPr txBox="1">
              <a:spLocks noChangeArrowheads="1"/>
            </p:cNvSpPr>
            <p:nvPr/>
          </p:nvSpPr>
          <p:spPr bwMode="auto">
            <a:xfrm>
              <a:off x="582613" y="1364575"/>
              <a:ext cx="7888287" cy="6463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dirty="0" smtClean="0">
                  <a:solidFill>
                    <a:schemeClr val="accent2"/>
                  </a:solidFill>
                </a:rPr>
                <a:t>例</a:t>
              </a:r>
              <a:r>
                <a:rPr lang="en-US" altLang="zh-CN" sz="2400" dirty="0" smtClean="0">
                  <a:solidFill>
                    <a:schemeClr val="accent2"/>
                  </a:solidFill>
                </a:rPr>
                <a:t>4   </a:t>
              </a:r>
              <a:r>
                <a:rPr lang="zh-CN" altLang="en-US" sz="2400" dirty="0">
                  <a:solidFill>
                    <a:schemeClr val="tx2"/>
                  </a:solidFill>
                </a:rPr>
                <a:t>用初等行变换将矩阵           </a:t>
              </a:r>
              <a:r>
                <a:rPr lang="zh-CN" altLang="en-US" sz="2400" dirty="0" smtClean="0">
                  <a:solidFill>
                    <a:schemeClr val="tx2"/>
                  </a:solidFill>
                </a:rPr>
                <a:t>                         </a:t>
              </a:r>
              <a:r>
                <a:rPr lang="zh-CN" altLang="en-US" sz="2400" dirty="0">
                  <a:solidFill>
                    <a:schemeClr val="tx2"/>
                  </a:solidFill>
                </a:rPr>
                <a:t>化为行最</a:t>
              </a:r>
              <a:r>
                <a:rPr lang="zh-CN" altLang="en-US" sz="2400" dirty="0" smtClean="0">
                  <a:solidFill>
                    <a:schemeClr val="tx2"/>
                  </a:solidFill>
                </a:rPr>
                <a:t>简形</a:t>
              </a:r>
              <a:r>
                <a:rPr lang="zh-CN" altLang="en-US" sz="2400" dirty="0">
                  <a:solidFill>
                    <a:schemeClr val="tx2"/>
                  </a:solidFill>
                </a:rPr>
                <a:t>矩阵</a:t>
              </a:r>
            </a:p>
          </p:txBody>
        </p:sp>
        <p:graphicFrame>
          <p:nvGraphicFramePr>
            <p:cNvPr id="1230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4142941"/>
                </p:ext>
              </p:extLst>
            </p:nvPr>
          </p:nvGraphicFramePr>
          <p:xfrm>
            <a:off x="3525252" y="1012260"/>
            <a:ext cx="2634916" cy="14156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33" name="Equation" r:id="rId3" imgW="1180588" imgH="710891" progId="Equation.DSMT4">
                    <p:embed/>
                  </p:oleObj>
                </mc:Choice>
                <mc:Fallback>
                  <p:oleObj name="Equation" r:id="rId3" imgW="1180588" imgH="71089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5252" y="1012260"/>
                          <a:ext cx="2634916" cy="14156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1" name="Text Box 4"/>
          <p:cNvSpPr txBox="1">
            <a:spLocks noChangeArrowheads="1"/>
          </p:cNvSpPr>
          <p:nvPr/>
        </p:nvSpPr>
        <p:spPr bwMode="auto">
          <a:xfrm>
            <a:off x="869951" y="2940050"/>
            <a:ext cx="9332383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200000"/>
              </a:lnSpc>
            </a:pPr>
            <a:r>
              <a:rPr lang="zh-CN" altLang="en-US" sz="2400"/>
              <a:t>解：                                       </a:t>
            </a:r>
          </a:p>
          <a:p>
            <a:pPr algn="just" eaLnBrk="1" hangingPunct="1">
              <a:lnSpc>
                <a:spcPct val="200000"/>
              </a:lnSpc>
            </a:pPr>
            <a:endParaRPr lang="zh-CN" altLang="en-US" sz="2400"/>
          </a:p>
        </p:txBody>
      </p:sp>
      <p:sp>
        <p:nvSpPr>
          <p:cNvPr id="12292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endParaRPr lang="zh-CN" altLang="en-US" sz="2000" dirty="0"/>
          </a:p>
        </p:txBody>
      </p:sp>
      <p:sp>
        <p:nvSpPr>
          <p:cNvPr id="12293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" name="线形标注 1(带边框和强调线) 5"/>
          <p:cNvSpPr/>
          <p:nvPr/>
        </p:nvSpPr>
        <p:spPr>
          <a:xfrm rot="16200000" flipV="1">
            <a:off x="9948438" y="1218808"/>
            <a:ext cx="603759" cy="2088433"/>
          </a:xfrm>
          <a:prstGeom prst="accentBorderCallout1">
            <a:avLst>
              <a:gd name="adj1" fmla="val 77572"/>
              <a:gd name="adj2" fmla="val -8333"/>
              <a:gd name="adj3" fmla="val 39537"/>
              <a:gd name="adj4" fmla="val -3470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vert270" anchor="ctr"/>
          <a:lstStyle/>
          <a:p>
            <a:pPr>
              <a:defRPr/>
            </a:pPr>
            <a:r>
              <a:rPr lang="zh-CN" altLang="en-US" sz="2000" dirty="0">
                <a:solidFill>
                  <a:srgbClr val="FF0000"/>
                </a:solidFill>
              </a:rPr>
              <a:t>行阶梯形</a:t>
            </a:r>
          </a:p>
        </p:txBody>
      </p:sp>
      <p:sp>
        <p:nvSpPr>
          <p:cNvPr id="16" name="线形标注 1(带边框和强调线) 15"/>
          <p:cNvSpPr/>
          <p:nvPr/>
        </p:nvSpPr>
        <p:spPr>
          <a:xfrm rot="5400000">
            <a:off x="6070252" y="5206944"/>
            <a:ext cx="603759" cy="2088433"/>
          </a:xfrm>
          <a:prstGeom prst="accentBorderCallout1">
            <a:avLst>
              <a:gd name="adj1" fmla="val 77572"/>
              <a:gd name="adj2" fmla="val -8333"/>
              <a:gd name="adj3" fmla="val 39537"/>
              <a:gd name="adj4" fmla="val -3470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vert270" anchor="ctr"/>
          <a:lstStyle/>
          <a:p>
            <a:pPr>
              <a:defRPr/>
            </a:pPr>
            <a:r>
              <a:rPr lang="zh-CN" altLang="en-US" sz="2000" dirty="0" smtClean="0">
                <a:solidFill>
                  <a:srgbClr val="FF0000"/>
                </a:solidFill>
              </a:rPr>
              <a:t>最简行阶梯形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695451" y="2733675"/>
            <a:ext cx="10043583" cy="1416050"/>
            <a:chOff x="1272019" y="2733030"/>
            <a:chExt cx="7532687" cy="1416050"/>
          </a:xfrm>
        </p:grpSpPr>
        <p:graphicFrame>
          <p:nvGraphicFramePr>
            <p:cNvPr id="12305" name="Object 3"/>
            <p:cNvGraphicFramePr>
              <a:graphicFrameLocks noChangeAspect="1"/>
            </p:cNvGraphicFramePr>
            <p:nvPr/>
          </p:nvGraphicFramePr>
          <p:xfrm>
            <a:off x="1272019" y="2733030"/>
            <a:ext cx="7532687" cy="1416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34" name="Equation" r:id="rId5" imgW="3810000" imgH="711200" progId="Equation.DSMT4">
                    <p:embed/>
                  </p:oleObj>
                </mc:Choice>
                <mc:Fallback>
                  <p:oleObj name="Equation" r:id="rId5" imgW="38100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2019" y="2733030"/>
                          <a:ext cx="7532687" cy="1416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6" name="Object 3"/>
            <p:cNvGraphicFramePr>
              <a:graphicFrameLocks noChangeAspect="1"/>
            </p:cNvGraphicFramePr>
            <p:nvPr/>
          </p:nvGraphicFramePr>
          <p:xfrm>
            <a:off x="3635896" y="3140968"/>
            <a:ext cx="227013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35" name="Equation" r:id="rId7" imgW="114102" imgH="126780" progId="Equation.DSMT4">
                    <p:embed/>
                  </p:oleObj>
                </mc:Choice>
                <mc:Fallback>
                  <p:oleObj name="Equation" r:id="rId7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5896" y="3140968"/>
                          <a:ext cx="227013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7" name="Object 3"/>
            <p:cNvGraphicFramePr>
              <a:graphicFrameLocks noChangeAspect="1"/>
            </p:cNvGraphicFramePr>
            <p:nvPr/>
          </p:nvGraphicFramePr>
          <p:xfrm>
            <a:off x="6257671" y="3150290"/>
            <a:ext cx="227013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36" name="Equation" r:id="rId9" imgW="114102" imgH="126780" progId="Equation.DSMT4">
                    <p:embed/>
                  </p:oleObj>
                </mc:Choice>
                <mc:Fallback>
                  <p:oleObj name="Equation" r:id="rId9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57671" y="3150290"/>
                          <a:ext cx="227013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1871134" y="4365625"/>
            <a:ext cx="6057900" cy="1416050"/>
            <a:chOff x="1403648" y="4365104"/>
            <a:chExt cx="4543425" cy="1416050"/>
          </a:xfrm>
        </p:grpSpPr>
        <p:graphicFrame>
          <p:nvGraphicFramePr>
            <p:cNvPr id="12302" name="Object 3"/>
            <p:cNvGraphicFramePr>
              <a:graphicFrameLocks noChangeAspect="1"/>
            </p:cNvGraphicFramePr>
            <p:nvPr/>
          </p:nvGraphicFramePr>
          <p:xfrm>
            <a:off x="1403648" y="4365104"/>
            <a:ext cx="4543425" cy="1416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37" name="Equation" r:id="rId10" imgW="2298700" imgH="711200" progId="Equation.DSMT4">
                    <p:embed/>
                  </p:oleObj>
                </mc:Choice>
                <mc:Fallback>
                  <p:oleObj name="Equation" r:id="rId10" imgW="22987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3648" y="4365104"/>
                          <a:ext cx="4543425" cy="1416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3" name="Object 3"/>
            <p:cNvGraphicFramePr>
              <a:graphicFrameLocks noChangeAspect="1"/>
            </p:cNvGraphicFramePr>
            <p:nvPr/>
          </p:nvGraphicFramePr>
          <p:xfrm>
            <a:off x="1491422" y="4772442"/>
            <a:ext cx="227013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38" name="Equation" r:id="rId12" imgW="114102" imgH="126780" progId="Equation.DSMT4">
                    <p:embed/>
                  </p:oleObj>
                </mc:Choice>
                <mc:Fallback>
                  <p:oleObj name="Equation" r:id="rId12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1422" y="4772442"/>
                          <a:ext cx="227013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4" name="Object 3"/>
            <p:cNvGraphicFramePr>
              <a:graphicFrameLocks noChangeAspect="1"/>
            </p:cNvGraphicFramePr>
            <p:nvPr/>
          </p:nvGraphicFramePr>
          <p:xfrm>
            <a:off x="3626952" y="4815418"/>
            <a:ext cx="227013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39" name="Equation" r:id="rId13" imgW="114102" imgH="126780" progId="Equation.DSMT4">
                    <p:embed/>
                  </p:oleObj>
                </mc:Choice>
                <mc:Fallback>
                  <p:oleObj name="Equation" r:id="rId13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6952" y="4815418"/>
                          <a:ext cx="227013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7931151" y="4349750"/>
            <a:ext cx="2910416" cy="1416050"/>
            <a:chOff x="1435936" y="4365104"/>
            <a:chExt cx="2182813" cy="1416050"/>
          </a:xfrm>
        </p:grpSpPr>
        <p:graphicFrame>
          <p:nvGraphicFramePr>
            <p:cNvPr id="12300" name="Object 3"/>
            <p:cNvGraphicFramePr>
              <a:graphicFrameLocks noChangeAspect="1"/>
            </p:cNvGraphicFramePr>
            <p:nvPr/>
          </p:nvGraphicFramePr>
          <p:xfrm>
            <a:off x="1435936" y="4365104"/>
            <a:ext cx="2182813" cy="1416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40" name="Equation" r:id="rId14" imgW="1104900" imgH="711200" progId="Equation.DSMT4">
                    <p:embed/>
                  </p:oleObj>
                </mc:Choice>
                <mc:Fallback>
                  <p:oleObj name="Equation" r:id="rId14" imgW="11049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5936" y="4365104"/>
                          <a:ext cx="2182813" cy="1416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1" name="Object 3"/>
            <p:cNvGraphicFramePr>
              <a:graphicFrameLocks noChangeAspect="1"/>
            </p:cNvGraphicFramePr>
            <p:nvPr/>
          </p:nvGraphicFramePr>
          <p:xfrm>
            <a:off x="1490961" y="4759896"/>
            <a:ext cx="2270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41" name="Equation" r:id="rId16" imgW="114201" imgH="139579" progId="Equation.DSMT4">
                    <p:embed/>
                  </p:oleObj>
                </mc:Choice>
                <mc:Fallback>
                  <p:oleObj name="Equation" r:id="rId16" imgW="114201" imgH="13957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0961" y="4759896"/>
                          <a:ext cx="2270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线形标注 1(带边框和强调线) 27"/>
          <p:cNvSpPr/>
          <p:nvPr/>
        </p:nvSpPr>
        <p:spPr>
          <a:xfrm rot="5400000">
            <a:off x="9334615" y="5206944"/>
            <a:ext cx="603759" cy="2088433"/>
          </a:xfrm>
          <a:prstGeom prst="accentBorderCallout1">
            <a:avLst>
              <a:gd name="adj1" fmla="val 77572"/>
              <a:gd name="adj2" fmla="val -8333"/>
              <a:gd name="adj3" fmla="val 39537"/>
              <a:gd name="adj4" fmla="val -3470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vert270" anchor="ctr"/>
          <a:lstStyle/>
          <a:p>
            <a:pPr>
              <a:defRPr/>
            </a:pPr>
            <a:r>
              <a:rPr lang="zh-CN" altLang="en-US" sz="2000" dirty="0" smtClean="0">
                <a:solidFill>
                  <a:schemeClr val="accent4">
                    <a:lumMod val="95000"/>
                    <a:lumOff val="5000"/>
                  </a:schemeClr>
                </a:solidFill>
              </a:rPr>
              <a:t>  </a:t>
            </a:r>
            <a:r>
              <a:rPr lang="zh-CN" altLang="en-US" sz="2000" dirty="0" smtClean="0">
                <a:solidFill>
                  <a:srgbClr val="FF0000"/>
                </a:solidFill>
              </a:rPr>
              <a:t>等价标准</a:t>
            </a:r>
            <a:r>
              <a:rPr lang="zh-CN" altLang="en-US" sz="2000" dirty="0">
                <a:solidFill>
                  <a:srgbClr val="FF0000"/>
                </a:solidFill>
              </a:rPr>
              <a:t>形</a:t>
            </a:r>
          </a:p>
        </p:txBody>
      </p:sp>
    </p:spTree>
    <p:extLst>
      <p:ext uri="{BB962C8B-B14F-4D97-AF65-F5344CB8AC3E}">
        <p14:creationId xmlns:p14="http://schemas.microsoft.com/office/powerpoint/2010/main" val="2537454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Setting"/>
  <p:tag name="RAINPROBLEM" val="ProblemSettin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495</Words>
  <Application>Microsoft Office PowerPoint</Application>
  <PresentationFormat>自定义</PresentationFormat>
  <Paragraphs>107</Paragraphs>
  <Slides>15</Slides>
  <Notes>2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Office 主题</vt:lpstr>
      <vt:lpstr>1_Office 主题</vt:lpstr>
      <vt:lpstr>Equation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 可逆矩阵</dc:title>
  <dc:creator>Sky123.Org</dc:creator>
  <cp:lastModifiedBy>LSG</cp:lastModifiedBy>
  <cp:revision>146</cp:revision>
  <dcterms:created xsi:type="dcterms:W3CDTF">2016-07-04T12:59:51Z</dcterms:created>
  <dcterms:modified xsi:type="dcterms:W3CDTF">2018-04-09T09:58:07Z</dcterms:modified>
</cp:coreProperties>
</file>