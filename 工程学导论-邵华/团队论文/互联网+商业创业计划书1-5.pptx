
<file path=[Content_Types].xml><?xml version="1.0" encoding="utf-8"?>
<Types xmlns="http://schemas.openxmlformats.org/package/2006/content-types">
  <Default Extension="rels" ContentType="application/vnd.openxmlformats-package.relationships+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19.1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  <p:sldMasterId id="2147483651" r:id="rId2"/>
    <p:sldMasterId id="2147483653" r:id="rId3"/>
    <p:sldMasterId id="2147483655" r:id="rId4"/>
    <p:sldMasterId id="2147483657" r:id="rId5"/>
  </p:sldMasterIdLst>
  <p:sldIdLst>
    <p:sldId id="256" r:id="rId6"/>
    <p:sldId id="260" r:id="rId7"/>
    <p:sldId id="263" r:id="rId8"/>
    <p:sldId id="266" r:id="rId9"/>
    <p:sldId id="269" r:id="rId10"/>
  </p:sldIdLst>
  <p:sldSz cx="18288000" cy="10287000"/>
  <p:notesSz cx="18288000" cy="10287000"/>
  <p:custDataLst>
    <p:tags r:id="rId11"/>
  </p:custDataLst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</p:cSldViewPr>
  </p:notes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5.xml" /><Relationship Id="rId11" Type="http://schemas.openxmlformats.org/officeDocument/2006/relationships/tags" Target="tags/tag1.xml" /><Relationship Id="rId12" Type="http://schemas.openxmlformats.org/officeDocument/2006/relationships/presProps" Target="presProps.xml" /><Relationship Id="rId13" Type="http://schemas.openxmlformats.org/officeDocument/2006/relationships/viewProps" Target="viewProps.xml" /><Relationship Id="rId14" Type="http://schemas.openxmlformats.org/officeDocument/2006/relationships/theme" Target="theme/theme1.xml" /><Relationship Id="rId15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slideMaster" Target="slideMasters/slideMaster3.xml" /><Relationship Id="rId4" Type="http://schemas.openxmlformats.org/officeDocument/2006/relationships/slideMaster" Target="slideMasters/slideMaster4.xml" /><Relationship Id="rId5" Type="http://schemas.openxmlformats.org/officeDocument/2006/relationships/slideMaster" Target="slideMasters/slideMaster5.xml" /><Relationship Id="rId6" Type="http://schemas.openxmlformats.org/officeDocument/2006/relationships/slide" Target="slides/slide1.xml" /><Relationship Id="rId7" Type="http://schemas.openxmlformats.org/officeDocument/2006/relationships/slide" Target="slides/slide2.xml" /><Relationship Id="rId8" Type="http://schemas.openxmlformats.org/officeDocument/2006/relationships/slide" Target="slides/slide3.xml" /><Relationship Id="rId9" Type="http://schemas.openxmlformats.org/officeDocument/2006/relationships/slide" Target="slides/slide4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3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4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5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theme" Target="../theme/theme2.xml" /></Relationships>
</file>

<file path=ppt/slideMasters/_rels/slideMaster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theme" Target="../theme/theme3.xml" /></Relationships>
</file>

<file path=ppt/slideMasters/_rels/slideMaster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theme" Target="../theme/theme4.xml" /></Relationships>
</file>

<file path=ppt/slideMasters/_rels/slideMaster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theme" Target="../theme/theme5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transition/>
  <p:timing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.xml" /><Relationship Id="rId2" Type="http://schemas.openxmlformats.org/officeDocument/2006/relationships/image" Target="../media/image3.jpeg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jpeg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5.jpeg" /></Relationships>
</file>

<file path=ppt/slides/slide1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p14="http://schemas.microsoft.com/office/powerpoint/2010/main" xmlns:a14="http://schemas.microsoft.com/office/drawing/2010/main" xmlns:p15="http://schemas.microsoft.com/office/powerpoint/2012/main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object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4.0.30319.42000"/>
  <p:tag name="AS_OS" val="Microsoft Windows NT 6.2.9200.0"/>
  <p:tag name="AS_RELEASE_DATE" val="2019.01.14"/>
  <p:tag name="AS_TITLE" val="Aspose.Slides for .NET 2.0"/>
  <p:tag name="AS_VERSION" val="19.1"/>
</p:tagLst>
</file>

<file path=ppt/theme/theme1.xml><?xml version="1.0" encoding="utf-8"?>
<a:theme xmlns:r="http://schemas.openxmlformats.org/officeDocument/2006/relationships"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2.xml><?xml version="1.0" encoding="utf-8"?>
<a:theme xmlns:r="http://schemas.openxmlformats.org/officeDocument/2006/relationships"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4.xml><?xml version="1.0" encoding="utf-8"?>
<a:theme xmlns:r="http://schemas.openxmlformats.org/officeDocument/2006/relationships"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5.xml><?xml version="1.0" encoding="utf-8"?>
<a:theme xmlns:r="http://schemas.openxmlformats.org/officeDocument/2006/relationships"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0</Paragraphs>
  <Slides>5</Slides>
  <Notes>0</Notes>
  <TotalTime>0</TotalTime>
  <HiddenSlides>0</HiddenSlides>
  <MMClips>0</MMClips>
  <ScaleCrop>0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baseType="lpstr" size="6">
      <vt:lpstr>Theme Office</vt:lpstr>
      <vt:lpstr>Slide 1</vt:lpstr>
      <vt:lpstr>Slide 2</vt:lpstr>
      <vt:lpstr>Slide 3</vt:lpstr>
      <vt:lpstr>Slide 4</vt:lpstr>
      <vt:lpstr>Slide 5</vt:lpstr>
    </vt:vector>
  </TitlesOfParts>
  <LinksUpToDate>0</LinksUpToDate>
  <SharedDoc>0</SharedDoc>
  <HyperlinksChanged>0</HyperlinksChanged>
  <Application>Aspose.Slides for .NET</Application>
  <AppVersion>19.0100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dc:title>Presentation PowerPoint</dc:title>
  <dc:creator>43459</dc:creator>
  <cp:lastModifiedBy>43459</cp:lastModifiedBy>
  <cp:revision>1</cp:revision>
  <dcterms:modified xsi:type="dcterms:W3CDTF">2020-03-21T10:16:08Z</dcterms:modified>
</cp:coreProperties>
</file>