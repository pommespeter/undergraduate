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7" r:id="rId2"/>
    <p:sldMasterId id="2147483658" r:id="rId3"/>
  </p:sldMasterIdLst>
  <p:notesMasterIdLst>
    <p:notesMasterId r:id="rId21"/>
  </p:notesMasterIdLst>
  <p:sldIdLst>
    <p:sldId id="256" r:id="rId4"/>
    <p:sldId id="292" r:id="rId5"/>
    <p:sldId id="293" r:id="rId6"/>
    <p:sldId id="297" r:id="rId7"/>
    <p:sldId id="294" r:id="rId8"/>
    <p:sldId id="298" r:id="rId9"/>
    <p:sldId id="296" r:id="rId10"/>
    <p:sldId id="299" r:id="rId11"/>
    <p:sldId id="300" r:id="rId12"/>
    <p:sldId id="307" r:id="rId13"/>
    <p:sldId id="301" r:id="rId14"/>
    <p:sldId id="303" r:id="rId15"/>
    <p:sldId id="295" r:id="rId16"/>
    <p:sldId id="304" r:id="rId17"/>
    <p:sldId id="260" r:id="rId18"/>
    <p:sldId id="305" r:id="rId19"/>
    <p:sldId id="306" r:id="rId2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微软雅黑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001">
          <p15:clr>
            <a:srgbClr val="A4A3A4"/>
          </p15:clr>
        </p15:guide>
        <p15:guide id="2" pos="37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63E55"/>
    <a:srgbClr val="003366"/>
    <a:srgbClr val="000066"/>
    <a:srgbClr val="003399"/>
    <a:srgbClr val="963248"/>
    <a:srgbClr val="DCD3BC"/>
    <a:srgbClr val="2F89F5"/>
    <a:srgbClr val="1257AA"/>
    <a:srgbClr val="F4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-876" y="-54"/>
      </p:cViewPr>
      <p:guideLst>
        <p:guide orient="horz" pos="2001"/>
        <p:guide pos="37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页眉占位符 1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099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CF92330-F93F-4A28-B432-7D4FE553E62B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29700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备注占位符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4102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103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ea typeface="宋体" panose="02010600030101010101" pitchFamily="2" charset="-122"/>
              </a:defRPr>
            </a:lvl1pPr>
          </a:lstStyle>
          <a:p>
            <a:fld id="{0C022F11-CB3D-4C44-995E-D755125992A4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842164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59743B-3063-40DF-80DE-CFC563E61E67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7E9E14-3646-4C73-AE36-2F296B9FAAC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862781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4CCF93-6C27-4E8D-921B-A97EC47E4CD2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41DCED-16D5-4C31-B119-8702B9CDCE2A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4687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5E907B-4AFD-43FB-A942-0B09BA0B661E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CF21C4-30A2-41B3-B224-AE2E76CB239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612907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46BFC4-B8BA-427C-B38C-DDE8191775A7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2B7345-B5EF-46C3-B777-406184F3ECE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906520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103A51-75D8-41B7-AD6E-DFABF500C202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8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B6B436-8622-4402-BF16-EF283CF290C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7963262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F9835A-C730-4514-979C-984EE739364F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4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935A3F-8FDC-46DA-8159-EF3F4EA6169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240534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C6D4BC-4708-430C-98D1-723E5AB4C1EB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3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1376B-DDE4-4917-9749-831E1B81E9B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777218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761F2-7C92-4865-B3C8-30899BBDC38D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C1C101-D4C7-4E59-8261-B06672D8022B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669911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2BFE7-0F77-47BA-A58D-4DC21EF0E209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AB8E5A-1620-48B3-A8C9-7B2112DBF9C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928909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8F13EF-6489-45FA-B1F0-1C872532057D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B2D584-B76C-4CEE-932C-7CA5EEFF53E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620833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356503-A9F4-426D-872A-862BC2796EA5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225774-5F5B-4796-AD54-B3EEA8A2E84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71178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80AC0-FB78-4BC8-A78B-BC28F4EF0E94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574EB9-44BF-4B3C-A6F5-AA91E5335A0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46181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A69BD-6258-4425-9C9E-4D747098D771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C9049E-35E8-450D-AF14-6E625B607E4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02577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F876F0-6BC9-414F-8687-747EE178B734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BA99C9-B92D-41EE-BF83-BE3DB01E9CAF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64291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9E093-3012-4C89-9176-807CBBC8C698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B6C8226-32B1-4797-93A7-4F160DA3E882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8768716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756AF-C7A2-431F-A074-B56842404F32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8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2A972B6-7A1C-4252-862C-7EF3C740121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078222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00B265-D35A-4B76-A901-F5EF40AC27DC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4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B148D-D42C-4E0A-9950-E9D99807B7ED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796551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B68C3-9AC2-4175-9283-32E8E8E18C7C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3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4B7ACF-9D52-4877-AA3F-FD33B4AA45B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510885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637F0B-544F-49B3-A47A-2FBD86019FC4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8624B8-42D7-46B7-80C7-B95433FCF01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34300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0DD1F-2D87-4BC4-ACA7-A6D3EA0ED1BE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6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7E66C54-5F3C-48C6-B0B8-8D776D66E9B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559654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CDDD7D-4AE1-4827-BE8B-38343C08AF1B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36CBC5-A550-47C3-9AE8-5FDC483C7CC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29850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5789B3-9B0C-43C8-91A3-E8151EEB75BA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5" name="页脚占位符 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2EDA54E-0F36-4261-865F-2F1EFA25999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505621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729931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74752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05870403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76001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578387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0494473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891031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47111703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13736556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893514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098669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2051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102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 Light" pitchFamily="2" charset="-122"/>
              </a:defRPr>
            </a:lvl1pPr>
          </a:lstStyle>
          <a:p>
            <a:pPr>
              <a:defRPr/>
            </a:pPr>
            <a:fld id="{F3C6A837-E4FC-41A8-8BC2-79C670464540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102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 Light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fld id="{93F8CF90-13CA-4139-AE54-353C5813469C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组合 6"/>
          <p:cNvGrpSpPr>
            <a:grpSpLocks noChangeAspect="1"/>
          </p:cNvGrpSpPr>
          <p:nvPr userDrawn="1"/>
        </p:nvGrpSpPr>
        <p:grpSpPr bwMode="auto">
          <a:xfrm>
            <a:off x="0" y="0"/>
            <a:ext cx="12190413" cy="6858000"/>
            <a:chOff x="0" y="0"/>
            <a:chExt cx="12191092" cy="6857754"/>
          </a:xfrm>
        </p:grpSpPr>
        <p:pic>
          <p:nvPicPr>
            <p:cNvPr id="3080" name="图片 7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1092" cy="6857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81" name="图片 8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1092" cy="6857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5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3076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  <p:sp>
        <p:nvSpPr>
          <p:cNvPr id="2055" name="日期占位符 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 Light" pitchFamily="2" charset="-122"/>
              </a:defRPr>
            </a:lvl1pPr>
          </a:lstStyle>
          <a:p>
            <a:pPr>
              <a:defRPr/>
            </a:pPr>
            <a:fld id="{5D8E2232-263D-4446-9446-BDAAC4002B17}" type="datetimeFigureOut">
              <a:rPr lang="zh-CN" altLang="en-US"/>
              <a:pPr>
                <a:defRPr/>
              </a:pPr>
              <a:t>2018/3/1</a:t>
            </a:fld>
            <a:endParaRPr lang="zh-CN" altLang="en-US"/>
          </a:p>
        </p:txBody>
      </p:sp>
      <p:sp>
        <p:nvSpPr>
          <p:cNvPr id="2056" name="页脚占位符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ea typeface="微软雅黑 Light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7" name="灯片编号占位符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fld id="{A027646C-51AC-4A25-9BBE-E09B63938C5D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ransition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>
            <a:grpSpLocks noChangeAspect="1"/>
          </p:cNvGrpSpPr>
          <p:nvPr userDrawn="1"/>
        </p:nvGrpSpPr>
        <p:grpSpPr bwMode="auto">
          <a:xfrm>
            <a:off x="0" y="0"/>
            <a:ext cx="12190413" cy="6858000"/>
            <a:chOff x="0" y="0"/>
            <a:chExt cx="12191092" cy="6857754"/>
          </a:xfrm>
        </p:grpSpPr>
        <p:pic>
          <p:nvPicPr>
            <p:cNvPr id="4101" name="图片 7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1092" cy="6857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102" name="图片 8"/>
            <p:cNvPicPr>
              <a:picLocks noChangeAspect="1" noChangeArrowheads="1"/>
            </p:cNvPicPr>
            <p:nvPr userDrawn="1"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1092" cy="68577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4099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单击此处编辑母版标题样式</a:t>
            </a:r>
          </a:p>
        </p:txBody>
      </p:sp>
      <p:sp>
        <p:nvSpPr>
          <p:cNvPr id="4100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zh-CN" smtClean="0"/>
              <a:t>单击此处编辑母版文本样式</a:t>
            </a:r>
          </a:p>
          <a:p>
            <a:pPr lvl="1"/>
            <a:r>
              <a:rPr lang="zh-CN" altLang="zh-CN" smtClean="0"/>
              <a:t>第二级</a:t>
            </a:r>
          </a:p>
          <a:p>
            <a:pPr lvl="2"/>
            <a:r>
              <a:rPr lang="zh-CN" altLang="zh-CN" smtClean="0"/>
              <a:t>第三级</a:t>
            </a:r>
          </a:p>
          <a:p>
            <a:pPr lvl="3"/>
            <a:r>
              <a:rPr lang="zh-CN" altLang="zh-CN" smtClean="0"/>
              <a:t>第四级</a:t>
            </a:r>
          </a:p>
          <a:p>
            <a:pPr lvl="4"/>
            <a:r>
              <a:rPr lang="zh-CN" altLang="zh-CN" smtClean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</p:sldLayoutIdLst>
  <p:transition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 Light" pitchFamily="2" charset="-122"/>
          <a:ea typeface="微软雅黑 Light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jpeg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Document1.docx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图片 3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813" y="4041775"/>
            <a:ext cx="6626225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图片 4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950" y="261938"/>
            <a:ext cx="4614863" cy="661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图片 4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9375" y="-79375"/>
            <a:ext cx="4138613" cy="4779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组合 4"/>
          <p:cNvGrpSpPr>
            <a:grpSpLocks/>
          </p:cNvGrpSpPr>
          <p:nvPr/>
        </p:nvGrpSpPr>
        <p:grpSpPr bwMode="auto">
          <a:xfrm>
            <a:off x="2482850" y="2505480"/>
            <a:ext cx="7226301" cy="1052109"/>
            <a:chOff x="0" y="265751"/>
            <a:chExt cx="7227568" cy="1053038"/>
          </a:xfrm>
        </p:grpSpPr>
        <p:sp>
          <p:nvSpPr>
            <p:cNvPr id="5132" name="文本框 3"/>
            <p:cNvSpPr txBox="1">
              <a:spLocks noChangeArrowheads="1"/>
            </p:cNvSpPr>
            <p:nvPr/>
          </p:nvSpPr>
          <p:spPr bwMode="auto">
            <a:xfrm>
              <a:off x="198247" y="265751"/>
              <a:ext cx="6658759" cy="7701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en-US" altLang="zh-CN" sz="4000" b="1" dirty="0" smtClean="0">
                  <a:solidFill>
                    <a:srgbClr val="C63E55"/>
                  </a:solidFill>
                  <a:latin typeface="+mj-lt"/>
                </a:rPr>
                <a:t>《</a:t>
              </a:r>
              <a:r>
                <a:rPr lang="zh-CN" altLang="en-US" sz="4000" b="1" dirty="0">
                  <a:solidFill>
                    <a:srgbClr val="C63E55"/>
                  </a:solidFill>
                </a:rPr>
                <a:t>线性代数</a:t>
              </a:r>
              <a:r>
                <a:rPr lang="en-US" altLang="zh-CN" sz="4000" b="1" dirty="0" smtClean="0">
                  <a:solidFill>
                    <a:srgbClr val="C63E55"/>
                  </a:solidFill>
                  <a:latin typeface="+mj-lt"/>
                </a:rPr>
                <a:t>》</a:t>
              </a:r>
              <a:r>
                <a:rPr lang="zh-CN" altLang="en-US" sz="4400" dirty="0" smtClean="0">
                  <a:solidFill>
                    <a:srgbClr val="000066"/>
                  </a:solidFill>
                  <a:latin typeface="+mj-lt"/>
                </a:rPr>
                <a:t>课程教学设计</a:t>
              </a:r>
              <a:endParaRPr lang="zh-CN" altLang="en-US" sz="4400" dirty="0">
                <a:solidFill>
                  <a:srgbClr val="000066"/>
                </a:solidFill>
                <a:latin typeface="Agency FB" panose="020B0503020202020204" pitchFamily="34" charset="0"/>
              </a:endParaRPr>
            </a:p>
          </p:txBody>
        </p:sp>
        <p:grpSp>
          <p:nvGrpSpPr>
            <p:cNvPr id="5133" name="组合 2"/>
            <p:cNvGrpSpPr>
              <a:grpSpLocks/>
            </p:cNvGrpSpPr>
            <p:nvPr/>
          </p:nvGrpSpPr>
          <p:grpSpPr bwMode="auto">
            <a:xfrm>
              <a:off x="0" y="1107996"/>
              <a:ext cx="7227568" cy="210793"/>
              <a:chOff x="0" y="0"/>
              <a:chExt cx="7227568" cy="210793"/>
            </a:xfrm>
          </p:grpSpPr>
          <p:grpSp>
            <p:nvGrpSpPr>
              <p:cNvPr id="5134" name="组合 8"/>
              <p:cNvGrpSpPr>
                <a:grpSpLocks/>
              </p:cNvGrpSpPr>
              <p:nvPr/>
            </p:nvGrpSpPr>
            <p:grpSpPr bwMode="auto">
              <a:xfrm>
                <a:off x="0" y="52698"/>
                <a:ext cx="7227568" cy="105397"/>
                <a:chOff x="0" y="0"/>
                <a:chExt cx="4656093" cy="0"/>
              </a:xfrm>
            </p:grpSpPr>
            <p:cxnSp>
              <p:nvCxnSpPr>
                <p:cNvPr id="5136" name="直接连接符 5"/>
                <p:cNvCxnSpPr>
                  <a:cxnSpLocks noChangeShapeType="1"/>
                </p:cNvCxnSpPr>
                <p:nvPr/>
              </p:nvCxnSpPr>
              <p:spPr bwMode="auto">
                <a:xfrm>
                  <a:off x="0" y="0"/>
                  <a:ext cx="2141493" cy="0"/>
                </a:xfrm>
                <a:prstGeom prst="line">
                  <a:avLst/>
                </a:prstGeom>
                <a:noFill/>
                <a:ln w="63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5137" name="直接连接符 9"/>
                <p:cNvCxnSpPr>
                  <a:cxnSpLocks noChangeShapeType="1"/>
                </p:cNvCxnSpPr>
                <p:nvPr/>
              </p:nvCxnSpPr>
              <p:spPr bwMode="auto">
                <a:xfrm>
                  <a:off x="2514600" y="0"/>
                  <a:ext cx="2141493" cy="0"/>
                </a:xfrm>
                <a:prstGeom prst="line">
                  <a:avLst/>
                </a:prstGeom>
                <a:noFill/>
                <a:ln w="635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5135" name="等腰三角形 10"/>
              <p:cNvSpPr>
                <a:spLocks noChangeArrowheads="1"/>
              </p:cNvSpPr>
              <p:nvPr/>
            </p:nvSpPr>
            <p:spPr bwMode="auto">
              <a:xfrm>
                <a:off x="3491524" y="0"/>
                <a:ext cx="244520" cy="210793"/>
              </a:xfrm>
              <a:prstGeom prst="triangle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</p:grpSp>
      <p:grpSp>
        <p:nvGrpSpPr>
          <p:cNvPr id="7" name="组合 44"/>
          <p:cNvGrpSpPr>
            <a:grpSpLocks/>
          </p:cNvGrpSpPr>
          <p:nvPr/>
        </p:nvGrpSpPr>
        <p:grpSpPr bwMode="auto">
          <a:xfrm>
            <a:off x="6299200" y="3752850"/>
            <a:ext cx="1409329" cy="461665"/>
            <a:chOff x="0" y="0"/>
            <a:chExt cx="1409607" cy="461367"/>
          </a:xfrm>
        </p:grpSpPr>
        <p:sp>
          <p:nvSpPr>
            <p:cNvPr id="5130" name="椭圆 15"/>
            <p:cNvSpPr>
              <a:spLocks noChangeArrowheads="1"/>
            </p:cNvSpPr>
            <p:nvPr/>
          </p:nvSpPr>
          <p:spPr bwMode="auto">
            <a:xfrm>
              <a:off x="0" y="143494"/>
              <a:ext cx="174171" cy="1741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131" name="文本框 11"/>
            <p:cNvSpPr txBox="1">
              <a:spLocks noChangeArrowheads="1"/>
            </p:cNvSpPr>
            <p:nvPr/>
          </p:nvSpPr>
          <p:spPr bwMode="auto">
            <a:xfrm>
              <a:off x="301392" y="0"/>
              <a:ext cx="1108215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400" dirty="0" smtClean="0">
                  <a:solidFill>
                    <a:schemeClr val="accent2"/>
                  </a:solidFill>
                  <a:latin typeface="Agency FB" panose="020B0503020202020204" pitchFamily="34" charset="0"/>
                </a:rPr>
                <a:t>李绍刚</a:t>
              </a:r>
              <a:endParaRPr lang="zh-CN" altLang="en-US" sz="2400" dirty="0">
                <a:solidFill>
                  <a:schemeClr val="accent2"/>
                </a:solidFill>
                <a:latin typeface="Agency FB" panose="020B0503020202020204" pitchFamily="34" charset="0"/>
              </a:endParaRPr>
            </a:p>
          </p:txBody>
        </p:sp>
      </p:grpSp>
      <p:grpSp>
        <p:nvGrpSpPr>
          <p:cNvPr id="8" name="组合 43"/>
          <p:cNvGrpSpPr>
            <a:grpSpLocks/>
          </p:cNvGrpSpPr>
          <p:nvPr/>
        </p:nvGrpSpPr>
        <p:grpSpPr bwMode="auto">
          <a:xfrm>
            <a:off x="2647950" y="3752850"/>
            <a:ext cx="2821096" cy="461665"/>
            <a:chOff x="0" y="0"/>
            <a:chExt cx="2820334" cy="461367"/>
          </a:xfrm>
        </p:grpSpPr>
        <p:sp>
          <p:nvSpPr>
            <p:cNvPr id="5128" name="椭圆 6"/>
            <p:cNvSpPr>
              <a:spLocks noChangeArrowheads="1"/>
            </p:cNvSpPr>
            <p:nvPr/>
          </p:nvSpPr>
          <p:spPr bwMode="auto">
            <a:xfrm>
              <a:off x="0" y="143494"/>
              <a:ext cx="174171" cy="174171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5129" name="文本框 17"/>
            <p:cNvSpPr txBox="1">
              <a:spLocks noChangeArrowheads="1"/>
            </p:cNvSpPr>
            <p:nvPr/>
          </p:nvSpPr>
          <p:spPr bwMode="auto">
            <a:xfrm>
              <a:off x="174171" y="0"/>
              <a:ext cx="2646163" cy="4613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400" dirty="0" smtClean="0">
                  <a:solidFill>
                    <a:schemeClr val="accent2"/>
                  </a:solidFill>
                  <a:latin typeface="Agency FB" panose="020B0503020202020204" pitchFamily="34" charset="0"/>
                </a:rPr>
                <a:t>桂林电子科技大学</a:t>
              </a:r>
              <a:endParaRPr lang="zh-CN" altLang="en-US" sz="2400" dirty="0">
                <a:solidFill>
                  <a:schemeClr val="accent2"/>
                </a:solidFill>
                <a:latin typeface="Agency FB" panose="020B0503020202020204" pitchFamily="34" charset="0"/>
              </a:endParaRP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5350" y="-3913188"/>
            <a:ext cx="7308850" cy="746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6151267" y="920751"/>
            <a:ext cx="4549928" cy="818623"/>
            <a:chOff x="0" y="-1587"/>
            <a:chExt cx="4549928" cy="818649"/>
          </a:xfrm>
        </p:grpSpPr>
        <p:grpSp>
          <p:nvGrpSpPr>
            <p:cNvPr id="7207" name="组合 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1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8" name="组合 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1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9" name="组合 12"/>
            <p:cNvGrpSpPr>
              <a:grpSpLocks/>
            </p:cNvGrpSpPr>
            <p:nvPr/>
          </p:nvGrpSpPr>
          <p:grpSpPr bwMode="auto">
            <a:xfrm>
              <a:off x="851398" y="-1587"/>
              <a:ext cx="3698530" cy="471596"/>
              <a:chOff x="96656" y="-1587"/>
              <a:chExt cx="3698530" cy="471596"/>
            </a:xfrm>
          </p:grpSpPr>
          <p:cxnSp>
            <p:nvCxnSpPr>
              <p:cNvPr id="721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11" name="文本框 14"/>
              <p:cNvSpPr txBox="1">
                <a:spLocks noChangeArrowheads="1"/>
              </p:cNvSpPr>
              <p:nvPr/>
            </p:nvSpPr>
            <p:spPr bwMode="auto">
              <a:xfrm>
                <a:off x="342406" y="-1587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课程设置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17"/>
          <p:cNvGrpSpPr>
            <a:grpSpLocks/>
          </p:cNvGrpSpPr>
          <p:nvPr/>
        </p:nvGrpSpPr>
        <p:grpSpPr bwMode="auto">
          <a:xfrm>
            <a:off x="6151267" y="2263126"/>
            <a:ext cx="4549928" cy="817036"/>
            <a:chOff x="0" y="0"/>
            <a:chExt cx="4549928" cy="817062"/>
          </a:xfrm>
        </p:grpSpPr>
        <p:grpSp>
          <p:nvGrpSpPr>
            <p:cNvPr id="7197" name="组合 1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0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组合 1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0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9" name="组合 20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200" name="直接连接符 21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01" name="文本框 22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教学对象分析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28"/>
          <p:cNvGrpSpPr>
            <a:grpSpLocks/>
          </p:cNvGrpSpPr>
          <p:nvPr/>
        </p:nvGrpSpPr>
        <p:grpSpPr bwMode="auto">
          <a:xfrm>
            <a:off x="6151267" y="3646737"/>
            <a:ext cx="4549928" cy="817036"/>
            <a:chOff x="0" y="0"/>
            <a:chExt cx="4549928" cy="817062"/>
          </a:xfrm>
        </p:grpSpPr>
        <p:grpSp>
          <p:nvGrpSpPr>
            <p:cNvPr id="7187" name="组合 29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9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8" name="组合 30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9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9" name="组合 31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90" name="直接连接符 32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91" name="文本框 33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课程设计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" name="组合 61"/>
          <p:cNvGrpSpPr>
            <a:grpSpLocks/>
          </p:cNvGrpSpPr>
          <p:nvPr/>
        </p:nvGrpSpPr>
        <p:grpSpPr bwMode="auto">
          <a:xfrm>
            <a:off x="6151267" y="5009027"/>
            <a:ext cx="4549928" cy="817037"/>
            <a:chOff x="0" y="0"/>
            <a:chExt cx="4549928" cy="817062"/>
          </a:xfrm>
        </p:grpSpPr>
        <p:grpSp>
          <p:nvGrpSpPr>
            <p:cNvPr id="7177" name="组合 62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8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8" name="组合 63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8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9" name="组合 64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80" name="直接连接符 65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81" name="文本框 66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教学实施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9" name="文本框 3"/>
          <p:cNvSpPr txBox="1">
            <a:spLocks noChangeArrowheads="1"/>
          </p:cNvSpPr>
          <p:nvPr/>
        </p:nvSpPr>
        <p:spPr bwMode="auto">
          <a:xfrm>
            <a:off x="977294" y="3527208"/>
            <a:ext cx="3064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课程教学设计</a:t>
            </a:r>
            <a:endParaRPr lang="zh-CN" altLang="en-US" sz="36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694769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2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5350" y="-3913188"/>
            <a:ext cx="7308850" cy="746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6151267" y="920751"/>
            <a:ext cx="4549928" cy="818623"/>
            <a:chOff x="0" y="-1587"/>
            <a:chExt cx="4549928" cy="818649"/>
          </a:xfrm>
        </p:grpSpPr>
        <p:grpSp>
          <p:nvGrpSpPr>
            <p:cNvPr id="7207" name="组合 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1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8" name="组合 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1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9" name="组合 12"/>
            <p:cNvGrpSpPr>
              <a:grpSpLocks/>
            </p:cNvGrpSpPr>
            <p:nvPr/>
          </p:nvGrpSpPr>
          <p:grpSpPr bwMode="auto">
            <a:xfrm>
              <a:off x="851398" y="-1587"/>
              <a:ext cx="3698530" cy="471596"/>
              <a:chOff x="96656" y="-1587"/>
              <a:chExt cx="3698530" cy="471596"/>
            </a:xfrm>
          </p:grpSpPr>
          <p:cxnSp>
            <p:nvCxnSpPr>
              <p:cNvPr id="721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11" name="文本框 14"/>
              <p:cNvSpPr txBox="1">
                <a:spLocks noChangeArrowheads="1"/>
              </p:cNvSpPr>
              <p:nvPr/>
            </p:nvSpPr>
            <p:spPr bwMode="auto">
              <a:xfrm>
                <a:off x="342406" y="-1587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b="1" dirty="0" smtClean="0">
                    <a:solidFill>
                      <a:srgbClr val="C63E5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课程设置</a:t>
                </a:r>
                <a:endParaRPr lang="zh-CN" altLang="en-US" sz="24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17"/>
          <p:cNvGrpSpPr>
            <a:grpSpLocks/>
          </p:cNvGrpSpPr>
          <p:nvPr/>
        </p:nvGrpSpPr>
        <p:grpSpPr bwMode="auto">
          <a:xfrm>
            <a:off x="6151267" y="2263126"/>
            <a:ext cx="4549928" cy="817036"/>
            <a:chOff x="0" y="0"/>
            <a:chExt cx="4549928" cy="817062"/>
          </a:xfrm>
        </p:grpSpPr>
        <p:grpSp>
          <p:nvGrpSpPr>
            <p:cNvPr id="7197" name="组合 1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0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组合 1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0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9" name="组合 20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200" name="直接连接符 21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01" name="文本框 22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教学对象分析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28"/>
          <p:cNvGrpSpPr>
            <a:grpSpLocks/>
          </p:cNvGrpSpPr>
          <p:nvPr/>
        </p:nvGrpSpPr>
        <p:grpSpPr bwMode="auto">
          <a:xfrm>
            <a:off x="6151267" y="3646737"/>
            <a:ext cx="4549928" cy="817036"/>
            <a:chOff x="0" y="0"/>
            <a:chExt cx="4549928" cy="817062"/>
          </a:xfrm>
        </p:grpSpPr>
        <p:grpSp>
          <p:nvGrpSpPr>
            <p:cNvPr id="7187" name="组合 29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9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8" name="组合 30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9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9" name="组合 31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90" name="直接连接符 32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91" name="文本框 33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课程设计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" name="组合 61"/>
          <p:cNvGrpSpPr>
            <a:grpSpLocks/>
          </p:cNvGrpSpPr>
          <p:nvPr/>
        </p:nvGrpSpPr>
        <p:grpSpPr bwMode="auto">
          <a:xfrm>
            <a:off x="6151267" y="5009027"/>
            <a:ext cx="4549928" cy="817037"/>
            <a:chOff x="0" y="0"/>
            <a:chExt cx="4549928" cy="817062"/>
          </a:xfrm>
        </p:grpSpPr>
        <p:grpSp>
          <p:nvGrpSpPr>
            <p:cNvPr id="7177" name="组合 62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8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8" name="组合 63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8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9" name="组合 64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80" name="直接连接符 65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81" name="文本框 66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教学实施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9" name="文本框 3"/>
          <p:cNvSpPr txBox="1">
            <a:spLocks noChangeArrowheads="1"/>
          </p:cNvSpPr>
          <p:nvPr/>
        </p:nvSpPr>
        <p:spPr bwMode="auto">
          <a:xfrm>
            <a:off x="977294" y="3527208"/>
            <a:ext cx="3064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课程教学设计</a:t>
            </a:r>
            <a:endParaRPr lang="zh-CN" altLang="en-US" sz="36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6227937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6"/>
          <p:cNvGrpSpPr>
            <a:grpSpLocks/>
          </p:cNvGrpSpPr>
          <p:nvPr/>
        </p:nvGrpSpPr>
        <p:grpSpPr bwMode="auto">
          <a:xfrm>
            <a:off x="571500" y="1644123"/>
            <a:ext cx="3486150" cy="1701800"/>
            <a:chOff x="0" y="0"/>
            <a:chExt cx="4215759" cy="2057400"/>
          </a:xfrm>
        </p:grpSpPr>
        <p:grpSp>
          <p:nvGrpSpPr>
            <p:cNvPr id="18458" name="组合 20"/>
            <p:cNvGrpSpPr>
              <a:grpSpLocks/>
            </p:cNvGrpSpPr>
            <p:nvPr/>
          </p:nvGrpSpPr>
          <p:grpSpPr bwMode="auto">
            <a:xfrm>
              <a:off x="0" y="0"/>
              <a:ext cx="4215759" cy="2057400"/>
              <a:chOff x="0" y="0"/>
              <a:chExt cx="4215758" cy="2057400"/>
            </a:xfrm>
          </p:grpSpPr>
          <p:sp>
            <p:nvSpPr>
              <p:cNvPr id="18462" name="圆角矩形 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5758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63" name="圆角矩形 2"/>
              <p:cNvSpPr>
                <a:spLocks noChangeArrowheads="1"/>
              </p:cNvSpPr>
              <p:nvPr/>
            </p:nvSpPr>
            <p:spPr bwMode="auto">
              <a:xfrm>
                <a:off x="2365526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grpSp>
            <p:nvGrpSpPr>
              <p:cNvPr id="18464" name="组合 6"/>
              <p:cNvGrpSpPr>
                <a:grpSpLocks/>
              </p:cNvGrpSpPr>
              <p:nvPr/>
            </p:nvGrpSpPr>
            <p:grpSpPr bwMode="auto">
              <a:xfrm>
                <a:off x="2726896" y="600076"/>
                <a:ext cx="898890" cy="857248"/>
                <a:chOff x="0" y="0"/>
                <a:chExt cx="520963" cy="496831"/>
              </a:xfrm>
            </p:grpSpPr>
            <p:sp>
              <p:nvSpPr>
                <p:cNvPr id="18465" name="Freeform 7"/>
                <p:cNvSpPr>
                  <a:spLocks noEditPoints="1"/>
                </p:cNvSpPr>
                <p:nvPr/>
              </p:nvSpPr>
              <p:spPr bwMode="auto">
                <a:xfrm>
                  <a:off x="0" y="0"/>
                  <a:ext cx="520963" cy="496831"/>
                </a:xfrm>
                <a:custGeom>
                  <a:avLst/>
                  <a:gdLst>
                    <a:gd name="T0" fmla="*/ 1697659913 w 135"/>
                    <a:gd name="T1" fmla="*/ 1913496030 h 129"/>
                    <a:gd name="T2" fmla="*/ 893505408 w 135"/>
                    <a:gd name="T3" fmla="*/ 1913496030 h 129"/>
                    <a:gd name="T4" fmla="*/ 893505408 w 135"/>
                    <a:gd name="T5" fmla="*/ 1231162523 h 129"/>
                    <a:gd name="T6" fmla="*/ 640344517 w 135"/>
                    <a:gd name="T7" fmla="*/ 1231162523 h 129"/>
                    <a:gd name="T8" fmla="*/ 640344517 w 135"/>
                    <a:gd name="T9" fmla="*/ 1913496030 h 129"/>
                    <a:gd name="T10" fmla="*/ 312728280 w 135"/>
                    <a:gd name="T11" fmla="*/ 1913496030 h 129"/>
                    <a:gd name="T12" fmla="*/ 193593683 w 135"/>
                    <a:gd name="T13" fmla="*/ 1794830505 h 129"/>
                    <a:gd name="T14" fmla="*/ 193593683 w 135"/>
                    <a:gd name="T15" fmla="*/ 1112496998 h 129"/>
                    <a:gd name="T16" fmla="*/ 59567283 w 135"/>
                    <a:gd name="T17" fmla="*/ 1112496998 h 129"/>
                    <a:gd name="T18" fmla="*/ 44675466 w 135"/>
                    <a:gd name="T19" fmla="*/ 1097665251 h 129"/>
                    <a:gd name="T20" fmla="*/ 0 w 135"/>
                    <a:gd name="T21" fmla="*/ 1008662979 h 129"/>
                    <a:gd name="T22" fmla="*/ 44675466 w 135"/>
                    <a:gd name="T23" fmla="*/ 919664798 h 129"/>
                    <a:gd name="T24" fmla="*/ 923289042 w 135"/>
                    <a:gd name="T25" fmla="*/ 44499105 h 129"/>
                    <a:gd name="T26" fmla="*/ 1087099271 w 135"/>
                    <a:gd name="T27" fmla="*/ 44499105 h 129"/>
                    <a:gd name="T28" fmla="*/ 1965712621 w 135"/>
                    <a:gd name="T29" fmla="*/ 919664798 h 129"/>
                    <a:gd name="T30" fmla="*/ 2010388072 w 135"/>
                    <a:gd name="T31" fmla="*/ 1008662979 h 129"/>
                    <a:gd name="T32" fmla="*/ 1965712621 w 135"/>
                    <a:gd name="T33" fmla="*/ 1097665251 h 129"/>
                    <a:gd name="T34" fmla="*/ 1950820804 w 135"/>
                    <a:gd name="T35" fmla="*/ 1112496998 h 129"/>
                    <a:gd name="T36" fmla="*/ 1816794450 w 135"/>
                    <a:gd name="T37" fmla="*/ 1112496998 h 129"/>
                    <a:gd name="T38" fmla="*/ 1816794450 w 135"/>
                    <a:gd name="T39" fmla="*/ 1794830505 h 129"/>
                    <a:gd name="T40" fmla="*/ 1697659913 w 135"/>
                    <a:gd name="T41" fmla="*/ 1913496030 h 129"/>
                    <a:gd name="T42" fmla="*/ 148918231 w 135"/>
                    <a:gd name="T43" fmla="*/ 993831232 h 129"/>
                    <a:gd name="T44" fmla="*/ 312728280 w 135"/>
                    <a:gd name="T45" fmla="*/ 993831232 h 129"/>
                    <a:gd name="T46" fmla="*/ 312728280 w 135"/>
                    <a:gd name="T47" fmla="*/ 1794830505 h 129"/>
                    <a:gd name="T48" fmla="*/ 506318163 w 135"/>
                    <a:gd name="T49" fmla="*/ 1779994908 h 129"/>
                    <a:gd name="T50" fmla="*/ 506318163 w 135"/>
                    <a:gd name="T51" fmla="*/ 1216330776 h 129"/>
                    <a:gd name="T52" fmla="*/ 610560883 w 135"/>
                    <a:gd name="T53" fmla="*/ 1112496998 h 129"/>
                    <a:gd name="T54" fmla="*/ 923289042 w 135"/>
                    <a:gd name="T55" fmla="*/ 1112496998 h 129"/>
                    <a:gd name="T56" fmla="*/ 1012640186 w 135"/>
                    <a:gd name="T57" fmla="*/ 1216330776 h 129"/>
                    <a:gd name="T58" fmla="*/ 1012640186 w 135"/>
                    <a:gd name="T59" fmla="*/ 1779994908 h 129"/>
                    <a:gd name="T60" fmla="*/ 1697659913 w 135"/>
                    <a:gd name="T61" fmla="*/ 1779994908 h 129"/>
                    <a:gd name="T62" fmla="*/ 1697659913 w 135"/>
                    <a:gd name="T63" fmla="*/ 993831232 h 129"/>
                    <a:gd name="T64" fmla="*/ 1861469902 w 135"/>
                    <a:gd name="T65" fmla="*/ 993831232 h 129"/>
                    <a:gd name="T66" fmla="*/ 1012640186 w 135"/>
                    <a:gd name="T67" fmla="*/ 133501183 h 129"/>
                    <a:gd name="T68" fmla="*/ 148918231 w 135"/>
                    <a:gd name="T69" fmla="*/ 993831232 h 129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w 135"/>
                    <a:gd name="T106" fmla="*/ 0 h 129"/>
                    <a:gd name="T107" fmla="*/ 135 w 135"/>
                    <a:gd name="T108" fmla="*/ 129 h 129"/>
                  </a:gdLst>
                  <a:ahLst/>
                  <a:cxnLst>
                    <a:cxn ang="T70">
                      <a:pos x="T0" y="T1"/>
                    </a:cxn>
                    <a:cxn ang="T71">
                      <a:pos x="T2" y="T3"/>
                    </a:cxn>
                    <a:cxn ang="T72">
                      <a:pos x="T4" y="T5"/>
                    </a:cxn>
                    <a:cxn ang="T73">
                      <a:pos x="T6" y="T7"/>
                    </a:cxn>
                    <a:cxn ang="T74">
                      <a:pos x="T8" y="T9"/>
                    </a:cxn>
                    <a:cxn ang="T75">
                      <a:pos x="T10" y="T11"/>
                    </a:cxn>
                    <a:cxn ang="T76">
                      <a:pos x="T12" y="T13"/>
                    </a:cxn>
                    <a:cxn ang="T77">
                      <a:pos x="T14" y="T15"/>
                    </a:cxn>
                    <a:cxn ang="T78">
                      <a:pos x="T16" y="T17"/>
                    </a:cxn>
                    <a:cxn ang="T79">
                      <a:pos x="T18" y="T19"/>
                    </a:cxn>
                    <a:cxn ang="T80">
                      <a:pos x="T20" y="T21"/>
                    </a:cxn>
                    <a:cxn ang="T81">
                      <a:pos x="T22" y="T23"/>
                    </a:cxn>
                    <a:cxn ang="T82">
                      <a:pos x="T24" y="T25"/>
                    </a:cxn>
                    <a:cxn ang="T83">
                      <a:pos x="T26" y="T27"/>
                    </a:cxn>
                    <a:cxn ang="T84">
                      <a:pos x="T28" y="T29"/>
                    </a:cxn>
                    <a:cxn ang="T85">
                      <a:pos x="T30" y="T31"/>
                    </a:cxn>
                    <a:cxn ang="T86">
                      <a:pos x="T32" y="T33"/>
                    </a:cxn>
                    <a:cxn ang="T87">
                      <a:pos x="T34" y="T35"/>
                    </a:cxn>
                    <a:cxn ang="T88">
                      <a:pos x="T36" y="T37"/>
                    </a:cxn>
                    <a:cxn ang="T89">
                      <a:pos x="T38" y="T39"/>
                    </a:cxn>
                    <a:cxn ang="T90">
                      <a:pos x="T40" y="T41"/>
                    </a:cxn>
                    <a:cxn ang="T91">
                      <a:pos x="T42" y="T43"/>
                    </a:cxn>
                    <a:cxn ang="T92">
                      <a:pos x="T44" y="T45"/>
                    </a:cxn>
                    <a:cxn ang="T93">
                      <a:pos x="T46" y="T47"/>
                    </a:cxn>
                    <a:cxn ang="T94">
                      <a:pos x="T48" y="T49"/>
                    </a:cxn>
                    <a:cxn ang="T95">
                      <a:pos x="T50" y="T51"/>
                    </a:cxn>
                    <a:cxn ang="T96">
                      <a:pos x="T52" y="T53"/>
                    </a:cxn>
                    <a:cxn ang="T97">
                      <a:pos x="T54" y="T55"/>
                    </a:cxn>
                    <a:cxn ang="T98">
                      <a:pos x="T56" y="T57"/>
                    </a:cxn>
                    <a:cxn ang="T99">
                      <a:pos x="T58" y="T59"/>
                    </a:cxn>
                    <a:cxn ang="T100">
                      <a:pos x="T60" y="T61"/>
                    </a:cxn>
                    <a:cxn ang="T101">
                      <a:pos x="T62" y="T63"/>
                    </a:cxn>
                    <a:cxn ang="T102">
                      <a:pos x="T64" y="T65"/>
                    </a:cxn>
                    <a:cxn ang="T103">
                      <a:pos x="T66" y="T67"/>
                    </a:cxn>
                    <a:cxn ang="T104">
                      <a:pos x="T68" y="T69"/>
                    </a:cxn>
                  </a:cxnLst>
                  <a:rect l="T105" t="T106" r="T107" b="T108"/>
                  <a:pathLst>
                    <a:path w="135" h="129">
                      <a:moveTo>
                        <a:pt x="114" y="129"/>
                      </a:moveTo>
                      <a:cubicBezTo>
                        <a:pt x="60" y="129"/>
                        <a:pt x="60" y="129"/>
                        <a:pt x="60" y="129"/>
                      </a:cubicBezTo>
                      <a:cubicBezTo>
                        <a:pt x="60" y="83"/>
                        <a:pt x="60" y="83"/>
                        <a:pt x="60" y="83"/>
                      </a:cubicBezTo>
                      <a:cubicBezTo>
                        <a:pt x="43" y="83"/>
                        <a:pt x="43" y="83"/>
                        <a:pt x="43" y="83"/>
                      </a:cubicBezTo>
                      <a:cubicBezTo>
                        <a:pt x="43" y="129"/>
                        <a:pt x="43" y="129"/>
                        <a:pt x="43" y="129"/>
                      </a:cubicBezTo>
                      <a:cubicBezTo>
                        <a:pt x="21" y="129"/>
                        <a:pt x="21" y="129"/>
                        <a:pt x="21" y="129"/>
                      </a:cubicBezTo>
                      <a:cubicBezTo>
                        <a:pt x="16" y="129"/>
                        <a:pt x="13" y="125"/>
                        <a:pt x="13" y="121"/>
                      </a:cubicBezTo>
                      <a:cubicBezTo>
                        <a:pt x="13" y="75"/>
                        <a:pt x="13" y="75"/>
                        <a:pt x="13" y="75"/>
                      </a:cubicBezTo>
                      <a:cubicBezTo>
                        <a:pt x="4" y="75"/>
                        <a:pt x="4" y="75"/>
                        <a:pt x="4" y="75"/>
                      </a:cubicBezTo>
                      <a:cubicBezTo>
                        <a:pt x="3" y="74"/>
                        <a:pt x="3" y="74"/>
                        <a:pt x="3" y="74"/>
                      </a:cubicBezTo>
                      <a:cubicBezTo>
                        <a:pt x="1" y="72"/>
                        <a:pt x="0" y="70"/>
                        <a:pt x="0" y="68"/>
                      </a:cubicBezTo>
                      <a:cubicBezTo>
                        <a:pt x="0" y="66"/>
                        <a:pt x="1" y="64"/>
                        <a:pt x="3" y="62"/>
                      </a:cubicBezTo>
                      <a:cubicBezTo>
                        <a:pt x="62" y="3"/>
                        <a:pt x="62" y="3"/>
                        <a:pt x="62" y="3"/>
                      </a:cubicBezTo>
                      <a:cubicBezTo>
                        <a:pt x="65" y="0"/>
                        <a:pt x="70" y="0"/>
                        <a:pt x="73" y="3"/>
                      </a:cubicBezTo>
                      <a:cubicBezTo>
                        <a:pt x="132" y="62"/>
                        <a:pt x="132" y="62"/>
                        <a:pt x="132" y="62"/>
                      </a:cubicBezTo>
                      <a:cubicBezTo>
                        <a:pt x="134" y="64"/>
                        <a:pt x="135" y="66"/>
                        <a:pt x="135" y="68"/>
                      </a:cubicBezTo>
                      <a:cubicBezTo>
                        <a:pt x="135" y="70"/>
                        <a:pt x="134" y="72"/>
                        <a:pt x="132" y="74"/>
                      </a:cubicBezTo>
                      <a:cubicBezTo>
                        <a:pt x="131" y="75"/>
                        <a:pt x="131" y="75"/>
                        <a:pt x="131" y="75"/>
                      </a:cubicBezTo>
                      <a:cubicBezTo>
                        <a:pt x="122" y="75"/>
                        <a:pt x="122" y="75"/>
                        <a:pt x="122" y="75"/>
                      </a:cubicBezTo>
                      <a:cubicBezTo>
                        <a:pt x="122" y="121"/>
                        <a:pt x="122" y="121"/>
                        <a:pt x="122" y="121"/>
                      </a:cubicBezTo>
                      <a:cubicBezTo>
                        <a:pt x="122" y="125"/>
                        <a:pt x="119" y="129"/>
                        <a:pt x="114" y="129"/>
                      </a:cubicBezTo>
                      <a:close/>
                      <a:moveTo>
                        <a:pt x="10" y="67"/>
                      </a:moveTo>
                      <a:cubicBezTo>
                        <a:pt x="21" y="67"/>
                        <a:pt x="21" y="67"/>
                        <a:pt x="21" y="67"/>
                      </a:cubicBezTo>
                      <a:cubicBezTo>
                        <a:pt x="21" y="121"/>
                        <a:pt x="21" y="121"/>
                        <a:pt x="21" y="121"/>
                      </a:cubicBezTo>
                      <a:cubicBezTo>
                        <a:pt x="34" y="120"/>
                        <a:pt x="34" y="120"/>
                        <a:pt x="34" y="120"/>
                      </a:cubicBezTo>
                      <a:cubicBezTo>
                        <a:pt x="34" y="82"/>
                        <a:pt x="34" y="82"/>
                        <a:pt x="34" y="82"/>
                      </a:cubicBezTo>
                      <a:cubicBezTo>
                        <a:pt x="34" y="78"/>
                        <a:pt x="37" y="75"/>
                        <a:pt x="41" y="75"/>
                      </a:cubicBezTo>
                      <a:cubicBezTo>
                        <a:pt x="62" y="75"/>
                        <a:pt x="62" y="75"/>
                        <a:pt x="62" y="75"/>
                      </a:cubicBezTo>
                      <a:cubicBezTo>
                        <a:pt x="65" y="75"/>
                        <a:pt x="68" y="78"/>
                        <a:pt x="68" y="82"/>
                      </a:cubicBezTo>
                      <a:cubicBezTo>
                        <a:pt x="68" y="120"/>
                        <a:pt x="68" y="120"/>
                        <a:pt x="68" y="120"/>
                      </a:cubicBezTo>
                      <a:cubicBezTo>
                        <a:pt x="114" y="120"/>
                        <a:pt x="114" y="120"/>
                        <a:pt x="114" y="120"/>
                      </a:cubicBezTo>
                      <a:cubicBezTo>
                        <a:pt x="114" y="67"/>
                        <a:pt x="114" y="67"/>
                        <a:pt x="114" y="67"/>
                      </a:cubicBezTo>
                      <a:cubicBezTo>
                        <a:pt x="125" y="67"/>
                        <a:pt x="125" y="67"/>
                        <a:pt x="125" y="67"/>
                      </a:cubicBezTo>
                      <a:cubicBezTo>
                        <a:pt x="68" y="9"/>
                        <a:pt x="68" y="9"/>
                        <a:pt x="68" y="9"/>
                      </a:cubicBezTo>
                      <a:lnTo>
                        <a:pt x="10" y="6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466" name="Freeform 8"/>
                <p:cNvSpPr>
                  <a:spLocks noEditPoints="1"/>
                </p:cNvSpPr>
                <p:nvPr/>
              </p:nvSpPr>
              <p:spPr bwMode="auto">
                <a:xfrm>
                  <a:off x="289581" y="296679"/>
                  <a:ext cx="130595" cy="119239"/>
                </a:xfrm>
                <a:custGeom>
                  <a:avLst/>
                  <a:gdLst>
                    <a:gd name="T0" fmla="*/ 398345419 w 34"/>
                    <a:gd name="T1" fmla="*/ 458643205 h 31"/>
                    <a:gd name="T2" fmla="*/ 103273741 w 34"/>
                    <a:gd name="T3" fmla="*/ 458643205 h 31"/>
                    <a:gd name="T4" fmla="*/ 0 w 34"/>
                    <a:gd name="T5" fmla="*/ 355078389 h 31"/>
                    <a:gd name="T6" fmla="*/ 0 w 34"/>
                    <a:gd name="T7" fmla="*/ 88771520 h 31"/>
                    <a:gd name="T8" fmla="*/ 103273741 w 34"/>
                    <a:gd name="T9" fmla="*/ 0 h 31"/>
                    <a:gd name="T10" fmla="*/ 398345419 w 34"/>
                    <a:gd name="T11" fmla="*/ 0 h 31"/>
                    <a:gd name="T12" fmla="*/ 501619131 w 34"/>
                    <a:gd name="T13" fmla="*/ 88771520 h 31"/>
                    <a:gd name="T14" fmla="*/ 501619131 w 34"/>
                    <a:gd name="T15" fmla="*/ 355078389 h 31"/>
                    <a:gd name="T16" fmla="*/ 398345419 w 34"/>
                    <a:gd name="T17" fmla="*/ 458643205 h 31"/>
                    <a:gd name="T18" fmla="*/ 132780546 w 34"/>
                    <a:gd name="T19" fmla="*/ 340285064 h 31"/>
                    <a:gd name="T20" fmla="*/ 383592032 w 34"/>
                    <a:gd name="T21" fmla="*/ 340285064 h 31"/>
                    <a:gd name="T22" fmla="*/ 383592032 w 34"/>
                    <a:gd name="T23" fmla="*/ 118358171 h 31"/>
                    <a:gd name="T24" fmla="*/ 132780546 w 34"/>
                    <a:gd name="T25" fmla="*/ 118358171 h 31"/>
                    <a:gd name="T26" fmla="*/ 132780546 w 34"/>
                    <a:gd name="T27" fmla="*/ 340285064 h 31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34"/>
                    <a:gd name="T43" fmla="*/ 0 h 31"/>
                    <a:gd name="T44" fmla="*/ 34 w 34"/>
                    <a:gd name="T45" fmla="*/ 31 h 31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34" h="31">
                      <a:moveTo>
                        <a:pt x="27" y="31"/>
                      </a:moveTo>
                      <a:cubicBezTo>
                        <a:pt x="7" y="31"/>
                        <a:pt x="7" y="31"/>
                        <a:pt x="7" y="31"/>
                      </a:cubicBezTo>
                      <a:cubicBezTo>
                        <a:pt x="3" y="31"/>
                        <a:pt x="0" y="28"/>
                        <a:pt x="0" y="24"/>
                      </a:cubicBezTo>
                      <a:cubicBezTo>
                        <a:pt x="0" y="6"/>
                        <a:pt x="0" y="6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cubicBezTo>
                        <a:pt x="27" y="0"/>
                        <a:pt x="27" y="0"/>
                        <a:pt x="27" y="0"/>
                      </a:cubicBezTo>
                      <a:cubicBezTo>
                        <a:pt x="31" y="0"/>
                        <a:pt x="34" y="3"/>
                        <a:pt x="34" y="6"/>
                      </a:cubicBezTo>
                      <a:cubicBezTo>
                        <a:pt x="34" y="24"/>
                        <a:pt x="34" y="24"/>
                        <a:pt x="34" y="24"/>
                      </a:cubicBezTo>
                      <a:cubicBezTo>
                        <a:pt x="34" y="28"/>
                        <a:pt x="31" y="31"/>
                        <a:pt x="27" y="31"/>
                      </a:cubicBezTo>
                      <a:close/>
                      <a:moveTo>
                        <a:pt x="9" y="23"/>
                      </a:moveTo>
                      <a:cubicBezTo>
                        <a:pt x="26" y="23"/>
                        <a:pt x="26" y="23"/>
                        <a:pt x="26" y="23"/>
                      </a:cubicBezTo>
                      <a:cubicBezTo>
                        <a:pt x="26" y="8"/>
                        <a:pt x="26" y="8"/>
                        <a:pt x="26" y="8"/>
                      </a:cubicBezTo>
                      <a:cubicBezTo>
                        <a:pt x="9" y="8"/>
                        <a:pt x="9" y="8"/>
                        <a:pt x="9" y="8"/>
                      </a:cubicBezTo>
                      <a:lnTo>
                        <a:pt x="9" y="2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  <p:sp>
              <p:nvSpPr>
                <p:cNvPr id="18467" name="Freeform 9"/>
                <p:cNvSpPr>
                  <a:spLocks noEditPoints="1"/>
                </p:cNvSpPr>
                <p:nvPr/>
              </p:nvSpPr>
              <p:spPr bwMode="auto">
                <a:xfrm>
                  <a:off x="350620" y="42585"/>
                  <a:ext cx="119239" cy="197313"/>
                </a:xfrm>
                <a:custGeom>
                  <a:avLst/>
                  <a:gdLst>
                    <a:gd name="T0" fmla="*/ 458643205 w 31"/>
                    <a:gd name="T1" fmla="*/ 763380797 h 51"/>
                    <a:gd name="T2" fmla="*/ 0 w 31"/>
                    <a:gd name="T3" fmla="*/ 299366410 h 51"/>
                    <a:gd name="T4" fmla="*/ 0 w 31"/>
                    <a:gd name="T5" fmla="*/ 104777071 h 51"/>
                    <a:gd name="T6" fmla="*/ 88771520 w 31"/>
                    <a:gd name="T7" fmla="*/ 0 h 51"/>
                    <a:gd name="T8" fmla="*/ 369871714 w 31"/>
                    <a:gd name="T9" fmla="*/ 0 h 51"/>
                    <a:gd name="T10" fmla="*/ 458643205 w 31"/>
                    <a:gd name="T11" fmla="*/ 104777071 h 51"/>
                    <a:gd name="T12" fmla="*/ 458643205 w 31"/>
                    <a:gd name="T13" fmla="*/ 763380797 h 51"/>
                    <a:gd name="T14" fmla="*/ 118358171 w 31"/>
                    <a:gd name="T15" fmla="*/ 254460306 h 51"/>
                    <a:gd name="T16" fmla="*/ 340285064 w 31"/>
                    <a:gd name="T17" fmla="*/ 478983088 h 51"/>
                    <a:gd name="T18" fmla="*/ 340285064 w 31"/>
                    <a:gd name="T19" fmla="*/ 119745772 h 51"/>
                    <a:gd name="T20" fmla="*/ 118358171 w 31"/>
                    <a:gd name="T21" fmla="*/ 119745772 h 51"/>
                    <a:gd name="T22" fmla="*/ 118358171 w 31"/>
                    <a:gd name="T23" fmla="*/ 254460306 h 51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w 31"/>
                    <a:gd name="T37" fmla="*/ 0 h 51"/>
                    <a:gd name="T38" fmla="*/ 31 w 31"/>
                    <a:gd name="T39" fmla="*/ 51 h 51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T36" t="T37" r="T38" b="T39"/>
                  <a:pathLst>
                    <a:path w="31" h="51">
                      <a:moveTo>
                        <a:pt x="31" y="51"/>
                      </a:moveTo>
                      <a:cubicBezTo>
                        <a:pt x="0" y="20"/>
                        <a:pt x="0" y="20"/>
                        <a:pt x="0" y="20"/>
                      </a:cubicBezTo>
                      <a:cubicBezTo>
                        <a:pt x="0" y="7"/>
                        <a:pt x="0" y="7"/>
                        <a:pt x="0" y="7"/>
                      </a:cubicBezTo>
                      <a:cubicBezTo>
                        <a:pt x="0" y="3"/>
                        <a:pt x="3" y="0"/>
                        <a:pt x="6" y="0"/>
                      </a:cubicBezTo>
                      <a:cubicBezTo>
                        <a:pt x="25" y="0"/>
                        <a:pt x="25" y="0"/>
                        <a:pt x="25" y="0"/>
                      </a:cubicBezTo>
                      <a:cubicBezTo>
                        <a:pt x="28" y="0"/>
                        <a:pt x="31" y="3"/>
                        <a:pt x="31" y="7"/>
                      </a:cubicBezTo>
                      <a:lnTo>
                        <a:pt x="31" y="51"/>
                      </a:lnTo>
                      <a:close/>
                      <a:moveTo>
                        <a:pt x="8" y="17"/>
                      </a:moveTo>
                      <a:cubicBezTo>
                        <a:pt x="23" y="32"/>
                        <a:pt x="23" y="32"/>
                        <a:pt x="23" y="32"/>
                      </a:cubicBezTo>
                      <a:cubicBezTo>
                        <a:pt x="23" y="8"/>
                        <a:pt x="23" y="8"/>
                        <a:pt x="23" y="8"/>
                      </a:cubicBezTo>
                      <a:cubicBezTo>
                        <a:pt x="8" y="8"/>
                        <a:pt x="8" y="8"/>
                        <a:pt x="8" y="8"/>
                      </a:cubicBezTo>
                      <a:lnTo>
                        <a:pt x="8" y="17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>
                  <a:lvl1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微软雅黑 Light" panose="020B0502040204020203" pitchFamily="34" charset="-122"/>
                    </a:defRPr>
                  </a:lvl9pPr>
                </a:lstStyle>
                <a:p>
                  <a:endParaRPr lang="zh-CN" altLang="en-US">
                    <a:solidFill>
                      <a:srgbClr val="000000"/>
                    </a:solidFill>
                  </a:endParaRPr>
                </a:p>
              </p:txBody>
            </p:sp>
          </p:grpSp>
        </p:grpSp>
        <p:sp>
          <p:nvSpPr>
            <p:cNvPr id="18461" name="文本框 25"/>
            <p:cNvSpPr txBox="1">
              <a:spLocks noChangeArrowheads="1"/>
            </p:cNvSpPr>
            <p:nvPr/>
          </p:nvSpPr>
          <p:spPr bwMode="auto">
            <a:xfrm>
              <a:off x="610082" y="451963"/>
              <a:ext cx="1091758" cy="1153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性质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17437" name="矩形 40"/>
          <p:cNvSpPr>
            <a:spLocks noChangeArrowheads="1"/>
          </p:cNvSpPr>
          <p:nvPr/>
        </p:nvSpPr>
        <p:spPr bwMode="auto">
          <a:xfrm>
            <a:off x="761206" y="3712684"/>
            <a:ext cx="3106737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基础必修课</a:t>
            </a:r>
            <a:endParaRPr lang="zh-CN" altLang="en-US" b="1" dirty="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2" name="组合 47"/>
          <p:cNvGrpSpPr>
            <a:grpSpLocks/>
          </p:cNvGrpSpPr>
          <p:nvPr/>
        </p:nvGrpSpPr>
        <p:grpSpPr bwMode="auto">
          <a:xfrm>
            <a:off x="2881313" y="282575"/>
            <a:ext cx="6429375" cy="809625"/>
            <a:chOff x="0" y="0"/>
            <a:chExt cx="6429492" cy="808970"/>
          </a:xfrm>
        </p:grpSpPr>
        <p:sp>
          <p:nvSpPr>
            <p:cNvPr id="18441" name="文本框 48"/>
            <p:cNvSpPr txBox="1">
              <a:spLocks noChangeArrowheads="1"/>
            </p:cNvSpPr>
            <p:nvPr/>
          </p:nvSpPr>
          <p:spPr bwMode="auto">
            <a:xfrm>
              <a:off x="2404253" y="0"/>
              <a:ext cx="1620987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课程设置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442" name="直接连接符 49"/>
            <p:cNvCxnSpPr>
              <a:cxnSpLocks noChangeShapeType="1"/>
            </p:cNvCxnSpPr>
            <p:nvPr/>
          </p:nvCxnSpPr>
          <p:spPr bwMode="auto">
            <a:xfrm>
              <a:off x="0" y="808970"/>
              <a:ext cx="6429492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4381500" y="1644123"/>
            <a:ext cx="3486150" cy="1701800"/>
            <a:chOff x="4381500" y="1644123"/>
            <a:chExt cx="3486150" cy="1701800"/>
          </a:xfrm>
        </p:grpSpPr>
        <p:grpSp>
          <p:nvGrpSpPr>
            <p:cNvPr id="18451" name="组合 21"/>
            <p:cNvGrpSpPr>
              <a:grpSpLocks/>
            </p:cNvGrpSpPr>
            <p:nvPr/>
          </p:nvGrpSpPr>
          <p:grpSpPr bwMode="auto">
            <a:xfrm>
              <a:off x="4381500" y="1644123"/>
              <a:ext cx="3486150" cy="1701800"/>
              <a:chOff x="0" y="0"/>
              <a:chExt cx="4214911" cy="2057400"/>
            </a:xfrm>
          </p:grpSpPr>
          <p:sp>
            <p:nvSpPr>
              <p:cNvPr id="18455" name="圆角矩形 1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4911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56" name="圆角矩形 13"/>
              <p:cNvSpPr>
                <a:spLocks noChangeArrowheads="1"/>
              </p:cNvSpPr>
              <p:nvPr/>
            </p:nvSpPr>
            <p:spPr bwMode="auto">
              <a:xfrm>
                <a:off x="2364678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457" name="Freeform 6"/>
              <p:cNvSpPr>
                <a:spLocks noEditPoints="1"/>
              </p:cNvSpPr>
              <p:nvPr/>
            </p:nvSpPr>
            <p:spPr bwMode="auto">
              <a:xfrm>
                <a:off x="2740744" y="603750"/>
                <a:ext cx="869498" cy="849900"/>
              </a:xfrm>
              <a:custGeom>
                <a:avLst/>
                <a:gdLst>
                  <a:gd name="T0" fmla="*/ 2147483647 w 131"/>
                  <a:gd name="T1" fmla="*/ 264524713 h 128"/>
                  <a:gd name="T2" fmla="*/ 2147483647 w 131"/>
                  <a:gd name="T3" fmla="*/ 2147483647 h 128"/>
                  <a:gd name="T4" fmla="*/ 2147483647 w 131"/>
                  <a:gd name="T5" fmla="*/ 2147483647 h 128"/>
                  <a:gd name="T6" fmla="*/ 2147483647 w 131"/>
                  <a:gd name="T7" fmla="*/ 2147483647 h 128"/>
                  <a:gd name="T8" fmla="*/ 2147483647 w 131"/>
                  <a:gd name="T9" fmla="*/ 2147483647 h 128"/>
                  <a:gd name="T10" fmla="*/ 2147483647 w 131"/>
                  <a:gd name="T11" fmla="*/ 2147483647 h 128"/>
                  <a:gd name="T12" fmla="*/ 2147483647 w 131"/>
                  <a:gd name="T13" fmla="*/ 2147483647 h 128"/>
                  <a:gd name="T14" fmla="*/ 2147483647 w 131"/>
                  <a:gd name="T15" fmla="*/ 2147483647 h 128"/>
                  <a:gd name="T16" fmla="*/ 2147483647 w 131"/>
                  <a:gd name="T17" fmla="*/ 2147483647 h 128"/>
                  <a:gd name="T18" fmla="*/ 2147483647 w 131"/>
                  <a:gd name="T19" fmla="*/ 2147483647 h 128"/>
                  <a:gd name="T20" fmla="*/ 2147483647 w 131"/>
                  <a:gd name="T21" fmla="*/ 2147483647 h 128"/>
                  <a:gd name="T22" fmla="*/ 2147483647 w 131"/>
                  <a:gd name="T23" fmla="*/ 2147483647 h 128"/>
                  <a:gd name="T24" fmla="*/ 1497866001 w 131"/>
                  <a:gd name="T25" fmla="*/ 2147483647 h 128"/>
                  <a:gd name="T26" fmla="*/ 1630029635 w 131"/>
                  <a:gd name="T27" fmla="*/ 2147483647 h 128"/>
                  <a:gd name="T28" fmla="*/ 2026527591 w 131"/>
                  <a:gd name="T29" fmla="*/ 2147483647 h 128"/>
                  <a:gd name="T30" fmla="*/ 1453813668 w 131"/>
                  <a:gd name="T31" fmla="*/ 2147483647 h 128"/>
                  <a:gd name="T32" fmla="*/ 748936319 w 131"/>
                  <a:gd name="T33" fmla="*/ 2147483647 h 128"/>
                  <a:gd name="T34" fmla="*/ 1409754699 w 131"/>
                  <a:gd name="T35" fmla="*/ 2147483647 h 128"/>
                  <a:gd name="T36" fmla="*/ 1233538732 w 131"/>
                  <a:gd name="T37" fmla="*/ 2147483647 h 128"/>
                  <a:gd name="T38" fmla="*/ 2147483647 w 131"/>
                  <a:gd name="T39" fmla="*/ 2147483647 h 128"/>
                  <a:gd name="T40" fmla="*/ 2147483647 w 131"/>
                  <a:gd name="T41" fmla="*/ 2147483647 h 128"/>
                  <a:gd name="T42" fmla="*/ 2147483647 w 131"/>
                  <a:gd name="T43" fmla="*/ 2147483647 h 128"/>
                  <a:gd name="T44" fmla="*/ 2147483647 w 131"/>
                  <a:gd name="T45" fmla="*/ 2147483647 h 128"/>
                  <a:gd name="T46" fmla="*/ 1630029635 w 131"/>
                  <a:gd name="T47" fmla="*/ 2147483647 h 128"/>
                  <a:gd name="T48" fmla="*/ 1497866001 w 131"/>
                  <a:gd name="T49" fmla="*/ 2147483647 h 128"/>
                  <a:gd name="T50" fmla="*/ 1630029635 w 131"/>
                  <a:gd name="T51" fmla="*/ 2147483647 h 128"/>
                  <a:gd name="T52" fmla="*/ 2147483647 w 131"/>
                  <a:gd name="T53" fmla="*/ 2147483647 h 128"/>
                  <a:gd name="T54" fmla="*/ 2147483647 w 131"/>
                  <a:gd name="T55" fmla="*/ 1983938718 h 128"/>
                  <a:gd name="T56" fmla="*/ 2147483647 w 131"/>
                  <a:gd name="T57" fmla="*/ 2072115801 h 128"/>
                  <a:gd name="T58" fmla="*/ 2147483647 w 131"/>
                  <a:gd name="T59" fmla="*/ 2147483647 h 128"/>
                  <a:gd name="T60" fmla="*/ 2147483647 w 131"/>
                  <a:gd name="T61" fmla="*/ 2147483647 h 128"/>
                  <a:gd name="T62" fmla="*/ 528661382 w 131"/>
                  <a:gd name="T63" fmla="*/ 1851673093 h 128"/>
                  <a:gd name="T64" fmla="*/ 837040984 w 131"/>
                  <a:gd name="T65" fmla="*/ 2147483647 h 128"/>
                  <a:gd name="T66" fmla="*/ 1189486399 w 131"/>
                  <a:gd name="T67" fmla="*/ 2147483647 h 128"/>
                  <a:gd name="T68" fmla="*/ 1321650034 w 131"/>
                  <a:gd name="T69" fmla="*/ 2147483647 h 128"/>
                  <a:gd name="T70" fmla="*/ 2147483647 w 131"/>
                  <a:gd name="T71" fmla="*/ 1851673093 h 128"/>
                  <a:gd name="T72" fmla="*/ 2147483647 w 131"/>
                  <a:gd name="T73" fmla="*/ 2147483647 h 128"/>
                  <a:gd name="T74" fmla="*/ 2147483647 w 131"/>
                  <a:gd name="T75" fmla="*/ 2147483647 h 128"/>
                  <a:gd name="T76" fmla="*/ 2147483647 w 131"/>
                  <a:gd name="T77" fmla="*/ 1983938718 h 128"/>
                  <a:gd name="T78" fmla="*/ 2147483647 w 131"/>
                  <a:gd name="T79" fmla="*/ 1851673093 h 128"/>
                  <a:gd name="T80" fmla="*/ 2147483647 w 131"/>
                  <a:gd name="T81" fmla="*/ 1543066167 h 128"/>
                  <a:gd name="T82" fmla="*/ 1894363956 w 131"/>
                  <a:gd name="T83" fmla="*/ 2072115801 h 128"/>
                  <a:gd name="T84" fmla="*/ 2147483647 w 131"/>
                  <a:gd name="T85" fmla="*/ 1587148069 h 128"/>
                  <a:gd name="T86" fmla="*/ 2147483647 w 131"/>
                  <a:gd name="T87" fmla="*/ 1322623460 h 128"/>
                  <a:gd name="T88" fmla="*/ 1585977303 w 131"/>
                  <a:gd name="T89" fmla="*/ 2072115801 h 128"/>
                  <a:gd name="T90" fmla="*/ 1938416288 w 131"/>
                  <a:gd name="T91" fmla="*/ 1543066167 h 128"/>
                  <a:gd name="T92" fmla="*/ 2147483647 w 131"/>
                  <a:gd name="T93" fmla="*/ 1058098851 h 128"/>
                  <a:gd name="T94" fmla="*/ 2070579923 w 131"/>
                  <a:gd name="T95" fmla="*/ 573137967 h 128"/>
                  <a:gd name="T96" fmla="*/ 2147483647 w 131"/>
                  <a:gd name="T97" fmla="*/ 1278534919 h 128"/>
                  <a:gd name="T98" fmla="*/ 2147483647 w 131"/>
                  <a:gd name="T99" fmla="*/ 1763502650 h 128"/>
                  <a:gd name="T100" fmla="*/ 2147483647 w 131"/>
                  <a:gd name="T101" fmla="*/ 1719413694 h 128"/>
                  <a:gd name="T102" fmla="*/ 2147483647 w 131"/>
                  <a:gd name="T103" fmla="*/ 1675325152 h 128"/>
                  <a:gd name="T104" fmla="*/ 2147483647 w 131"/>
                  <a:gd name="T105" fmla="*/ 1763502650 h 128"/>
                  <a:gd name="T106" fmla="*/ 2147483647 w 131"/>
                  <a:gd name="T107" fmla="*/ 1190364476 h 128"/>
                  <a:gd name="T108" fmla="*/ 2147483647 w 131"/>
                  <a:gd name="T109" fmla="*/ 617226508 h 128"/>
                  <a:gd name="T110" fmla="*/ 2147483647 w 131"/>
                  <a:gd name="T111" fmla="*/ 881751325 h 128"/>
                  <a:gd name="T112" fmla="*/ 2147483647 w 131"/>
                  <a:gd name="T113" fmla="*/ 1234453017 h 128"/>
                  <a:gd name="T114" fmla="*/ 2147483647 w 131"/>
                  <a:gd name="T115" fmla="*/ 1454889085 h 128"/>
                  <a:gd name="T116" fmla="*/ 2147483647 w 131"/>
                  <a:gd name="T117" fmla="*/ 484960884 h 128"/>
                  <a:gd name="T118" fmla="*/ 2147483647 w 131"/>
                  <a:gd name="T119" fmla="*/ 837662576 h 128"/>
                  <a:gd name="T120" fmla="*/ 2147483647 w 131"/>
                  <a:gd name="T121" fmla="*/ 484960884 h 128"/>
                  <a:gd name="T122" fmla="*/ 2147483647 w 131"/>
                  <a:gd name="T123" fmla="*/ 264524713 h 128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31"/>
                  <a:gd name="T187" fmla="*/ 0 h 128"/>
                  <a:gd name="T188" fmla="*/ 131 w 131"/>
                  <a:gd name="T189" fmla="*/ 128 h 128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31" h="128">
                    <a:moveTo>
                      <a:pt x="65" y="128"/>
                    </a:moveTo>
                    <a:cubicBezTo>
                      <a:pt x="56" y="128"/>
                      <a:pt x="47" y="126"/>
                      <a:pt x="39" y="122"/>
                    </a:cubicBezTo>
                    <a:cubicBezTo>
                      <a:pt x="24" y="115"/>
                      <a:pt x="13" y="103"/>
                      <a:pt x="7" y="88"/>
                    </a:cubicBezTo>
                    <a:cubicBezTo>
                      <a:pt x="0" y="71"/>
                      <a:pt x="0" y="53"/>
                      <a:pt x="8" y="37"/>
                    </a:cubicBezTo>
                    <a:cubicBezTo>
                      <a:pt x="15" y="21"/>
                      <a:pt x="29" y="8"/>
                      <a:pt x="46" y="3"/>
                    </a:cubicBezTo>
                    <a:cubicBezTo>
                      <a:pt x="52" y="1"/>
                      <a:pt x="59" y="0"/>
                      <a:pt x="66" y="0"/>
                    </a:cubicBezTo>
                    <a:cubicBezTo>
                      <a:pt x="75" y="0"/>
                      <a:pt x="84" y="2"/>
                      <a:pt x="93" y="6"/>
                    </a:cubicBezTo>
                    <a:cubicBezTo>
                      <a:pt x="107" y="13"/>
                      <a:pt x="118" y="25"/>
                      <a:pt x="125" y="40"/>
                    </a:cubicBezTo>
                    <a:cubicBezTo>
                      <a:pt x="131" y="56"/>
                      <a:pt x="131" y="75"/>
                      <a:pt x="123" y="91"/>
                    </a:cubicBezTo>
                    <a:cubicBezTo>
                      <a:pt x="116" y="107"/>
                      <a:pt x="102" y="119"/>
                      <a:pt x="85" y="124"/>
                    </a:cubicBezTo>
                    <a:cubicBezTo>
                      <a:pt x="79" y="127"/>
                      <a:pt x="72" y="128"/>
                      <a:pt x="65" y="128"/>
                    </a:cubicBezTo>
                    <a:close/>
                    <a:moveTo>
                      <a:pt x="70" y="110"/>
                    </a:moveTo>
                    <a:cubicBezTo>
                      <a:pt x="69" y="110"/>
                      <a:pt x="69" y="110"/>
                      <a:pt x="69" y="110"/>
                    </a:cubicBezTo>
                    <a:cubicBezTo>
                      <a:pt x="69" y="111"/>
                      <a:pt x="67" y="112"/>
                      <a:pt x="67" y="112"/>
                    </a:cubicBezTo>
                    <a:cubicBezTo>
                      <a:pt x="67" y="112"/>
                      <a:pt x="65" y="113"/>
                      <a:pt x="65" y="113"/>
                    </a:cubicBezTo>
                    <a:cubicBezTo>
                      <a:pt x="64" y="114"/>
                      <a:pt x="63" y="114"/>
                      <a:pt x="62" y="115"/>
                    </a:cubicBezTo>
                    <a:cubicBezTo>
                      <a:pt x="62" y="115"/>
                      <a:pt x="62" y="115"/>
                      <a:pt x="62" y="115"/>
                    </a:cubicBezTo>
                    <a:cubicBezTo>
                      <a:pt x="61" y="115"/>
                      <a:pt x="61" y="115"/>
                      <a:pt x="60" y="116"/>
                    </a:cubicBezTo>
                    <a:cubicBezTo>
                      <a:pt x="60" y="116"/>
                      <a:pt x="58" y="117"/>
                      <a:pt x="58" y="117"/>
                    </a:cubicBezTo>
                    <a:cubicBezTo>
                      <a:pt x="57" y="117"/>
                      <a:pt x="57" y="117"/>
                      <a:pt x="57" y="117"/>
                    </a:cubicBezTo>
                    <a:cubicBezTo>
                      <a:pt x="56" y="117"/>
                      <a:pt x="54" y="118"/>
                      <a:pt x="54" y="118"/>
                    </a:cubicBezTo>
                    <a:cubicBezTo>
                      <a:pt x="54" y="119"/>
                      <a:pt x="53" y="119"/>
                      <a:pt x="52" y="119"/>
                    </a:cubicBezTo>
                    <a:cubicBezTo>
                      <a:pt x="51" y="119"/>
                      <a:pt x="51" y="119"/>
                      <a:pt x="51" y="119"/>
                    </a:cubicBezTo>
                    <a:cubicBezTo>
                      <a:pt x="52" y="120"/>
                      <a:pt x="52" y="120"/>
                      <a:pt x="52" y="120"/>
                    </a:cubicBezTo>
                    <a:cubicBezTo>
                      <a:pt x="56" y="121"/>
                      <a:pt x="61" y="121"/>
                      <a:pt x="65" y="121"/>
                    </a:cubicBezTo>
                    <a:cubicBezTo>
                      <a:pt x="70" y="121"/>
                      <a:pt x="75" y="121"/>
                      <a:pt x="79" y="120"/>
                    </a:cubicBezTo>
                    <a:cubicBezTo>
                      <a:pt x="80" y="120"/>
                      <a:pt x="80" y="120"/>
                      <a:pt x="80" y="120"/>
                    </a:cubicBezTo>
                    <a:cubicBezTo>
                      <a:pt x="79" y="119"/>
                      <a:pt x="79" y="119"/>
                      <a:pt x="79" y="119"/>
                    </a:cubicBezTo>
                    <a:cubicBezTo>
                      <a:pt x="79" y="118"/>
                      <a:pt x="79" y="118"/>
                      <a:pt x="78" y="117"/>
                    </a:cubicBezTo>
                    <a:cubicBezTo>
                      <a:pt x="78" y="116"/>
                      <a:pt x="78" y="116"/>
                      <a:pt x="78" y="116"/>
                    </a:cubicBezTo>
                    <a:cubicBezTo>
                      <a:pt x="78" y="115"/>
                      <a:pt x="77" y="115"/>
                      <a:pt x="77" y="114"/>
                    </a:cubicBezTo>
                    <a:cubicBezTo>
                      <a:pt x="76" y="113"/>
                      <a:pt x="76" y="113"/>
                      <a:pt x="76" y="113"/>
                    </a:cubicBezTo>
                    <a:cubicBezTo>
                      <a:pt x="76" y="113"/>
                      <a:pt x="75" y="112"/>
                      <a:pt x="75" y="111"/>
                    </a:cubicBezTo>
                    <a:cubicBezTo>
                      <a:pt x="74" y="111"/>
                      <a:pt x="74" y="111"/>
                      <a:pt x="74" y="111"/>
                    </a:cubicBezTo>
                    <a:cubicBezTo>
                      <a:pt x="74" y="110"/>
                      <a:pt x="74" y="109"/>
                      <a:pt x="73" y="109"/>
                    </a:cubicBezTo>
                    <a:cubicBezTo>
                      <a:pt x="73" y="108"/>
                      <a:pt x="73" y="108"/>
                      <a:pt x="73" y="108"/>
                    </a:cubicBezTo>
                    <a:cubicBezTo>
                      <a:pt x="73" y="108"/>
                      <a:pt x="71" y="109"/>
                      <a:pt x="70" y="110"/>
                    </a:cubicBezTo>
                    <a:close/>
                    <a:moveTo>
                      <a:pt x="94" y="82"/>
                    </a:moveTo>
                    <a:cubicBezTo>
                      <a:pt x="94" y="83"/>
                      <a:pt x="94" y="83"/>
                      <a:pt x="94" y="83"/>
                    </a:cubicBezTo>
                    <a:cubicBezTo>
                      <a:pt x="93" y="84"/>
                      <a:pt x="93" y="85"/>
                      <a:pt x="92" y="86"/>
                    </a:cubicBezTo>
                    <a:cubicBezTo>
                      <a:pt x="91" y="87"/>
                      <a:pt x="91" y="87"/>
                      <a:pt x="91" y="87"/>
                    </a:cubicBezTo>
                    <a:cubicBezTo>
                      <a:pt x="91" y="88"/>
                      <a:pt x="91" y="89"/>
                      <a:pt x="90" y="89"/>
                    </a:cubicBezTo>
                    <a:cubicBezTo>
                      <a:pt x="90" y="90"/>
                      <a:pt x="89" y="90"/>
                      <a:pt x="89" y="91"/>
                    </a:cubicBezTo>
                    <a:cubicBezTo>
                      <a:pt x="89" y="91"/>
                      <a:pt x="88" y="92"/>
                      <a:pt x="88" y="93"/>
                    </a:cubicBezTo>
                    <a:cubicBezTo>
                      <a:pt x="87" y="93"/>
                      <a:pt x="87" y="94"/>
                      <a:pt x="86" y="94"/>
                    </a:cubicBezTo>
                    <a:cubicBezTo>
                      <a:pt x="86" y="95"/>
                      <a:pt x="85" y="96"/>
                      <a:pt x="85" y="96"/>
                    </a:cubicBezTo>
                    <a:cubicBezTo>
                      <a:pt x="85" y="97"/>
                      <a:pt x="84" y="97"/>
                      <a:pt x="84" y="98"/>
                    </a:cubicBezTo>
                    <a:cubicBezTo>
                      <a:pt x="83" y="98"/>
                      <a:pt x="83" y="99"/>
                      <a:pt x="82" y="99"/>
                    </a:cubicBezTo>
                    <a:cubicBezTo>
                      <a:pt x="81" y="100"/>
                      <a:pt x="81" y="100"/>
                      <a:pt x="81" y="101"/>
                    </a:cubicBezTo>
                    <a:cubicBezTo>
                      <a:pt x="80" y="101"/>
                      <a:pt x="80" y="102"/>
                      <a:pt x="79" y="102"/>
                    </a:cubicBezTo>
                    <a:cubicBezTo>
                      <a:pt x="78" y="104"/>
                      <a:pt x="78" y="104"/>
                      <a:pt x="78" y="104"/>
                    </a:cubicBezTo>
                    <a:cubicBezTo>
                      <a:pt x="77" y="104"/>
                      <a:pt x="77" y="104"/>
                      <a:pt x="77" y="104"/>
                    </a:cubicBezTo>
                    <a:cubicBezTo>
                      <a:pt x="78" y="105"/>
                      <a:pt x="78" y="105"/>
                      <a:pt x="78" y="105"/>
                    </a:cubicBezTo>
                    <a:cubicBezTo>
                      <a:pt x="78" y="106"/>
                      <a:pt x="79" y="106"/>
                      <a:pt x="79" y="107"/>
                    </a:cubicBezTo>
                    <a:cubicBezTo>
                      <a:pt x="80" y="108"/>
                      <a:pt x="80" y="108"/>
                      <a:pt x="80" y="108"/>
                    </a:cubicBezTo>
                    <a:cubicBezTo>
                      <a:pt x="81" y="109"/>
                      <a:pt x="81" y="110"/>
                      <a:pt x="82" y="111"/>
                    </a:cubicBezTo>
                    <a:cubicBezTo>
                      <a:pt x="83" y="112"/>
                      <a:pt x="83" y="113"/>
                      <a:pt x="84" y="114"/>
                    </a:cubicBezTo>
                    <a:cubicBezTo>
                      <a:pt x="84" y="114"/>
                      <a:pt x="84" y="114"/>
                      <a:pt x="84" y="114"/>
                    </a:cubicBezTo>
                    <a:cubicBezTo>
                      <a:pt x="85" y="115"/>
                      <a:pt x="85" y="116"/>
                      <a:pt x="85" y="117"/>
                    </a:cubicBezTo>
                    <a:cubicBezTo>
                      <a:pt x="85" y="117"/>
                      <a:pt x="85" y="117"/>
                      <a:pt x="85" y="117"/>
                    </a:cubicBezTo>
                    <a:cubicBezTo>
                      <a:pt x="86" y="118"/>
                      <a:pt x="86" y="118"/>
                      <a:pt x="86" y="118"/>
                    </a:cubicBezTo>
                    <a:cubicBezTo>
                      <a:pt x="99" y="113"/>
                      <a:pt x="110" y="103"/>
                      <a:pt x="116" y="91"/>
                    </a:cubicBezTo>
                    <a:cubicBezTo>
                      <a:pt x="117" y="91"/>
                      <a:pt x="117" y="91"/>
                      <a:pt x="117" y="91"/>
                    </a:cubicBezTo>
                    <a:cubicBezTo>
                      <a:pt x="95" y="81"/>
                      <a:pt x="95" y="81"/>
                      <a:pt x="95" y="81"/>
                    </a:cubicBezTo>
                    <a:lnTo>
                      <a:pt x="94" y="82"/>
                    </a:lnTo>
                    <a:close/>
                    <a:moveTo>
                      <a:pt x="55" y="94"/>
                    </a:moveTo>
                    <a:cubicBezTo>
                      <a:pt x="45" y="115"/>
                      <a:pt x="45" y="115"/>
                      <a:pt x="45" y="115"/>
                    </a:cubicBezTo>
                    <a:cubicBezTo>
                      <a:pt x="47" y="114"/>
                      <a:pt x="47" y="114"/>
                      <a:pt x="47" y="114"/>
                    </a:cubicBezTo>
                    <a:cubicBezTo>
                      <a:pt x="48" y="114"/>
                      <a:pt x="48" y="114"/>
                      <a:pt x="48" y="114"/>
                    </a:cubicBezTo>
                    <a:cubicBezTo>
                      <a:pt x="49" y="114"/>
                      <a:pt x="50" y="113"/>
                      <a:pt x="52" y="113"/>
                    </a:cubicBezTo>
                    <a:cubicBezTo>
                      <a:pt x="53" y="112"/>
                      <a:pt x="54" y="112"/>
                      <a:pt x="56" y="111"/>
                    </a:cubicBezTo>
                    <a:cubicBezTo>
                      <a:pt x="57" y="111"/>
                      <a:pt x="57" y="111"/>
                      <a:pt x="57" y="111"/>
                    </a:cubicBezTo>
                    <a:cubicBezTo>
                      <a:pt x="58" y="110"/>
                      <a:pt x="58" y="110"/>
                      <a:pt x="59" y="109"/>
                    </a:cubicBezTo>
                    <a:cubicBezTo>
                      <a:pt x="60" y="109"/>
                      <a:pt x="60" y="109"/>
                      <a:pt x="61" y="109"/>
                    </a:cubicBezTo>
                    <a:cubicBezTo>
                      <a:pt x="61" y="108"/>
                      <a:pt x="62" y="108"/>
                      <a:pt x="63" y="107"/>
                    </a:cubicBezTo>
                    <a:cubicBezTo>
                      <a:pt x="63" y="107"/>
                      <a:pt x="64" y="107"/>
                      <a:pt x="64" y="106"/>
                    </a:cubicBezTo>
                    <a:cubicBezTo>
                      <a:pt x="65" y="106"/>
                      <a:pt x="66" y="105"/>
                      <a:pt x="67" y="105"/>
                    </a:cubicBezTo>
                    <a:cubicBezTo>
                      <a:pt x="68" y="104"/>
                      <a:pt x="68" y="104"/>
                      <a:pt x="68" y="104"/>
                    </a:cubicBezTo>
                    <a:cubicBezTo>
                      <a:pt x="68" y="103"/>
                      <a:pt x="68" y="103"/>
                      <a:pt x="68" y="103"/>
                    </a:cubicBezTo>
                    <a:cubicBezTo>
                      <a:pt x="68" y="103"/>
                      <a:pt x="66" y="102"/>
                      <a:pt x="66" y="102"/>
                    </a:cubicBezTo>
                    <a:cubicBezTo>
                      <a:pt x="66" y="101"/>
                      <a:pt x="65" y="101"/>
                      <a:pt x="64" y="100"/>
                    </a:cubicBezTo>
                    <a:cubicBezTo>
                      <a:pt x="64" y="100"/>
                      <a:pt x="64" y="100"/>
                      <a:pt x="64" y="100"/>
                    </a:cubicBezTo>
                    <a:cubicBezTo>
                      <a:pt x="64" y="99"/>
                      <a:pt x="63" y="99"/>
                      <a:pt x="62" y="98"/>
                    </a:cubicBezTo>
                    <a:cubicBezTo>
                      <a:pt x="62" y="98"/>
                      <a:pt x="61" y="97"/>
                      <a:pt x="60" y="97"/>
                    </a:cubicBezTo>
                    <a:cubicBezTo>
                      <a:pt x="60" y="97"/>
                      <a:pt x="58" y="96"/>
                      <a:pt x="58" y="95"/>
                    </a:cubicBezTo>
                    <a:cubicBezTo>
                      <a:pt x="57" y="95"/>
                      <a:pt x="57" y="95"/>
                      <a:pt x="57" y="95"/>
                    </a:cubicBezTo>
                    <a:cubicBezTo>
                      <a:pt x="56" y="94"/>
                      <a:pt x="56" y="94"/>
                      <a:pt x="55" y="94"/>
                    </a:cubicBezTo>
                    <a:cubicBezTo>
                      <a:pt x="55" y="94"/>
                      <a:pt x="55" y="94"/>
                      <a:pt x="55" y="94"/>
                    </a:cubicBezTo>
                    <a:close/>
                    <a:moveTo>
                      <a:pt x="33" y="88"/>
                    </a:moveTo>
                    <a:cubicBezTo>
                      <a:pt x="33" y="89"/>
                      <a:pt x="33" y="89"/>
                      <a:pt x="33" y="89"/>
                    </a:cubicBezTo>
                    <a:cubicBezTo>
                      <a:pt x="33" y="90"/>
                      <a:pt x="34" y="91"/>
                      <a:pt x="34" y="92"/>
                    </a:cubicBezTo>
                    <a:cubicBezTo>
                      <a:pt x="34" y="93"/>
                      <a:pt x="34" y="93"/>
                      <a:pt x="34" y="94"/>
                    </a:cubicBezTo>
                    <a:cubicBezTo>
                      <a:pt x="34" y="95"/>
                      <a:pt x="34" y="95"/>
                      <a:pt x="34" y="96"/>
                    </a:cubicBezTo>
                    <a:cubicBezTo>
                      <a:pt x="35" y="98"/>
                      <a:pt x="35" y="98"/>
                      <a:pt x="35" y="98"/>
                    </a:cubicBezTo>
                    <a:cubicBezTo>
                      <a:pt x="35" y="99"/>
                      <a:pt x="35" y="100"/>
                      <a:pt x="35" y="101"/>
                    </a:cubicBezTo>
                    <a:cubicBezTo>
                      <a:pt x="36" y="102"/>
                      <a:pt x="36" y="102"/>
                      <a:pt x="36" y="102"/>
                    </a:cubicBezTo>
                    <a:cubicBezTo>
                      <a:pt x="36" y="103"/>
                      <a:pt x="36" y="104"/>
                      <a:pt x="37" y="106"/>
                    </a:cubicBezTo>
                    <a:cubicBezTo>
                      <a:pt x="37" y="106"/>
                      <a:pt x="37" y="106"/>
                      <a:pt x="37" y="106"/>
                    </a:cubicBezTo>
                    <a:cubicBezTo>
                      <a:pt x="37" y="107"/>
                      <a:pt x="38" y="108"/>
                      <a:pt x="38" y="109"/>
                    </a:cubicBezTo>
                    <a:cubicBezTo>
                      <a:pt x="39" y="112"/>
                      <a:pt x="39" y="112"/>
                      <a:pt x="39" y="112"/>
                    </a:cubicBezTo>
                    <a:cubicBezTo>
                      <a:pt x="40" y="111"/>
                      <a:pt x="40" y="111"/>
                      <a:pt x="40" y="111"/>
                    </a:cubicBezTo>
                    <a:cubicBezTo>
                      <a:pt x="49" y="91"/>
                      <a:pt x="49" y="91"/>
                      <a:pt x="49" y="91"/>
                    </a:cubicBezTo>
                    <a:cubicBezTo>
                      <a:pt x="49" y="91"/>
                      <a:pt x="49" y="91"/>
                      <a:pt x="49" y="91"/>
                    </a:cubicBezTo>
                    <a:cubicBezTo>
                      <a:pt x="48" y="91"/>
                      <a:pt x="48" y="90"/>
                      <a:pt x="47" y="90"/>
                    </a:cubicBezTo>
                    <a:cubicBezTo>
                      <a:pt x="46" y="90"/>
                      <a:pt x="46" y="90"/>
                      <a:pt x="46" y="90"/>
                    </a:cubicBezTo>
                    <a:cubicBezTo>
                      <a:pt x="46" y="90"/>
                      <a:pt x="45" y="90"/>
                      <a:pt x="45" y="89"/>
                    </a:cubicBezTo>
                    <a:cubicBezTo>
                      <a:pt x="44" y="89"/>
                      <a:pt x="44" y="89"/>
                      <a:pt x="44" y="89"/>
                    </a:cubicBezTo>
                    <a:cubicBezTo>
                      <a:pt x="43" y="89"/>
                      <a:pt x="41" y="88"/>
                      <a:pt x="41" y="88"/>
                    </a:cubicBezTo>
                    <a:cubicBezTo>
                      <a:pt x="40" y="88"/>
                      <a:pt x="40" y="88"/>
                      <a:pt x="39" y="88"/>
                    </a:cubicBezTo>
                    <a:cubicBezTo>
                      <a:pt x="38" y="88"/>
                      <a:pt x="38" y="88"/>
                      <a:pt x="38" y="88"/>
                    </a:cubicBezTo>
                    <a:cubicBezTo>
                      <a:pt x="38" y="88"/>
                      <a:pt x="37" y="88"/>
                      <a:pt x="36" y="87"/>
                    </a:cubicBezTo>
                    <a:cubicBezTo>
                      <a:pt x="33" y="87"/>
                      <a:pt x="33" y="87"/>
                      <a:pt x="33" y="87"/>
                    </a:cubicBezTo>
                    <a:lnTo>
                      <a:pt x="33" y="88"/>
                    </a:lnTo>
                    <a:close/>
                    <a:moveTo>
                      <a:pt x="26" y="87"/>
                    </a:moveTo>
                    <a:cubicBezTo>
                      <a:pt x="25" y="87"/>
                      <a:pt x="25" y="87"/>
                      <a:pt x="24" y="87"/>
                    </a:cubicBezTo>
                    <a:cubicBezTo>
                      <a:pt x="23" y="87"/>
                      <a:pt x="23" y="87"/>
                      <a:pt x="23" y="87"/>
                    </a:cubicBezTo>
                    <a:cubicBezTo>
                      <a:pt x="22" y="87"/>
                      <a:pt x="21" y="87"/>
                      <a:pt x="21" y="87"/>
                    </a:cubicBezTo>
                    <a:cubicBezTo>
                      <a:pt x="20" y="87"/>
                      <a:pt x="20" y="87"/>
                      <a:pt x="20" y="87"/>
                    </a:cubicBezTo>
                    <a:cubicBezTo>
                      <a:pt x="19" y="88"/>
                      <a:pt x="18" y="88"/>
                      <a:pt x="17" y="88"/>
                    </a:cubicBezTo>
                    <a:cubicBezTo>
                      <a:pt x="17" y="88"/>
                      <a:pt x="17" y="88"/>
                      <a:pt x="17" y="88"/>
                    </a:cubicBezTo>
                    <a:cubicBezTo>
                      <a:pt x="16" y="88"/>
                      <a:pt x="15" y="88"/>
                      <a:pt x="14" y="88"/>
                    </a:cubicBezTo>
                    <a:cubicBezTo>
                      <a:pt x="13" y="89"/>
                      <a:pt x="13" y="89"/>
                      <a:pt x="13" y="89"/>
                    </a:cubicBezTo>
                    <a:cubicBezTo>
                      <a:pt x="14" y="89"/>
                      <a:pt x="14" y="89"/>
                      <a:pt x="14" y="89"/>
                    </a:cubicBezTo>
                    <a:cubicBezTo>
                      <a:pt x="18" y="97"/>
                      <a:pt x="24" y="105"/>
                      <a:pt x="31" y="110"/>
                    </a:cubicBezTo>
                    <a:cubicBezTo>
                      <a:pt x="32" y="111"/>
                      <a:pt x="32" y="111"/>
                      <a:pt x="32" y="111"/>
                    </a:cubicBezTo>
                    <a:cubicBezTo>
                      <a:pt x="32" y="110"/>
                      <a:pt x="32" y="110"/>
                      <a:pt x="32" y="110"/>
                    </a:cubicBezTo>
                    <a:cubicBezTo>
                      <a:pt x="31" y="108"/>
                      <a:pt x="31" y="108"/>
                      <a:pt x="31" y="108"/>
                    </a:cubicBezTo>
                    <a:cubicBezTo>
                      <a:pt x="31" y="106"/>
                      <a:pt x="30" y="105"/>
                      <a:pt x="30" y="104"/>
                    </a:cubicBezTo>
                    <a:cubicBezTo>
                      <a:pt x="30" y="103"/>
                      <a:pt x="30" y="103"/>
                      <a:pt x="30" y="103"/>
                    </a:cubicBezTo>
                    <a:cubicBezTo>
                      <a:pt x="29" y="101"/>
                      <a:pt x="29" y="100"/>
                      <a:pt x="29" y="99"/>
                    </a:cubicBezTo>
                    <a:cubicBezTo>
                      <a:pt x="29" y="98"/>
                      <a:pt x="29" y="98"/>
                      <a:pt x="29" y="98"/>
                    </a:cubicBezTo>
                    <a:cubicBezTo>
                      <a:pt x="28" y="97"/>
                      <a:pt x="28" y="96"/>
                      <a:pt x="28" y="94"/>
                    </a:cubicBezTo>
                    <a:cubicBezTo>
                      <a:pt x="28" y="94"/>
                      <a:pt x="28" y="94"/>
                      <a:pt x="28" y="94"/>
                    </a:cubicBezTo>
                    <a:cubicBezTo>
                      <a:pt x="28" y="92"/>
                      <a:pt x="27" y="91"/>
                      <a:pt x="27" y="89"/>
                    </a:cubicBezTo>
                    <a:cubicBezTo>
                      <a:pt x="27" y="87"/>
                      <a:pt x="27" y="87"/>
                      <a:pt x="27" y="87"/>
                    </a:cubicBezTo>
                    <a:lnTo>
                      <a:pt x="26" y="87"/>
                    </a:lnTo>
                    <a:close/>
                    <a:moveTo>
                      <a:pt x="58" y="88"/>
                    </a:moveTo>
                    <a:cubicBezTo>
                      <a:pt x="58" y="89"/>
                      <a:pt x="58" y="89"/>
                      <a:pt x="58" y="89"/>
                    </a:cubicBezTo>
                    <a:cubicBezTo>
                      <a:pt x="59" y="89"/>
                      <a:pt x="60" y="89"/>
                      <a:pt x="60" y="90"/>
                    </a:cubicBezTo>
                    <a:cubicBezTo>
                      <a:pt x="60" y="90"/>
                      <a:pt x="62" y="91"/>
                      <a:pt x="63" y="91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4" y="92"/>
                      <a:pt x="65" y="93"/>
                      <a:pt x="65" y="93"/>
                    </a:cubicBezTo>
                    <a:cubicBezTo>
                      <a:pt x="66" y="94"/>
                      <a:pt x="66" y="94"/>
                      <a:pt x="66" y="94"/>
                    </a:cubicBezTo>
                    <a:cubicBezTo>
                      <a:pt x="67" y="94"/>
                      <a:pt x="67" y="94"/>
                      <a:pt x="68" y="95"/>
                    </a:cubicBezTo>
                    <a:cubicBezTo>
                      <a:pt x="68" y="95"/>
                      <a:pt x="68" y="95"/>
                      <a:pt x="68" y="95"/>
                    </a:cubicBezTo>
                    <a:cubicBezTo>
                      <a:pt x="69" y="96"/>
                      <a:pt x="70" y="96"/>
                      <a:pt x="70" y="97"/>
                    </a:cubicBezTo>
                    <a:cubicBezTo>
                      <a:pt x="71" y="97"/>
                      <a:pt x="71" y="97"/>
                      <a:pt x="71" y="97"/>
                    </a:cubicBezTo>
                    <a:cubicBezTo>
                      <a:pt x="71" y="98"/>
                      <a:pt x="72" y="99"/>
                      <a:pt x="73" y="99"/>
                    </a:cubicBezTo>
                    <a:cubicBezTo>
                      <a:pt x="73" y="100"/>
                      <a:pt x="73" y="100"/>
                      <a:pt x="73" y="100"/>
                    </a:cubicBezTo>
                    <a:cubicBezTo>
                      <a:pt x="74" y="99"/>
                      <a:pt x="74" y="99"/>
                      <a:pt x="74" y="99"/>
                    </a:cubicBezTo>
                    <a:cubicBezTo>
                      <a:pt x="75" y="98"/>
                      <a:pt x="75" y="98"/>
                      <a:pt x="75" y="98"/>
                    </a:cubicBezTo>
                    <a:cubicBezTo>
                      <a:pt x="76" y="97"/>
                      <a:pt x="76" y="97"/>
                      <a:pt x="77" y="96"/>
                    </a:cubicBezTo>
                    <a:cubicBezTo>
                      <a:pt x="78" y="95"/>
                      <a:pt x="78" y="95"/>
                      <a:pt x="78" y="95"/>
                    </a:cubicBezTo>
                    <a:cubicBezTo>
                      <a:pt x="78" y="95"/>
                      <a:pt x="79" y="94"/>
                      <a:pt x="79" y="94"/>
                    </a:cubicBezTo>
                    <a:cubicBezTo>
                      <a:pt x="80" y="93"/>
                      <a:pt x="80" y="93"/>
                      <a:pt x="80" y="92"/>
                    </a:cubicBezTo>
                    <a:cubicBezTo>
                      <a:pt x="81" y="92"/>
                      <a:pt x="81" y="91"/>
                      <a:pt x="82" y="91"/>
                    </a:cubicBezTo>
                    <a:cubicBezTo>
                      <a:pt x="83" y="89"/>
                      <a:pt x="83" y="89"/>
                      <a:pt x="83" y="89"/>
                    </a:cubicBezTo>
                    <a:cubicBezTo>
                      <a:pt x="83" y="89"/>
                      <a:pt x="84" y="87"/>
                      <a:pt x="84" y="87"/>
                    </a:cubicBezTo>
                    <a:cubicBezTo>
                      <a:pt x="85" y="86"/>
                      <a:pt x="85" y="86"/>
                      <a:pt x="85" y="86"/>
                    </a:cubicBezTo>
                    <a:cubicBezTo>
                      <a:pt x="85" y="85"/>
                      <a:pt x="86" y="85"/>
                      <a:pt x="86" y="84"/>
                    </a:cubicBezTo>
                    <a:cubicBezTo>
                      <a:pt x="87" y="83"/>
                      <a:pt x="87" y="83"/>
                      <a:pt x="87" y="83"/>
                    </a:cubicBezTo>
                    <a:cubicBezTo>
                      <a:pt x="88" y="82"/>
                      <a:pt x="88" y="81"/>
                      <a:pt x="88" y="80"/>
                    </a:cubicBezTo>
                    <a:cubicBezTo>
                      <a:pt x="89" y="79"/>
                      <a:pt x="89" y="79"/>
                      <a:pt x="89" y="79"/>
                    </a:cubicBezTo>
                    <a:cubicBezTo>
                      <a:pt x="89" y="78"/>
                      <a:pt x="89" y="78"/>
                      <a:pt x="89" y="78"/>
                    </a:cubicBezTo>
                    <a:cubicBezTo>
                      <a:pt x="67" y="68"/>
                      <a:pt x="67" y="68"/>
                      <a:pt x="67" y="68"/>
                    </a:cubicBezTo>
                    <a:lnTo>
                      <a:pt x="58" y="88"/>
                    </a:lnTo>
                    <a:close/>
                    <a:moveTo>
                      <a:pt x="38" y="57"/>
                    </a:moveTo>
                    <a:cubicBezTo>
                      <a:pt x="38" y="58"/>
                      <a:pt x="37" y="58"/>
                      <a:pt x="37" y="59"/>
                    </a:cubicBezTo>
                    <a:cubicBezTo>
                      <a:pt x="37" y="60"/>
                      <a:pt x="37" y="60"/>
                      <a:pt x="37" y="61"/>
                    </a:cubicBezTo>
                    <a:cubicBezTo>
                      <a:pt x="36" y="62"/>
                      <a:pt x="36" y="62"/>
                      <a:pt x="36" y="63"/>
                    </a:cubicBezTo>
                    <a:cubicBezTo>
                      <a:pt x="36" y="64"/>
                      <a:pt x="36" y="64"/>
                      <a:pt x="36" y="65"/>
                    </a:cubicBezTo>
                    <a:cubicBezTo>
                      <a:pt x="35" y="65"/>
                      <a:pt x="35" y="66"/>
                      <a:pt x="35" y="67"/>
                    </a:cubicBezTo>
                    <a:cubicBezTo>
                      <a:pt x="35" y="67"/>
                      <a:pt x="35" y="68"/>
                      <a:pt x="35" y="69"/>
                    </a:cubicBezTo>
                    <a:cubicBezTo>
                      <a:pt x="34" y="69"/>
                      <a:pt x="34" y="70"/>
                      <a:pt x="34" y="71"/>
                    </a:cubicBezTo>
                    <a:cubicBezTo>
                      <a:pt x="34" y="71"/>
                      <a:pt x="34" y="72"/>
                      <a:pt x="34" y="72"/>
                    </a:cubicBezTo>
                    <a:cubicBezTo>
                      <a:pt x="34" y="73"/>
                      <a:pt x="34" y="74"/>
                      <a:pt x="34" y="75"/>
                    </a:cubicBezTo>
                    <a:cubicBezTo>
                      <a:pt x="33" y="76"/>
                      <a:pt x="33" y="76"/>
                      <a:pt x="33" y="76"/>
                    </a:cubicBezTo>
                    <a:cubicBezTo>
                      <a:pt x="33" y="77"/>
                      <a:pt x="33" y="78"/>
                      <a:pt x="33" y="79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3" y="81"/>
                      <a:pt x="33" y="81"/>
                      <a:pt x="33" y="81"/>
                    </a:cubicBezTo>
                    <a:cubicBezTo>
                      <a:pt x="34" y="81"/>
                      <a:pt x="35" y="81"/>
                      <a:pt x="36" y="81"/>
                    </a:cubicBezTo>
                    <a:cubicBezTo>
                      <a:pt x="37" y="81"/>
                      <a:pt x="37" y="81"/>
                      <a:pt x="37" y="81"/>
                    </a:cubicBezTo>
                    <a:cubicBezTo>
                      <a:pt x="38" y="82"/>
                      <a:pt x="39" y="82"/>
                      <a:pt x="39" y="82"/>
                    </a:cubicBezTo>
                    <a:cubicBezTo>
                      <a:pt x="39" y="82"/>
                      <a:pt x="42" y="82"/>
                      <a:pt x="42" y="82"/>
                    </a:cubicBezTo>
                    <a:cubicBezTo>
                      <a:pt x="43" y="83"/>
                      <a:pt x="43" y="83"/>
                      <a:pt x="43" y="83"/>
                    </a:cubicBezTo>
                    <a:cubicBezTo>
                      <a:pt x="44" y="83"/>
                      <a:pt x="45" y="83"/>
                      <a:pt x="45" y="83"/>
                    </a:cubicBezTo>
                    <a:cubicBezTo>
                      <a:pt x="46" y="84"/>
                      <a:pt x="46" y="84"/>
                      <a:pt x="46" y="84"/>
                    </a:cubicBezTo>
                    <a:cubicBezTo>
                      <a:pt x="47" y="84"/>
                      <a:pt x="49" y="84"/>
                      <a:pt x="49" y="84"/>
                    </a:cubicBezTo>
                    <a:cubicBezTo>
                      <a:pt x="49" y="85"/>
                      <a:pt x="49" y="85"/>
                      <a:pt x="49" y="85"/>
                    </a:cubicBezTo>
                    <a:cubicBezTo>
                      <a:pt x="50" y="85"/>
                      <a:pt x="50" y="85"/>
                      <a:pt x="51" y="85"/>
                    </a:cubicBezTo>
                    <a:cubicBezTo>
                      <a:pt x="51" y="85"/>
                      <a:pt x="51" y="85"/>
                      <a:pt x="51" y="85"/>
                    </a:cubicBezTo>
                    <a:cubicBezTo>
                      <a:pt x="52" y="85"/>
                      <a:pt x="52" y="85"/>
                      <a:pt x="52" y="85"/>
                    </a:cubicBezTo>
                    <a:cubicBezTo>
                      <a:pt x="62" y="65"/>
                      <a:pt x="62" y="65"/>
                      <a:pt x="62" y="65"/>
                    </a:cubicBezTo>
                    <a:cubicBezTo>
                      <a:pt x="39" y="55"/>
                      <a:pt x="39" y="55"/>
                      <a:pt x="39" y="55"/>
                    </a:cubicBezTo>
                    <a:lnTo>
                      <a:pt x="38" y="57"/>
                    </a:lnTo>
                    <a:close/>
                    <a:moveTo>
                      <a:pt x="119" y="45"/>
                    </a:moveTo>
                    <a:cubicBezTo>
                      <a:pt x="118" y="45"/>
                      <a:pt x="117" y="45"/>
                      <a:pt x="116" y="45"/>
                    </a:cubicBezTo>
                    <a:cubicBezTo>
                      <a:pt x="116" y="45"/>
                      <a:pt x="116" y="45"/>
                      <a:pt x="116" y="45"/>
                    </a:cubicBezTo>
                    <a:cubicBezTo>
                      <a:pt x="115" y="46"/>
                      <a:pt x="114" y="46"/>
                      <a:pt x="112" y="46"/>
                    </a:cubicBezTo>
                    <a:cubicBezTo>
                      <a:pt x="112" y="46"/>
                      <a:pt x="112" y="46"/>
                      <a:pt x="112" y="46"/>
                    </a:cubicBezTo>
                    <a:cubicBezTo>
                      <a:pt x="111" y="46"/>
                      <a:pt x="109" y="46"/>
                      <a:pt x="108" y="46"/>
                    </a:cubicBezTo>
                    <a:cubicBezTo>
                      <a:pt x="107" y="47"/>
                      <a:pt x="106" y="47"/>
                      <a:pt x="105" y="4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104" y="47"/>
                      <a:pt x="104" y="47"/>
                      <a:pt x="104" y="47"/>
                    </a:cubicBezTo>
                    <a:cubicBezTo>
                      <a:pt x="104" y="49"/>
                      <a:pt x="104" y="49"/>
                      <a:pt x="104" y="49"/>
                    </a:cubicBezTo>
                    <a:cubicBezTo>
                      <a:pt x="104" y="50"/>
                      <a:pt x="104" y="51"/>
                      <a:pt x="104" y="52"/>
                    </a:cubicBezTo>
                    <a:cubicBezTo>
                      <a:pt x="103" y="53"/>
                      <a:pt x="103" y="53"/>
                      <a:pt x="103" y="53"/>
                    </a:cubicBezTo>
                    <a:cubicBezTo>
                      <a:pt x="103" y="54"/>
                      <a:pt x="103" y="55"/>
                      <a:pt x="103" y="56"/>
                    </a:cubicBezTo>
                    <a:cubicBezTo>
                      <a:pt x="103" y="57"/>
                      <a:pt x="103" y="57"/>
                      <a:pt x="103" y="58"/>
                    </a:cubicBezTo>
                    <a:cubicBezTo>
                      <a:pt x="103" y="59"/>
                      <a:pt x="103" y="59"/>
                      <a:pt x="102" y="60"/>
                    </a:cubicBezTo>
                    <a:cubicBezTo>
                      <a:pt x="102" y="61"/>
                      <a:pt x="102" y="61"/>
                      <a:pt x="102" y="62"/>
                    </a:cubicBezTo>
                    <a:cubicBezTo>
                      <a:pt x="102" y="63"/>
                      <a:pt x="102" y="64"/>
                      <a:pt x="101" y="64"/>
                    </a:cubicBezTo>
                    <a:cubicBezTo>
                      <a:pt x="101" y="66"/>
                      <a:pt x="101" y="66"/>
                      <a:pt x="101" y="66"/>
                    </a:cubicBezTo>
                    <a:cubicBezTo>
                      <a:pt x="101" y="67"/>
                      <a:pt x="100" y="68"/>
                      <a:pt x="100" y="69"/>
                    </a:cubicBezTo>
                    <a:cubicBezTo>
                      <a:pt x="100" y="69"/>
                      <a:pt x="100" y="70"/>
                      <a:pt x="100" y="70"/>
                    </a:cubicBezTo>
                    <a:cubicBezTo>
                      <a:pt x="99" y="71"/>
                      <a:pt x="99" y="72"/>
                      <a:pt x="99" y="73"/>
                    </a:cubicBezTo>
                    <a:cubicBezTo>
                      <a:pt x="98" y="74"/>
                      <a:pt x="98" y="74"/>
                      <a:pt x="98" y="74"/>
                    </a:cubicBezTo>
                    <a:cubicBezTo>
                      <a:pt x="98" y="75"/>
                      <a:pt x="98" y="75"/>
                      <a:pt x="98" y="75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19" y="85"/>
                      <a:pt x="119" y="85"/>
                      <a:pt x="119" y="85"/>
                    </a:cubicBezTo>
                    <a:cubicBezTo>
                      <a:pt x="124" y="72"/>
                      <a:pt x="125" y="58"/>
                      <a:pt x="120" y="45"/>
                    </a:cubicBezTo>
                    <a:cubicBezTo>
                      <a:pt x="120" y="44"/>
                      <a:pt x="120" y="44"/>
                      <a:pt x="120" y="44"/>
                    </a:cubicBezTo>
                    <a:lnTo>
                      <a:pt x="119" y="45"/>
                    </a:lnTo>
                    <a:close/>
                    <a:moveTo>
                      <a:pt x="12" y="42"/>
                    </a:moveTo>
                    <a:cubicBezTo>
                      <a:pt x="7" y="55"/>
                      <a:pt x="6" y="70"/>
                      <a:pt x="11" y="83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13" y="83"/>
                      <a:pt x="14" y="82"/>
                      <a:pt x="15" y="82"/>
                    </a:cubicBezTo>
                    <a:cubicBezTo>
                      <a:pt x="16" y="82"/>
                      <a:pt x="16" y="82"/>
                      <a:pt x="16" y="82"/>
                    </a:cubicBezTo>
                    <a:cubicBezTo>
                      <a:pt x="17" y="82"/>
                      <a:pt x="18" y="82"/>
                      <a:pt x="19" y="82"/>
                    </a:cubicBezTo>
                    <a:cubicBezTo>
                      <a:pt x="19" y="81"/>
                      <a:pt x="19" y="81"/>
                      <a:pt x="19" y="81"/>
                    </a:cubicBezTo>
                    <a:cubicBezTo>
                      <a:pt x="20" y="81"/>
                      <a:pt x="21" y="81"/>
                      <a:pt x="22" y="81"/>
                    </a:cubicBezTo>
                    <a:cubicBezTo>
                      <a:pt x="23" y="81"/>
                      <a:pt x="23" y="81"/>
                      <a:pt x="23" y="81"/>
                    </a:cubicBezTo>
                    <a:cubicBezTo>
                      <a:pt x="24" y="81"/>
                      <a:pt x="25" y="81"/>
                      <a:pt x="26" y="81"/>
                    </a:cubicBezTo>
                    <a:cubicBezTo>
                      <a:pt x="26" y="81"/>
                      <a:pt x="26" y="81"/>
                      <a:pt x="26" y="81"/>
                    </a:cubicBezTo>
                    <a:cubicBezTo>
                      <a:pt x="27" y="80"/>
                      <a:pt x="27" y="80"/>
                      <a:pt x="27" y="80"/>
                    </a:cubicBezTo>
                    <a:cubicBezTo>
                      <a:pt x="27" y="78"/>
                      <a:pt x="27" y="78"/>
                      <a:pt x="27" y="78"/>
                    </a:cubicBezTo>
                    <a:cubicBezTo>
                      <a:pt x="27" y="77"/>
                      <a:pt x="27" y="77"/>
                      <a:pt x="27" y="76"/>
                    </a:cubicBezTo>
                    <a:cubicBezTo>
                      <a:pt x="28" y="74"/>
                      <a:pt x="28" y="74"/>
                      <a:pt x="28" y="74"/>
                    </a:cubicBezTo>
                    <a:cubicBezTo>
                      <a:pt x="28" y="73"/>
                      <a:pt x="28" y="72"/>
                      <a:pt x="28" y="72"/>
                    </a:cubicBezTo>
                    <a:cubicBezTo>
                      <a:pt x="28" y="71"/>
                      <a:pt x="28" y="70"/>
                      <a:pt x="28" y="70"/>
                    </a:cubicBezTo>
                    <a:cubicBezTo>
                      <a:pt x="28" y="69"/>
                      <a:pt x="29" y="68"/>
                      <a:pt x="29" y="67"/>
                    </a:cubicBezTo>
                    <a:cubicBezTo>
                      <a:pt x="29" y="66"/>
                      <a:pt x="29" y="66"/>
                      <a:pt x="29" y="66"/>
                    </a:cubicBezTo>
                    <a:cubicBezTo>
                      <a:pt x="29" y="65"/>
                      <a:pt x="30" y="64"/>
                      <a:pt x="30" y="63"/>
                    </a:cubicBezTo>
                    <a:cubicBezTo>
                      <a:pt x="30" y="61"/>
                      <a:pt x="30" y="61"/>
                      <a:pt x="30" y="61"/>
                    </a:cubicBezTo>
                    <a:cubicBezTo>
                      <a:pt x="30" y="61"/>
                      <a:pt x="31" y="60"/>
                      <a:pt x="31" y="59"/>
                    </a:cubicBezTo>
                    <a:cubicBezTo>
                      <a:pt x="31" y="57"/>
                      <a:pt x="31" y="57"/>
                      <a:pt x="31" y="57"/>
                    </a:cubicBezTo>
                    <a:cubicBezTo>
                      <a:pt x="32" y="57"/>
                      <a:pt x="32" y="56"/>
                      <a:pt x="32" y="55"/>
                    </a:cubicBezTo>
                    <a:cubicBezTo>
                      <a:pt x="33" y="53"/>
                      <a:pt x="33" y="53"/>
                      <a:pt x="33" y="53"/>
                    </a:cubicBezTo>
                    <a:cubicBezTo>
                      <a:pt x="33" y="52"/>
                      <a:pt x="33" y="52"/>
                      <a:pt x="33" y="52"/>
                    </a:cubicBezTo>
                    <a:cubicBezTo>
                      <a:pt x="12" y="42"/>
                      <a:pt x="12" y="42"/>
                      <a:pt x="12" y="42"/>
                    </a:cubicBezTo>
                    <a:close/>
                    <a:moveTo>
                      <a:pt x="79" y="42"/>
                    </a:moveTo>
                    <a:cubicBezTo>
                      <a:pt x="70" y="62"/>
                      <a:pt x="70" y="62"/>
                      <a:pt x="70" y="62"/>
                    </a:cubicBezTo>
                    <a:cubicBezTo>
                      <a:pt x="92" y="73"/>
                      <a:pt x="92" y="73"/>
                      <a:pt x="92" y="73"/>
                    </a:cubicBezTo>
                    <a:cubicBezTo>
                      <a:pt x="93" y="72"/>
                      <a:pt x="93" y="72"/>
                      <a:pt x="93" y="72"/>
                    </a:cubicBezTo>
                    <a:cubicBezTo>
                      <a:pt x="93" y="71"/>
                      <a:pt x="93" y="71"/>
                      <a:pt x="93" y="71"/>
                    </a:cubicBezTo>
                    <a:cubicBezTo>
                      <a:pt x="93" y="70"/>
                      <a:pt x="94" y="69"/>
                      <a:pt x="94" y="68"/>
                    </a:cubicBezTo>
                    <a:cubicBezTo>
                      <a:pt x="94" y="67"/>
                      <a:pt x="94" y="67"/>
                      <a:pt x="94" y="67"/>
                    </a:cubicBezTo>
                    <a:cubicBezTo>
                      <a:pt x="95" y="66"/>
                      <a:pt x="95" y="65"/>
                      <a:pt x="95" y="64"/>
                    </a:cubicBezTo>
                    <a:cubicBezTo>
                      <a:pt x="95" y="63"/>
                      <a:pt x="95" y="63"/>
                      <a:pt x="95" y="63"/>
                    </a:cubicBezTo>
                    <a:cubicBezTo>
                      <a:pt x="96" y="62"/>
                      <a:pt x="96" y="61"/>
                      <a:pt x="96" y="61"/>
                    </a:cubicBezTo>
                    <a:cubicBezTo>
                      <a:pt x="96" y="59"/>
                      <a:pt x="96" y="59"/>
                      <a:pt x="96" y="59"/>
                    </a:cubicBezTo>
                    <a:cubicBezTo>
                      <a:pt x="97" y="58"/>
                      <a:pt x="97" y="57"/>
                      <a:pt x="97" y="57"/>
                    </a:cubicBezTo>
                    <a:cubicBezTo>
                      <a:pt x="97" y="56"/>
                      <a:pt x="97" y="56"/>
                      <a:pt x="97" y="55"/>
                    </a:cubicBezTo>
                    <a:cubicBezTo>
                      <a:pt x="97" y="54"/>
                      <a:pt x="97" y="54"/>
                      <a:pt x="97" y="53"/>
                    </a:cubicBezTo>
                    <a:cubicBezTo>
                      <a:pt x="98" y="52"/>
                      <a:pt x="98" y="52"/>
                      <a:pt x="98" y="51"/>
                    </a:cubicBezTo>
                    <a:cubicBezTo>
                      <a:pt x="98" y="50"/>
                      <a:pt x="98" y="50"/>
                      <a:pt x="98" y="49"/>
                    </a:cubicBezTo>
                    <a:cubicBezTo>
                      <a:pt x="98" y="47"/>
                      <a:pt x="98" y="47"/>
                      <a:pt x="98" y="47"/>
                    </a:cubicBezTo>
                    <a:cubicBezTo>
                      <a:pt x="98" y="46"/>
                      <a:pt x="98" y="46"/>
                      <a:pt x="98" y="46"/>
                    </a:cubicBezTo>
                    <a:cubicBezTo>
                      <a:pt x="97" y="46"/>
                      <a:pt x="96" y="46"/>
                      <a:pt x="95" y="46"/>
                    </a:cubicBezTo>
                    <a:cubicBezTo>
                      <a:pt x="94" y="46"/>
                      <a:pt x="94" y="46"/>
                      <a:pt x="94" y="46"/>
                    </a:cubicBezTo>
                    <a:cubicBezTo>
                      <a:pt x="93" y="46"/>
                      <a:pt x="92" y="46"/>
                      <a:pt x="92" y="46"/>
                    </a:cubicBezTo>
                    <a:cubicBezTo>
                      <a:pt x="91" y="45"/>
                      <a:pt x="91" y="45"/>
                      <a:pt x="91" y="45"/>
                    </a:cubicBezTo>
                    <a:cubicBezTo>
                      <a:pt x="90" y="45"/>
                      <a:pt x="89" y="45"/>
                      <a:pt x="89" y="45"/>
                    </a:cubicBezTo>
                    <a:cubicBezTo>
                      <a:pt x="88" y="45"/>
                      <a:pt x="88" y="45"/>
                      <a:pt x="88" y="45"/>
                    </a:cubicBezTo>
                    <a:cubicBezTo>
                      <a:pt x="87" y="45"/>
                      <a:pt x="86" y="44"/>
                      <a:pt x="86" y="44"/>
                    </a:cubicBezTo>
                    <a:cubicBezTo>
                      <a:pt x="85" y="44"/>
                      <a:pt x="85" y="44"/>
                      <a:pt x="85" y="44"/>
                    </a:cubicBezTo>
                    <a:cubicBezTo>
                      <a:pt x="84" y="44"/>
                      <a:pt x="84" y="44"/>
                      <a:pt x="83" y="43"/>
                    </a:cubicBezTo>
                    <a:cubicBezTo>
                      <a:pt x="82" y="43"/>
                      <a:pt x="82" y="43"/>
                      <a:pt x="82" y="43"/>
                    </a:cubicBezTo>
                    <a:cubicBezTo>
                      <a:pt x="81" y="43"/>
                      <a:pt x="81" y="42"/>
                      <a:pt x="80" y="42"/>
                    </a:cubicBezTo>
                    <a:cubicBezTo>
                      <a:pt x="80" y="42"/>
                      <a:pt x="80" y="42"/>
                      <a:pt x="80" y="42"/>
                    </a:cubicBezTo>
                    <a:lnTo>
                      <a:pt x="79" y="42"/>
                    </a:lnTo>
                    <a:close/>
                    <a:moveTo>
                      <a:pt x="56" y="29"/>
                    </a:moveTo>
                    <a:cubicBezTo>
                      <a:pt x="56" y="30"/>
                      <a:pt x="55" y="30"/>
                      <a:pt x="55" y="31"/>
                    </a:cubicBezTo>
                    <a:cubicBezTo>
                      <a:pt x="53" y="32"/>
                      <a:pt x="53" y="32"/>
                      <a:pt x="53" y="32"/>
                    </a:cubicBezTo>
                    <a:cubicBezTo>
                      <a:pt x="53" y="33"/>
                      <a:pt x="52" y="33"/>
                      <a:pt x="52" y="34"/>
                    </a:cubicBezTo>
                    <a:cubicBezTo>
                      <a:pt x="51" y="35"/>
                      <a:pt x="51" y="35"/>
                      <a:pt x="51" y="35"/>
                    </a:cubicBezTo>
                    <a:cubicBezTo>
                      <a:pt x="50" y="36"/>
                      <a:pt x="50" y="36"/>
                      <a:pt x="49" y="37"/>
                    </a:cubicBezTo>
                    <a:cubicBezTo>
                      <a:pt x="48" y="38"/>
                      <a:pt x="48" y="38"/>
                      <a:pt x="48" y="38"/>
                    </a:cubicBezTo>
                    <a:cubicBezTo>
                      <a:pt x="48" y="39"/>
                      <a:pt x="47" y="40"/>
                      <a:pt x="47" y="40"/>
                    </a:cubicBezTo>
                    <a:cubicBezTo>
                      <a:pt x="46" y="42"/>
                      <a:pt x="46" y="42"/>
                      <a:pt x="46" y="42"/>
                    </a:cubicBezTo>
                    <a:cubicBezTo>
                      <a:pt x="46" y="42"/>
                      <a:pt x="45" y="43"/>
                      <a:pt x="45" y="43"/>
                    </a:cubicBezTo>
                    <a:cubicBezTo>
                      <a:pt x="44" y="45"/>
                      <a:pt x="44" y="45"/>
                      <a:pt x="44" y="45"/>
                    </a:cubicBezTo>
                    <a:cubicBezTo>
                      <a:pt x="43" y="46"/>
                      <a:pt x="43" y="46"/>
                      <a:pt x="43" y="47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42" y="49"/>
                      <a:pt x="42" y="49"/>
                      <a:pt x="42" y="49"/>
                    </a:cubicBezTo>
                    <a:cubicBezTo>
                      <a:pt x="64" y="60"/>
                      <a:pt x="64" y="60"/>
                      <a:pt x="64" y="60"/>
                    </a:cubicBezTo>
                    <a:cubicBezTo>
                      <a:pt x="74" y="39"/>
                      <a:pt x="74" y="39"/>
                      <a:pt x="74" y="39"/>
                    </a:cubicBezTo>
                    <a:cubicBezTo>
                      <a:pt x="73" y="39"/>
                      <a:pt x="73" y="39"/>
                      <a:pt x="73" y="39"/>
                    </a:cubicBezTo>
                    <a:cubicBezTo>
                      <a:pt x="72" y="39"/>
                      <a:pt x="72" y="38"/>
                      <a:pt x="71" y="38"/>
                    </a:cubicBezTo>
                    <a:cubicBezTo>
                      <a:pt x="71" y="38"/>
                      <a:pt x="69" y="37"/>
                      <a:pt x="68" y="36"/>
                    </a:cubicBezTo>
                    <a:cubicBezTo>
                      <a:pt x="68" y="36"/>
                      <a:pt x="68" y="36"/>
                      <a:pt x="67" y="36"/>
                    </a:cubicBezTo>
                    <a:cubicBezTo>
                      <a:pt x="67" y="35"/>
                      <a:pt x="66" y="35"/>
                      <a:pt x="66" y="35"/>
                    </a:cubicBezTo>
                    <a:cubicBezTo>
                      <a:pt x="65" y="34"/>
                      <a:pt x="65" y="34"/>
                      <a:pt x="65" y="34"/>
                    </a:cubicBezTo>
                    <a:cubicBezTo>
                      <a:pt x="64" y="33"/>
                      <a:pt x="64" y="33"/>
                      <a:pt x="63" y="33"/>
                    </a:cubicBezTo>
                    <a:cubicBezTo>
                      <a:pt x="63" y="32"/>
                      <a:pt x="63" y="32"/>
                      <a:pt x="63" y="32"/>
                    </a:cubicBezTo>
                    <a:cubicBezTo>
                      <a:pt x="62" y="32"/>
                      <a:pt x="62" y="31"/>
                      <a:pt x="61" y="31"/>
                    </a:cubicBezTo>
                    <a:cubicBezTo>
                      <a:pt x="60" y="30"/>
                      <a:pt x="60" y="30"/>
                      <a:pt x="60" y="30"/>
                    </a:cubicBezTo>
                    <a:cubicBezTo>
                      <a:pt x="60" y="29"/>
                      <a:pt x="59" y="29"/>
                      <a:pt x="58" y="28"/>
                    </a:cubicBezTo>
                    <a:cubicBezTo>
                      <a:pt x="58" y="28"/>
                      <a:pt x="58" y="28"/>
                      <a:pt x="58" y="28"/>
                    </a:cubicBezTo>
                    <a:lnTo>
                      <a:pt x="56" y="29"/>
                    </a:lnTo>
                    <a:close/>
                    <a:moveTo>
                      <a:pt x="45" y="10"/>
                    </a:moveTo>
                    <a:cubicBezTo>
                      <a:pt x="32" y="15"/>
                      <a:pt x="21" y="24"/>
                      <a:pt x="15" y="36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36" y="47"/>
                      <a:pt x="36" y="47"/>
                      <a:pt x="36" y="47"/>
                    </a:cubicBezTo>
                    <a:cubicBezTo>
                      <a:pt x="37" y="46"/>
                      <a:pt x="37" y="46"/>
                      <a:pt x="37" y="46"/>
                    </a:cubicBezTo>
                    <a:cubicBezTo>
                      <a:pt x="37" y="44"/>
                      <a:pt x="37" y="44"/>
                      <a:pt x="37" y="44"/>
                    </a:cubicBezTo>
                    <a:cubicBezTo>
                      <a:pt x="38" y="43"/>
                      <a:pt x="38" y="43"/>
                      <a:pt x="39" y="42"/>
                    </a:cubicBezTo>
                    <a:cubicBezTo>
                      <a:pt x="39" y="41"/>
                      <a:pt x="39" y="41"/>
                      <a:pt x="40" y="41"/>
                    </a:cubicBezTo>
                    <a:cubicBezTo>
                      <a:pt x="40" y="40"/>
                      <a:pt x="41" y="39"/>
                      <a:pt x="41" y="38"/>
                    </a:cubicBezTo>
                    <a:cubicBezTo>
                      <a:pt x="42" y="37"/>
                      <a:pt x="42" y="37"/>
                      <a:pt x="42" y="37"/>
                    </a:cubicBezTo>
                    <a:cubicBezTo>
                      <a:pt x="43" y="36"/>
                      <a:pt x="43" y="35"/>
                      <a:pt x="44" y="35"/>
                    </a:cubicBezTo>
                    <a:cubicBezTo>
                      <a:pt x="44" y="34"/>
                      <a:pt x="44" y="34"/>
                      <a:pt x="45" y="33"/>
                    </a:cubicBezTo>
                    <a:cubicBezTo>
                      <a:pt x="45" y="33"/>
                      <a:pt x="46" y="32"/>
                      <a:pt x="46" y="31"/>
                    </a:cubicBezTo>
                    <a:cubicBezTo>
                      <a:pt x="47" y="31"/>
                      <a:pt x="47" y="30"/>
                      <a:pt x="47" y="30"/>
                    </a:cubicBezTo>
                    <a:cubicBezTo>
                      <a:pt x="48" y="29"/>
                      <a:pt x="48" y="29"/>
                      <a:pt x="49" y="28"/>
                    </a:cubicBezTo>
                    <a:cubicBezTo>
                      <a:pt x="50" y="27"/>
                      <a:pt x="50" y="27"/>
                      <a:pt x="50" y="27"/>
                    </a:cubicBezTo>
                    <a:cubicBezTo>
                      <a:pt x="51" y="26"/>
                      <a:pt x="51" y="26"/>
                      <a:pt x="52" y="25"/>
                    </a:cubicBezTo>
                    <a:cubicBezTo>
                      <a:pt x="54" y="24"/>
                      <a:pt x="54" y="24"/>
                      <a:pt x="54" y="24"/>
                    </a:cubicBezTo>
                    <a:cubicBezTo>
                      <a:pt x="54" y="23"/>
                      <a:pt x="54" y="23"/>
                      <a:pt x="54" y="23"/>
                    </a:cubicBezTo>
                    <a:cubicBezTo>
                      <a:pt x="53" y="23"/>
                      <a:pt x="53" y="23"/>
                      <a:pt x="53" y="23"/>
                    </a:cubicBezTo>
                    <a:cubicBezTo>
                      <a:pt x="53" y="22"/>
                      <a:pt x="52" y="21"/>
                      <a:pt x="52" y="20"/>
                    </a:cubicBezTo>
                    <a:cubicBezTo>
                      <a:pt x="51" y="20"/>
                      <a:pt x="51" y="20"/>
                      <a:pt x="51" y="20"/>
                    </a:cubicBezTo>
                    <a:cubicBezTo>
                      <a:pt x="50" y="19"/>
                      <a:pt x="50" y="18"/>
                      <a:pt x="49" y="17"/>
                    </a:cubicBezTo>
                    <a:cubicBezTo>
                      <a:pt x="49" y="16"/>
                      <a:pt x="48" y="15"/>
                      <a:pt x="47" y="14"/>
                    </a:cubicBezTo>
                    <a:cubicBezTo>
                      <a:pt x="47" y="13"/>
                      <a:pt x="47" y="13"/>
                      <a:pt x="47" y="13"/>
                    </a:cubicBezTo>
                    <a:cubicBezTo>
                      <a:pt x="47" y="12"/>
                      <a:pt x="46" y="11"/>
                      <a:pt x="46" y="10"/>
                    </a:cubicBezTo>
                    <a:cubicBezTo>
                      <a:pt x="46" y="10"/>
                      <a:pt x="46" y="10"/>
                      <a:pt x="46" y="10"/>
                    </a:cubicBezTo>
                    <a:lnTo>
                      <a:pt x="45" y="10"/>
                    </a:lnTo>
                    <a:close/>
                    <a:moveTo>
                      <a:pt x="100" y="20"/>
                    </a:moveTo>
                    <a:cubicBezTo>
                      <a:pt x="100" y="21"/>
                      <a:pt x="101" y="23"/>
                      <a:pt x="101" y="24"/>
                    </a:cubicBezTo>
                    <a:cubicBezTo>
                      <a:pt x="101" y="25"/>
                      <a:pt x="101" y="25"/>
                      <a:pt x="101" y="25"/>
                    </a:cubicBezTo>
                    <a:cubicBezTo>
                      <a:pt x="102" y="26"/>
                      <a:pt x="102" y="27"/>
                      <a:pt x="103" y="29"/>
                    </a:cubicBezTo>
                    <a:cubicBezTo>
                      <a:pt x="103" y="29"/>
                      <a:pt x="103" y="29"/>
                      <a:pt x="103" y="29"/>
                    </a:cubicBezTo>
                    <a:cubicBezTo>
                      <a:pt x="103" y="31"/>
                      <a:pt x="103" y="32"/>
                      <a:pt x="103" y="33"/>
                    </a:cubicBezTo>
                    <a:cubicBezTo>
                      <a:pt x="103" y="34"/>
                      <a:pt x="103" y="34"/>
                      <a:pt x="103" y="34"/>
                    </a:cubicBezTo>
                    <a:cubicBezTo>
                      <a:pt x="104" y="35"/>
                      <a:pt x="104" y="37"/>
                      <a:pt x="104" y="38"/>
                    </a:cubicBezTo>
                    <a:cubicBezTo>
                      <a:pt x="104" y="41"/>
                      <a:pt x="104" y="41"/>
                      <a:pt x="104" y="41"/>
                    </a:cubicBezTo>
                    <a:cubicBezTo>
                      <a:pt x="105" y="41"/>
                      <a:pt x="105" y="41"/>
                      <a:pt x="105" y="41"/>
                    </a:cubicBezTo>
                    <a:cubicBezTo>
                      <a:pt x="106" y="41"/>
                      <a:pt x="106" y="41"/>
                      <a:pt x="107" y="40"/>
                    </a:cubicBezTo>
                    <a:cubicBezTo>
                      <a:pt x="108" y="40"/>
                      <a:pt x="108" y="40"/>
                      <a:pt x="108" y="40"/>
                    </a:cubicBezTo>
                    <a:cubicBezTo>
                      <a:pt x="109" y="40"/>
                      <a:pt x="110" y="40"/>
                      <a:pt x="110" y="40"/>
                    </a:cubicBezTo>
                    <a:cubicBezTo>
                      <a:pt x="111" y="40"/>
                      <a:pt x="111" y="40"/>
                      <a:pt x="111" y="40"/>
                    </a:cubicBezTo>
                    <a:cubicBezTo>
                      <a:pt x="112" y="40"/>
                      <a:pt x="113" y="40"/>
                      <a:pt x="114" y="40"/>
                    </a:cubicBezTo>
                    <a:cubicBezTo>
                      <a:pt x="114" y="39"/>
                      <a:pt x="114" y="39"/>
                      <a:pt x="114" y="39"/>
                    </a:cubicBezTo>
                    <a:cubicBezTo>
                      <a:pt x="115" y="39"/>
                      <a:pt x="116" y="39"/>
                      <a:pt x="117" y="39"/>
                    </a:cubicBezTo>
                    <a:cubicBezTo>
                      <a:pt x="118" y="39"/>
                      <a:pt x="118" y="39"/>
                      <a:pt x="118" y="39"/>
                    </a:cubicBezTo>
                    <a:cubicBezTo>
                      <a:pt x="117" y="38"/>
                      <a:pt x="117" y="38"/>
                      <a:pt x="117" y="38"/>
                    </a:cubicBezTo>
                    <a:cubicBezTo>
                      <a:pt x="113" y="30"/>
                      <a:pt x="107" y="23"/>
                      <a:pt x="100" y="17"/>
                    </a:cubicBezTo>
                    <a:cubicBezTo>
                      <a:pt x="99" y="16"/>
                      <a:pt x="99" y="16"/>
                      <a:pt x="99" y="16"/>
                    </a:cubicBezTo>
                    <a:lnTo>
                      <a:pt x="100" y="20"/>
                    </a:lnTo>
                    <a:close/>
                    <a:moveTo>
                      <a:pt x="82" y="36"/>
                    </a:moveTo>
                    <a:cubicBezTo>
                      <a:pt x="82" y="36"/>
                      <a:pt x="83" y="37"/>
                      <a:pt x="84" y="37"/>
                    </a:cubicBezTo>
                    <a:cubicBezTo>
                      <a:pt x="85" y="38"/>
                      <a:pt x="85" y="38"/>
                      <a:pt x="85" y="38"/>
                    </a:cubicBezTo>
                    <a:cubicBezTo>
                      <a:pt x="85" y="38"/>
                      <a:pt x="86" y="38"/>
                      <a:pt x="86" y="38"/>
                    </a:cubicBezTo>
                    <a:cubicBezTo>
                      <a:pt x="87" y="38"/>
                      <a:pt x="87" y="38"/>
                      <a:pt x="87" y="38"/>
                    </a:cubicBezTo>
                    <a:cubicBezTo>
                      <a:pt x="88" y="39"/>
                      <a:pt x="90" y="39"/>
                      <a:pt x="90" y="39"/>
                    </a:cubicBezTo>
                    <a:cubicBezTo>
                      <a:pt x="91" y="39"/>
                      <a:pt x="91" y="39"/>
                      <a:pt x="92" y="40"/>
                    </a:cubicBezTo>
                    <a:cubicBezTo>
                      <a:pt x="93" y="40"/>
                      <a:pt x="93" y="40"/>
                      <a:pt x="93" y="40"/>
                    </a:cubicBezTo>
                    <a:cubicBezTo>
                      <a:pt x="93" y="40"/>
                      <a:pt x="94" y="40"/>
                      <a:pt x="95" y="40"/>
                    </a:cubicBezTo>
                    <a:cubicBezTo>
                      <a:pt x="98" y="40"/>
                      <a:pt x="98" y="40"/>
                      <a:pt x="98" y="40"/>
                    </a:cubicBezTo>
                    <a:cubicBezTo>
                      <a:pt x="98" y="39"/>
                      <a:pt x="98" y="39"/>
                      <a:pt x="98" y="39"/>
                    </a:cubicBezTo>
                    <a:cubicBezTo>
                      <a:pt x="98" y="38"/>
                      <a:pt x="98" y="38"/>
                      <a:pt x="98" y="38"/>
                    </a:cubicBezTo>
                    <a:cubicBezTo>
                      <a:pt x="98" y="37"/>
                      <a:pt x="98" y="36"/>
                      <a:pt x="97" y="35"/>
                    </a:cubicBezTo>
                    <a:cubicBezTo>
                      <a:pt x="97" y="34"/>
                      <a:pt x="97" y="34"/>
                      <a:pt x="97" y="34"/>
                    </a:cubicBezTo>
                    <a:cubicBezTo>
                      <a:pt x="97" y="33"/>
                      <a:pt x="97" y="32"/>
                      <a:pt x="97" y="31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96" y="29"/>
                      <a:pt x="96" y="28"/>
                      <a:pt x="96" y="27"/>
                    </a:cubicBezTo>
                    <a:cubicBezTo>
                      <a:pt x="96" y="26"/>
                      <a:pt x="96" y="26"/>
                      <a:pt x="96" y="26"/>
                    </a:cubicBezTo>
                    <a:cubicBezTo>
                      <a:pt x="95" y="24"/>
                      <a:pt x="95" y="23"/>
                      <a:pt x="94" y="22"/>
                    </a:cubicBezTo>
                    <a:cubicBezTo>
                      <a:pt x="94" y="21"/>
                      <a:pt x="94" y="21"/>
                      <a:pt x="94" y="21"/>
                    </a:cubicBezTo>
                    <a:cubicBezTo>
                      <a:pt x="94" y="20"/>
                      <a:pt x="93" y="19"/>
                      <a:pt x="93" y="18"/>
                    </a:cubicBezTo>
                    <a:cubicBezTo>
                      <a:pt x="91" y="15"/>
                      <a:pt x="91" y="15"/>
                      <a:pt x="91" y="15"/>
                    </a:cubicBezTo>
                    <a:lnTo>
                      <a:pt x="82" y="36"/>
                    </a:lnTo>
                    <a:close/>
                    <a:moveTo>
                      <a:pt x="83" y="14"/>
                    </a:moveTo>
                    <a:cubicBezTo>
                      <a:pt x="82" y="14"/>
                      <a:pt x="81" y="14"/>
                      <a:pt x="80" y="15"/>
                    </a:cubicBezTo>
                    <a:cubicBezTo>
                      <a:pt x="79" y="15"/>
                      <a:pt x="79" y="15"/>
                      <a:pt x="79" y="15"/>
                    </a:cubicBezTo>
                    <a:cubicBezTo>
                      <a:pt x="78" y="15"/>
                      <a:pt x="77" y="16"/>
                      <a:pt x="75" y="16"/>
                    </a:cubicBezTo>
                    <a:cubicBezTo>
                      <a:pt x="74" y="17"/>
                      <a:pt x="74" y="17"/>
                      <a:pt x="74" y="17"/>
                    </a:cubicBezTo>
                    <a:cubicBezTo>
                      <a:pt x="73" y="17"/>
                      <a:pt x="73" y="18"/>
                      <a:pt x="72" y="18"/>
                    </a:cubicBezTo>
                    <a:cubicBezTo>
                      <a:pt x="70" y="19"/>
                      <a:pt x="70" y="19"/>
                      <a:pt x="70" y="19"/>
                    </a:cubicBezTo>
                    <a:cubicBezTo>
                      <a:pt x="70" y="19"/>
                      <a:pt x="69" y="20"/>
                      <a:pt x="68" y="20"/>
                    </a:cubicBezTo>
                    <a:cubicBezTo>
                      <a:pt x="68" y="20"/>
                      <a:pt x="67" y="21"/>
                      <a:pt x="67" y="21"/>
                    </a:cubicBezTo>
                    <a:cubicBezTo>
                      <a:pt x="66" y="22"/>
                      <a:pt x="65" y="22"/>
                      <a:pt x="65" y="23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3" y="24"/>
                      <a:pt x="63" y="24"/>
                      <a:pt x="63" y="24"/>
                    </a:cubicBezTo>
                    <a:cubicBezTo>
                      <a:pt x="64" y="26"/>
                      <a:pt x="64" y="26"/>
                      <a:pt x="64" y="26"/>
                    </a:cubicBezTo>
                    <a:cubicBezTo>
                      <a:pt x="65" y="26"/>
                      <a:pt x="66" y="27"/>
                      <a:pt x="67" y="28"/>
                    </a:cubicBezTo>
                    <a:cubicBezTo>
                      <a:pt x="67" y="28"/>
                      <a:pt x="67" y="28"/>
                      <a:pt x="67" y="28"/>
                    </a:cubicBezTo>
                    <a:cubicBezTo>
                      <a:pt x="68" y="28"/>
                      <a:pt x="68" y="29"/>
                      <a:pt x="69" y="29"/>
                    </a:cubicBezTo>
                    <a:cubicBezTo>
                      <a:pt x="69" y="29"/>
                      <a:pt x="70" y="30"/>
                      <a:pt x="71" y="31"/>
                    </a:cubicBezTo>
                    <a:cubicBezTo>
                      <a:pt x="72" y="31"/>
                      <a:pt x="72" y="31"/>
                      <a:pt x="72" y="31"/>
                    </a:cubicBezTo>
                    <a:cubicBezTo>
                      <a:pt x="73" y="32"/>
                      <a:pt x="73" y="32"/>
                      <a:pt x="73" y="32"/>
                    </a:cubicBezTo>
                    <a:cubicBezTo>
                      <a:pt x="74" y="33"/>
                      <a:pt x="74" y="33"/>
                      <a:pt x="74" y="33"/>
                    </a:cubicBezTo>
                    <a:cubicBezTo>
                      <a:pt x="75" y="33"/>
                      <a:pt x="76" y="34"/>
                      <a:pt x="76" y="34"/>
                    </a:cubicBezTo>
                    <a:cubicBezTo>
                      <a:pt x="76" y="33"/>
                      <a:pt x="76" y="33"/>
                      <a:pt x="76" y="33"/>
                    </a:cubicBezTo>
                    <a:cubicBezTo>
                      <a:pt x="86" y="13"/>
                      <a:pt x="86" y="13"/>
                      <a:pt x="86" y="13"/>
                    </a:cubicBezTo>
                    <a:lnTo>
                      <a:pt x="83" y="14"/>
                    </a:lnTo>
                    <a:close/>
                    <a:moveTo>
                      <a:pt x="66" y="6"/>
                    </a:moveTo>
                    <a:cubicBezTo>
                      <a:pt x="61" y="6"/>
                      <a:pt x="56" y="7"/>
                      <a:pt x="52" y="8"/>
                    </a:cubicBezTo>
                    <a:cubicBezTo>
                      <a:pt x="51" y="8"/>
                      <a:pt x="51" y="8"/>
                      <a:pt x="51" y="8"/>
                    </a:cubicBezTo>
                    <a:cubicBezTo>
                      <a:pt x="52" y="9"/>
                      <a:pt x="52" y="9"/>
                      <a:pt x="52" y="9"/>
                    </a:cubicBezTo>
                    <a:cubicBezTo>
                      <a:pt x="52" y="9"/>
                      <a:pt x="52" y="10"/>
                      <a:pt x="53" y="11"/>
                    </a:cubicBezTo>
                    <a:cubicBezTo>
                      <a:pt x="53" y="11"/>
                      <a:pt x="53" y="11"/>
                      <a:pt x="53" y="11"/>
                    </a:cubicBezTo>
                    <a:cubicBezTo>
                      <a:pt x="53" y="12"/>
                      <a:pt x="54" y="13"/>
                      <a:pt x="54" y="14"/>
                    </a:cubicBezTo>
                    <a:cubicBezTo>
                      <a:pt x="55" y="14"/>
                      <a:pt x="55" y="14"/>
                      <a:pt x="55" y="14"/>
                    </a:cubicBezTo>
                    <a:cubicBezTo>
                      <a:pt x="55" y="15"/>
                      <a:pt x="56" y="16"/>
                      <a:pt x="56" y="16"/>
                    </a:cubicBezTo>
                    <a:cubicBezTo>
                      <a:pt x="57" y="17"/>
                      <a:pt x="57" y="17"/>
                      <a:pt x="57" y="17"/>
                    </a:cubicBezTo>
                    <a:cubicBezTo>
                      <a:pt x="57" y="18"/>
                      <a:pt x="58" y="18"/>
                      <a:pt x="58" y="19"/>
                    </a:cubicBezTo>
                    <a:cubicBezTo>
                      <a:pt x="59" y="19"/>
                      <a:pt x="59" y="19"/>
                      <a:pt x="59" y="19"/>
                    </a:cubicBezTo>
                    <a:cubicBezTo>
                      <a:pt x="61" y="18"/>
                      <a:pt x="61" y="18"/>
                      <a:pt x="61" y="18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62" y="17"/>
                      <a:pt x="64" y="16"/>
                      <a:pt x="64" y="16"/>
                    </a:cubicBezTo>
                    <a:cubicBezTo>
                      <a:pt x="65" y="15"/>
                      <a:pt x="66" y="14"/>
                      <a:pt x="66" y="14"/>
                    </a:cubicBezTo>
                    <a:cubicBezTo>
                      <a:pt x="67" y="14"/>
                      <a:pt x="68" y="13"/>
                      <a:pt x="69" y="13"/>
                    </a:cubicBezTo>
                    <a:cubicBezTo>
                      <a:pt x="69" y="13"/>
                      <a:pt x="70" y="12"/>
                      <a:pt x="71" y="12"/>
                    </a:cubicBezTo>
                    <a:cubicBezTo>
                      <a:pt x="71" y="12"/>
                      <a:pt x="73" y="11"/>
                      <a:pt x="73" y="11"/>
                    </a:cubicBezTo>
                    <a:cubicBezTo>
                      <a:pt x="74" y="10"/>
                      <a:pt x="74" y="10"/>
                      <a:pt x="74" y="10"/>
                    </a:cubicBezTo>
                    <a:cubicBezTo>
                      <a:pt x="75" y="10"/>
                      <a:pt x="75" y="10"/>
                      <a:pt x="76" y="10"/>
                    </a:cubicBezTo>
                    <a:cubicBezTo>
                      <a:pt x="77" y="9"/>
                      <a:pt x="77" y="9"/>
                      <a:pt x="77" y="9"/>
                    </a:cubicBezTo>
                    <a:cubicBezTo>
                      <a:pt x="78" y="9"/>
                      <a:pt x="78" y="9"/>
                      <a:pt x="79" y="8"/>
                    </a:cubicBezTo>
                    <a:cubicBezTo>
                      <a:pt x="80" y="8"/>
                      <a:pt x="80" y="8"/>
                      <a:pt x="80" y="8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5" y="7"/>
                      <a:pt x="70" y="6"/>
                      <a:pt x="66" y="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6" name="文本框 25"/>
            <p:cNvSpPr txBox="1">
              <a:spLocks noChangeArrowheads="1"/>
            </p:cNvSpPr>
            <p:nvPr/>
          </p:nvSpPr>
          <p:spPr bwMode="auto">
            <a:xfrm>
              <a:off x="4907853" y="2043042"/>
              <a:ext cx="90281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定位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8193088" y="1631423"/>
            <a:ext cx="3486150" cy="1701800"/>
            <a:chOff x="8193088" y="1631423"/>
            <a:chExt cx="3486150" cy="1701800"/>
          </a:xfrm>
        </p:grpSpPr>
        <p:grpSp>
          <p:nvGrpSpPr>
            <p:cNvPr id="18444" name="组合 23"/>
            <p:cNvGrpSpPr>
              <a:grpSpLocks/>
            </p:cNvGrpSpPr>
            <p:nvPr/>
          </p:nvGrpSpPr>
          <p:grpSpPr bwMode="auto">
            <a:xfrm>
              <a:off x="8193088" y="1631423"/>
              <a:ext cx="3486150" cy="1701800"/>
              <a:chOff x="0" y="0"/>
              <a:chExt cx="4215757" cy="2057400"/>
            </a:xfrm>
          </p:grpSpPr>
          <p:sp>
            <p:nvSpPr>
              <p:cNvPr id="18448" name="圆角矩形 1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4215757" cy="2057400"/>
              </a:xfrm>
              <a:prstGeom prst="roundRect">
                <a:avLst>
                  <a:gd name="adj" fmla="val 4167"/>
                </a:avLst>
              </a:prstGeom>
              <a:solidFill>
                <a:srgbClr val="F2F2F2"/>
              </a:solidFill>
              <a:ln w="12700">
                <a:solidFill>
                  <a:srgbClr val="D9D9D9">
                    <a:alpha val="52156"/>
                  </a:srgbClr>
                </a:solidFill>
                <a:round/>
                <a:headEnd/>
                <a:tailEnd/>
              </a:ln>
              <a:effectLst>
                <a:outerShdw dist="12700" dir="5400000" algn="ctr" rotWithShape="0">
                  <a:srgbClr val="000000">
                    <a:alpha val="26999"/>
                  </a:srgbClr>
                </a:outerShdw>
              </a:effectLst>
            </p:spPr>
            <p:txBody>
              <a:bodyPr anchor="ctr"/>
              <a:lstStyle/>
              <a:p>
                <a:pPr algn="ctr" eaLnBrk="1" hangingPunct="1">
                  <a:buFont typeface="Arial" pitchFamily="34" charset="0"/>
                  <a:buNone/>
                  <a:defRPr/>
                </a:pPr>
                <a:endParaRPr lang="zh-CN" altLang="en-US">
                  <a:solidFill>
                    <a:srgbClr val="FFFFFF"/>
                  </a:solidFill>
                  <a:ea typeface="微软雅黑 Light" pitchFamily="2" charset="-122"/>
                </a:endParaRPr>
              </a:p>
            </p:txBody>
          </p:sp>
          <p:sp>
            <p:nvSpPr>
              <p:cNvPr id="18449" name="圆角矩形 16"/>
              <p:cNvSpPr>
                <a:spLocks noChangeArrowheads="1"/>
              </p:cNvSpPr>
              <p:nvPr/>
            </p:nvSpPr>
            <p:spPr bwMode="auto">
              <a:xfrm>
                <a:off x="2365526" y="217885"/>
                <a:ext cx="1621631" cy="1621631"/>
              </a:xfrm>
              <a:prstGeom prst="roundRect">
                <a:avLst>
                  <a:gd name="adj" fmla="val 4333"/>
                </a:avLst>
              </a:prstGeom>
              <a:solidFill>
                <a:srgbClr val="C63E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8450" name="Freeform 5"/>
              <p:cNvSpPr>
                <a:spLocks noEditPoints="1"/>
              </p:cNvSpPr>
              <p:nvPr/>
            </p:nvSpPr>
            <p:spPr bwMode="auto">
              <a:xfrm>
                <a:off x="2734245" y="603750"/>
                <a:ext cx="884192" cy="849900"/>
              </a:xfrm>
              <a:custGeom>
                <a:avLst/>
                <a:gdLst>
                  <a:gd name="T0" fmla="*/ 1739710241 w 361"/>
                  <a:gd name="T1" fmla="*/ 2081642560 h 347"/>
                  <a:gd name="T2" fmla="*/ 1073820511 w 361"/>
                  <a:gd name="T3" fmla="*/ 1709707347 h 347"/>
                  <a:gd name="T4" fmla="*/ 389936041 w 361"/>
                  <a:gd name="T5" fmla="*/ 2069643544 h 347"/>
                  <a:gd name="T6" fmla="*/ 533909882 w 361"/>
                  <a:gd name="T7" fmla="*/ 1319772384 h 347"/>
                  <a:gd name="T8" fmla="*/ 0 w 361"/>
                  <a:gd name="T9" fmla="*/ 779865333 h 347"/>
                  <a:gd name="T10" fmla="*/ 749875695 w 361"/>
                  <a:gd name="T11" fmla="*/ 683883000 h 347"/>
                  <a:gd name="T12" fmla="*/ 1091817853 w 361"/>
                  <a:gd name="T13" fmla="*/ 0 h 347"/>
                  <a:gd name="T14" fmla="*/ 1415762976 w 361"/>
                  <a:gd name="T15" fmla="*/ 683883000 h 347"/>
                  <a:gd name="T16" fmla="*/ 2147483647 w 361"/>
                  <a:gd name="T17" fmla="*/ 797862632 h 347"/>
                  <a:gd name="T18" fmla="*/ 1625727888 w 361"/>
                  <a:gd name="T19" fmla="*/ 1319772384 h 347"/>
                  <a:gd name="T20" fmla="*/ 1739710241 w 361"/>
                  <a:gd name="T21" fmla="*/ 2081642560 h 347"/>
                  <a:gd name="T22" fmla="*/ 1073820511 w 361"/>
                  <a:gd name="T23" fmla="*/ 1577730414 h 347"/>
                  <a:gd name="T24" fmla="*/ 1577736608 w 361"/>
                  <a:gd name="T25" fmla="*/ 1841684279 h 347"/>
                  <a:gd name="T26" fmla="*/ 1481751598 w 361"/>
                  <a:gd name="T27" fmla="*/ 1289778517 h 347"/>
                  <a:gd name="T28" fmla="*/ 1901681424 w 361"/>
                  <a:gd name="T29" fmla="*/ 881848398 h 347"/>
                  <a:gd name="T30" fmla="*/ 1331777010 w 361"/>
                  <a:gd name="T31" fmla="*/ 797862632 h 347"/>
                  <a:gd name="T32" fmla="*/ 1091817853 w 361"/>
                  <a:gd name="T33" fmla="*/ 275952957 h 347"/>
                  <a:gd name="T34" fmla="*/ 827860913 w 361"/>
                  <a:gd name="T35" fmla="*/ 797862632 h 347"/>
                  <a:gd name="T36" fmla="*/ 257956270 w 361"/>
                  <a:gd name="T37" fmla="*/ 863851099 h 347"/>
                  <a:gd name="T38" fmla="*/ 665889730 w 361"/>
                  <a:gd name="T39" fmla="*/ 1271780912 h 347"/>
                  <a:gd name="T40" fmla="*/ 569904567 w 361"/>
                  <a:gd name="T41" fmla="*/ 1841684279 h 347"/>
                  <a:gd name="T42" fmla="*/ 1073820511 w 361"/>
                  <a:gd name="T43" fmla="*/ 1577730414 h 347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361"/>
                  <a:gd name="T67" fmla="*/ 0 h 347"/>
                  <a:gd name="T68" fmla="*/ 361 w 361"/>
                  <a:gd name="T69" fmla="*/ 347 h 347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361" h="347">
                    <a:moveTo>
                      <a:pt x="290" y="347"/>
                    </a:moveTo>
                    <a:lnTo>
                      <a:pt x="179" y="285"/>
                    </a:lnTo>
                    <a:lnTo>
                      <a:pt x="65" y="345"/>
                    </a:lnTo>
                    <a:lnTo>
                      <a:pt x="89" y="220"/>
                    </a:lnTo>
                    <a:lnTo>
                      <a:pt x="0" y="130"/>
                    </a:lnTo>
                    <a:lnTo>
                      <a:pt x="125" y="114"/>
                    </a:lnTo>
                    <a:lnTo>
                      <a:pt x="182" y="0"/>
                    </a:lnTo>
                    <a:lnTo>
                      <a:pt x="236" y="114"/>
                    </a:lnTo>
                    <a:lnTo>
                      <a:pt x="361" y="133"/>
                    </a:lnTo>
                    <a:lnTo>
                      <a:pt x="271" y="220"/>
                    </a:lnTo>
                    <a:lnTo>
                      <a:pt x="290" y="347"/>
                    </a:lnTo>
                    <a:close/>
                    <a:moveTo>
                      <a:pt x="179" y="263"/>
                    </a:moveTo>
                    <a:lnTo>
                      <a:pt x="263" y="307"/>
                    </a:lnTo>
                    <a:lnTo>
                      <a:pt x="247" y="215"/>
                    </a:lnTo>
                    <a:lnTo>
                      <a:pt x="317" y="147"/>
                    </a:lnTo>
                    <a:lnTo>
                      <a:pt x="222" y="133"/>
                    </a:lnTo>
                    <a:lnTo>
                      <a:pt x="182" y="46"/>
                    </a:lnTo>
                    <a:lnTo>
                      <a:pt x="138" y="133"/>
                    </a:lnTo>
                    <a:lnTo>
                      <a:pt x="43" y="144"/>
                    </a:lnTo>
                    <a:lnTo>
                      <a:pt x="111" y="212"/>
                    </a:lnTo>
                    <a:lnTo>
                      <a:pt x="95" y="307"/>
                    </a:lnTo>
                    <a:lnTo>
                      <a:pt x="179" y="2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37" name="文本框 25"/>
            <p:cNvSpPr txBox="1">
              <a:spLocks noChangeArrowheads="1"/>
            </p:cNvSpPr>
            <p:nvPr/>
          </p:nvSpPr>
          <p:spPr bwMode="auto">
            <a:xfrm>
              <a:off x="8719749" y="2043042"/>
              <a:ext cx="902811" cy="954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课程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 Light" panose="020B0502040204020203" pitchFamily="34" charset="-122"/>
                </a:rPr>
                <a:t>目标</a:t>
              </a:r>
              <a:endPara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571500" y="4978399"/>
            <a:ext cx="3486150" cy="64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4185589" y="3665095"/>
            <a:ext cx="3897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是理工科、经管类专业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学生的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专业基础课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，对本科阶段教育有着举足轻重的作用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185589" y="4698008"/>
            <a:ext cx="3979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是多种专业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课程的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先修课程</a:t>
            </a:r>
          </a:p>
        </p:txBody>
      </p:sp>
      <p:sp>
        <p:nvSpPr>
          <p:cNvPr id="45" name="文本框 44"/>
          <p:cNvSpPr txBox="1"/>
          <p:nvPr/>
        </p:nvSpPr>
        <p:spPr>
          <a:xfrm>
            <a:off x="4185589" y="5453922"/>
            <a:ext cx="3897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对培养学生的抽象思维能力、逻辑推理能力、空间想象能力等有重要作用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8193087" y="3649754"/>
            <a:ext cx="3914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线性代数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的发展历史，理解其广泛的应用背景及离散化的</a:t>
            </a:r>
            <a:r>
              <a:rPr lang="zh-CN" altLang="en-US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数学思想</a:t>
            </a:r>
            <a:endParaRPr lang="zh-CN" altLang="en-US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8191996" y="4571671"/>
            <a:ext cx="39144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掌握</a:t>
            </a:r>
            <a:r>
              <a:rPr lang="zh-CN" altLang="en-US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线性代数</a:t>
            </a: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的</a:t>
            </a:r>
            <a:r>
              <a:rPr lang="zh-CN" altLang="zh-CN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基本</a:t>
            </a:r>
            <a:r>
              <a:rPr lang="zh-CN" altLang="en-US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理论和计算</a:t>
            </a:r>
            <a:r>
              <a:rPr lang="zh-CN" altLang="zh-CN" b="1" kern="0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方法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b="1" kern="0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手段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、</a:t>
            </a:r>
            <a:r>
              <a:rPr lang="zh-CN" altLang="zh-CN" b="1" kern="0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技巧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，并具备一定的分析论证能力和较强的运算</a:t>
            </a: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能力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8191996" y="5694677"/>
            <a:ext cx="3914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培养理性思维和自主探索学习的意识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239561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37" grpId="0"/>
      <p:bldP spid="5" grpId="0"/>
      <p:bldP spid="7" grpId="0"/>
      <p:bldP spid="45" grpId="0"/>
      <p:bldP spid="46" grpId="0"/>
      <p:bldP spid="47" grpId="0"/>
      <p:bldP spid="4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5350" y="-3913188"/>
            <a:ext cx="7308850" cy="746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6151267" y="920751"/>
            <a:ext cx="4549928" cy="818623"/>
            <a:chOff x="0" y="-1587"/>
            <a:chExt cx="4549928" cy="818649"/>
          </a:xfrm>
        </p:grpSpPr>
        <p:grpSp>
          <p:nvGrpSpPr>
            <p:cNvPr id="7207" name="组合 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1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8" name="组合 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1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9" name="组合 12"/>
            <p:cNvGrpSpPr>
              <a:grpSpLocks/>
            </p:cNvGrpSpPr>
            <p:nvPr/>
          </p:nvGrpSpPr>
          <p:grpSpPr bwMode="auto">
            <a:xfrm>
              <a:off x="851398" y="-1587"/>
              <a:ext cx="3698530" cy="471596"/>
              <a:chOff x="96656" y="-1587"/>
              <a:chExt cx="3698530" cy="471596"/>
            </a:xfrm>
          </p:grpSpPr>
          <p:cxnSp>
            <p:nvCxnSpPr>
              <p:cNvPr id="721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11" name="文本框 14"/>
              <p:cNvSpPr txBox="1">
                <a:spLocks noChangeArrowheads="1"/>
              </p:cNvSpPr>
              <p:nvPr/>
            </p:nvSpPr>
            <p:spPr bwMode="auto">
              <a:xfrm>
                <a:off x="342406" y="-1587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课程设置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17"/>
          <p:cNvGrpSpPr>
            <a:grpSpLocks/>
          </p:cNvGrpSpPr>
          <p:nvPr/>
        </p:nvGrpSpPr>
        <p:grpSpPr bwMode="auto">
          <a:xfrm>
            <a:off x="6151267" y="2263126"/>
            <a:ext cx="4549928" cy="817036"/>
            <a:chOff x="0" y="0"/>
            <a:chExt cx="4549928" cy="817062"/>
          </a:xfrm>
        </p:grpSpPr>
        <p:grpSp>
          <p:nvGrpSpPr>
            <p:cNvPr id="7197" name="组合 1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0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组合 1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0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9" name="组合 20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200" name="直接连接符 21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01" name="文本框 22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b="1" dirty="0" smtClean="0">
                    <a:solidFill>
                      <a:srgbClr val="C63E5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教学对象分析</a:t>
                </a:r>
                <a:endParaRPr lang="zh-CN" altLang="en-US" sz="24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28"/>
          <p:cNvGrpSpPr>
            <a:grpSpLocks/>
          </p:cNvGrpSpPr>
          <p:nvPr/>
        </p:nvGrpSpPr>
        <p:grpSpPr bwMode="auto">
          <a:xfrm>
            <a:off x="6151267" y="3646737"/>
            <a:ext cx="4549928" cy="817036"/>
            <a:chOff x="0" y="0"/>
            <a:chExt cx="4549928" cy="817062"/>
          </a:xfrm>
        </p:grpSpPr>
        <p:grpSp>
          <p:nvGrpSpPr>
            <p:cNvPr id="7187" name="组合 29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9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8" name="组合 30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9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9" name="组合 31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90" name="直接连接符 32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91" name="文本框 33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课程设计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" name="组合 61"/>
          <p:cNvGrpSpPr>
            <a:grpSpLocks/>
          </p:cNvGrpSpPr>
          <p:nvPr/>
        </p:nvGrpSpPr>
        <p:grpSpPr bwMode="auto">
          <a:xfrm>
            <a:off x="6151267" y="5009027"/>
            <a:ext cx="4549928" cy="817037"/>
            <a:chOff x="0" y="0"/>
            <a:chExt cx="4549928" cy="817062"/>
          </a:xfrm>
        </p:grpSpPr>
        <p:grpSp>
          <p:nvGrpSpPr>
            <p:cNvPr id="7177" name="组合 62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8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8" name="组合 63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8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9" name="组合 64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80" name="直接连接符 65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81" name="文本框 66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教学实施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9" name="文本框 3"/>
          <p:cNvSpPr txBox="1">
            <a:spLocks noChangeArrowheads="1"/>
          </p:cNvSpPr>
          <p:nvPr/>
        </p:nvSpPr>
        <p:spPr bwMode="auto">
          <a:xfrm>
            <a:off x="977294" y="3527208"/>
            <a:ext cx="3064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课程教学设计</a:t>
            </a:r>
            <a:endParaRPr lang="zh-CN" altLang="en-US" sz="36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02331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4"/>
          <p:cNvGrpSpPr>
            <a:grpSpLocks/>
          </p:cNvGrpSpPr>
          <p:nvPr/>
        </p:nvGrpSpPr>
        <p:grpSpPr bwMode="auto">
          <a:xfrm>
            <a:off x="4410075" y="742950"/>
            <a:ext cx="3371850" cy="5372100"/>
            <a:chOff x="0" y="0"/>
            <a:chExt cx="3610989" cy="5753100"/>
          </a:xfrm>
        </p:grpSpPr>
        <p:pic>
          <p:nvPicPr>
            <p:cNvPr id="20503" name="组合 16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92178" y="-188506"/>
              <a:ext cx="4125910" cy="63063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04" name="Freeform 51"/>
            <p:cNvSpPr>
              <a:spLocks noEditPoints="1"/>
            </p:cNvSpPr>
            <p:nvPr/>
          </p:nvSpPr>
          <p:spPr bwMode="auto">
            <a:xfrm>
              <a:off x="1038933" y="265083"/>
              <a:ext cx="385562" cy="280776"/>
            </a:xfrm>
            <a:custGeom>
              <a:avLst/>
              <a:gdLst>
                <a:gd name="T0" fmla="*/ 58884338 w 376"/>
                <a:gd name="T1" fmla="*/ 30451894 h 274"/>
                <a:gd name="T2" fmla="*/ 334379690 w 376"/>
                <a:gd name="T3" fmla="*/ 30451894 h 274"/>
                <a:gd name="T4" fmla="*/ 334379690 w 376"/>
                <a:gd name="T5" fmla="*/ 196362824 h 274"/>
                <a:gd name="T6" fmla="*/ 58884338 w 376"/>
                <a:gd name="T7" fmla="*/ 196362824 h 274"/>
                <a:gd name="T8" fmla="*/ 58884338 w 376"/>
                <a:gd name="T9" fmla="*/ 30451894 h 274"/>
                <a:gd name="T10" fmla="*/ 90429673 w 376"/>
                <a:gd name="T11" fmla="*/ 153310865 h 274"/>
                <a:gd name="T12" fmla="*/ 90429673 w 376"/>
                <a:gd name="T13" fmla="*/ 162760920 h 274"/>
                <a:gd name="T14" fmla="*/ 269185893 w 376"/>
                <a:gd name="T15" fmla="*/ 162760920 h 274"/>
                <a:gd name="T16" fmla="*/ 269185893 w 376"/>
                <a:gd name="T17" fmla="*/ 153310865 h 274"/>
                <a:gd name="T18" fmla="*/ 90429673 w 376"/>
                <a:gd name="T19" fmla="*/ 153310865 h 274"/>
                <a:gd name="T20" fmla="*/ 90429673 w 376"/>
                <a:gd name="T21" fmla="*/ 131258655 h 274"/>
                <a:gd name="T22" fmla="*/ 90429673 w 376"/>
                <a:gd name="T23" fmla="*/ 140709767 h 274"/>
                <a:gd name="T24" fmla="*/ 269185893 w 376"/>
                <a:gd name="T25" fmla="*/ 140709767 h 274"/>
                <a:gd name="T26" fmla="*/ 269185893 w 376"/>
                <a:gd name="T27" fmla="*/ 131258655 h 274"/>
                <a:gd name="T28" fmla="*/ 90429673 w 376"/>
                <a:gd name="T29" fmla="*/ 131258655 h 274"/>
                <a:gd name="T30" fmla="*/ 90429673 w 376"/>
                <a:gd name="T31" fmla="*/ 105007135 h 274"/>
                <a:gd name="T32" fmla="*/ 90429673 w 376"/>
                <a:gd name="T33" fmla="*/ 113407867 h 274"/>
                <a:gd name="T34" fmla="*/ 319658609 w 376"/>
                <a:gd name="T35" fmla="*/ 113407867 h 274"/>
                <a:gd name="T36" fmla="*/ 319658609 w 376"/>
                <a:gd name="T37" fmla="*/ 105007135 h 274"/>
                <a:gd name="T38" fmla="*/ 90429673 w 376"/>
                <a:gd name="T39" fmla="*/ 105007135 h 274"/>
                <a:gd name="T40" fmla="*/ 90429673 w 376"/>
                <a:gd name="T41" fmla="*/ 79804938 h 274"/>
                <a:gd name="T42" fmla="*/ 90429673 w 376"/>
                <a:gd name="T43" fmla="*/ 89256018 h 274"/>
                <a:gd name="T44" fmla="*/ 319658609 w 376"/>
                <a:gd name="T45" fmla="*/ 89256018 h 274"/>
                <a:gd name="T46" fmla="*/ 319658609 w 376"/>
                <a:gd name="T47" fmla="*/ 79804938 h 274"/>
                <a:gd name="T48" fmla="*/ 90429673 w 376"/>
                <a:gd name="T49" fmla="*/ 79804938 h 274"/>
                <a:gd name="T50" fmla="*/ 90429673 w 376"/>
                <a:gd name="T51" fmla="*/ 54603751 h 274"/>
                <a:gd name="T52" fmla="*/ 90429673 w 376"/>
                <a:gd name="T53" fmla="*/ 64054830 h 274"/>
                <a:gd name="T54" fmla="*/ 319658609 w 376"/>
                <a:gd name="T55" fmla="*/ 64054830 h 274"/>
                <a:gd name="T56" fmla="*/ 319658609 w 376"/>
                <a:gd name="T57" fmla="*/ 54603751 h 274"/>
                <a:gd name="T58" fmla="*/ 90429673 w 376"/>
                <a:gd name="T59" fmla="*/ 54603751 h 274"/>
                <a:gd name="T60" fmla="*/ 175601964 w 376"/>
                <a:gd name="T61" fmla="*/ 241516503 h 274"/>
                <a:gd name="T62" fmla="*/ 217662048 w 376"/>
                <a:gd name="T63" fmla="*/ 241516503 h 274"/>
                <a:gd name="T64" fmla="*/ 232383128 w 376"/>
                <a:gd name="T65" fmla="*/ 265668352 h 274"/>
                <a:gd name="T66" fmla="*/ 162984042 w 376"/>
                <a:gd name="T67" fmla="*/ 265668352 h 274"/>
                <a:gd name="T68" fmla="*/ 175601964 w 376"/>
                <a:gd name="T69" fmla="*/ 241516503 h 274"/>
                <a:gd name="T70" fmla="*/ 59936430 w 376"/>
                <a:gd name="T71" fmla="*/ 0 h 274"/>
                <a:gd name="T72" fmla="*/ 31545327 w 376"/>
                <a:gd name="T73" fmla="*/ 28352223 h 274"/>
                <a:gd name="T74" fmla="*/ 31545327 w 376"/>
                <a:gd name="T75" fmla="*/ 192163483 h 274"/>
                <a:gd name="T76" fmla="*/ 52575890 w 376"/>
                <a:gd name="T77" fmla="*/ 220514673 h 274"/>
                <a:gd name="T78" fmla="*/ 52575890 w 376"/>
                <a:gd name="T79" fmla="*/ 220514673 h 274"/>
                <a:gd name="T80" fmla="*/ 0 w 376"/>
                <a:gd name="T81" fmla="*/ 261467986 h 274"/>
                <a:gd name="T82" fmla="*/ 0 w 376"/>
                <a:gd name="T83" fmla="*/ 287719570 h 274"/>
                <a:gd name="T84" fmla="*/ 395367170 w 376"/>
                <a:gd name="T85" fmla="*/ 287719570 h 274"/>
                <a:gd name="T86" fmla="*/ 395367170 w 376"/>
                <a:gd name="T87" fmla="*/ 261467986 h 274"/>
                <a:gd name="T88" fmla="*/ 338586006 w 376"/>
                <a:gd name="T89" fmla="*/ 220514673 h 274"/>
                <a:gd name="T90" fmla="*/ 361718693 w 376"/>
                <a:gd name="T91" fmla="*/ 192163483 h 274"/>
                <a:gd name="T92" fmla="*/ 361718693 w 376"/>
                <a:gd name="T93" fmla="*/ 28352223 h 274"/>
                <a:gd name="T94" fmla="*/ 332276532 w 376"/>
                <a:gd name="T95" fmla="*/ 0 h 274"/>
                <a:gd name="T96" fmla="*/ 59936430 w 376"/>
                <a:gd name="T97" fmla="*/ 0 h 274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376"/>
                <a:gd name="T148" fmla="*/ 0 h 274"/>
                <a:gd name="T149" fmla="*/ 376 w 376"/>
                <a:gd name="T150" fmla="*/ 274 h 274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376" h="274">
                  <a:moveTo>
                    <a:pt x="56" y="29"/>
                  </a:moveTo>
                  <a:cubicBezTo>
                    <a:pt x="318" y="29"/>
                    <a:pt x="318" y="29"/>
                    <a:pt x="318" y="29"/>
                  </a:cubicBezTo>
                  <a:cubicBezTo>
                    <a:pt x="318" y="187"/>
                    <a:pt x="318" y="187"/>
                    <a:pt x="318" y="187"/>
                  </a:cubicBezTo>
                  <a:cubicBezTo>
                    <a:pt x="56" y="187"/>
                    <a:pt x="56" y="187"/>
                    <a:pt x="56" y="187"/>
                  </a:cubicBezTo>
                  <a:cubicBezTo>
                    <a:pt x="56" y="29"/>
                    <a:pt x="56" y="29"/>
                    <a:pt x="56" y="29"/>
                  </a:cubicBezTo>
                  <a:close/>
                  <a:moveTo>
                    <a:pt x="86" y="146"/>
                  </a:moveTo>
                  <a:cubicBezTo>
                    <a:pt x="86" y="155"/>
                    <a:pt x="86" y="155"/>
                    <a:pt x="86" y="155"/>
                  </a:cubicBezTo>
                  <a:cubicBezTo>
                    <a:pt x="256" y="155"/>
                    <a:pt x="256" y="155"/>
                    <a:pt x="256" y="155"/>
                  </a:cubicBezTo>
                  <a:cubicBezTo>
                    <a:pt x="256" y="146"/>
                    <a:pt x="256" y="146"/>
                    <a:pt x="256" y="146"/>
                  </a:cubicBezTo>
                  <a:cubicBezTo>
                    <a:pt x="86" y="146"/>
                    <a:pt x="86" y="146"/>
                    <a:pt x="86" y="146"/>
                  </a:cubicBezTo>
                  <a:close/>
                  <a:moveTo>
                    <a:pt x="86" y="125"/>
                  </a:moveTo>
                  <a:cubicBezTo>
                    <a:pt x="86" y="134"/>
                    <a:pt x="86" y="134"/>
                    <a:pt x="86" y="134"/>
                  </a:cubicBezTo>
                  <a:cubicBezTo>
                    <a:pt x="256" y="134"/>
                    <a:pt x="256" y="134"/>
                    <a:pt x="256" y="134"/>
                  </a:cubicBezTo>
                  <a:cubicBezTo>
                    <a:pt x="256" y="125"/>
                    <a:pt x="256" y="125"/>
                    <a:pt x="256" y="125"/>
                  </a:cubicBezTo>
                  <a:cubicBezTo>
                    <a:pt x="86" y="125"/>
                    <a:pt x="86" y="125"/>
                    <a:pt x="86" y="125"/>
                  </a:cubicBezTo>
                  <a:close/>
                  <a:moveTo>
                    <a:pt x="86" y="100"/>
                  </a:moveTo>
                  <a:cubicBezTo>
                    <a:pt x="86" y="108"/>
                    <a:pt x="86" y="108"/>
                    <a:pt x="86" y="108"/>
                  </a:cubicBezTo>
                  <a:cubicBezTo>
                    <a:pt x="304" y="108"/>
                    <a:pt x="304" y="108"/>
                    <a:pt x="304" y="108"/>
                  </a:cubicBezTo>
                  <a:cubicBezTo>
                    <a:pt x="304" y="100"/>
                    <a:pt x="304" y="100"/>
                    <a:pt x="304" y="100"/>
                  </a:cubicBezTo>
                  <a:cubicBezTo>
                    <a:pt x="86" y="100"/>
                    <a:pt x="86" y="100"/>
                    <a:pt x="86" y="100"/>
                  </a:cubicBezTo>
                  <a:close/>
                  <a:moveTo>
                    <a:pt x="86" y="76"/>
                  </a:moveTo>
                  <a:cubicBezTo>
                    <a:pt x="86" y="85"/>
                    <a:pt x="86" y="85"/>
                    <a:pt x="86" y="85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76"/>
                    <a:pt x="304" y="76"/>
                    <a:pt x="304" y="76"/>
                  </a:cubicBezTo>
                  <a:cubicBezTo>
                    <a:pt x="86" y="76"/>
                    <a:pt x="86" y="76"/>
                    <a:pt x="86" y="76"/>
                  </a:cubicBezTo>
                  <a:close/>
                  <a:moveTo>
                    <a:pt x="86" y="52"/>
                  </a:moveTo>
                  <a:cubicBezTo>
                    <a:pt x="86" y="61"/>
                    <a:pt x="86" y="61"/>
                    <a:pt x="86" y="61"/>
                  </a:cubicBezTo>
                  <a:cubicBezTo>
                    <a:pt x="304" y="61"/>
                    <a:pt x="304" y="61"/>
                    <a:pt x="304" y="61"/>
                  </a:cubicBezTo>
                  <a:cubicBezTo>
                    <a:pt x="304" y="52"/>
                    <a:pt x="304" y="52"/>
                    <a:pt x="304" y="52"/>
                  </a:cubicBezTo>
                  <a:cubicBezTo>
                    <a:pt x="86" y="52"/>
                    <a:pt x="86" y="52"/>
                    <a:pt x="86" y="52"/>
                  </a:cubicBezTo>
                  <a:close/>
                  <a:moveTo>
                    <a:pt x="167" y="230"/>
                  </a:moveTo>
                  <a:cubicBezTo>
                    <a:pt x="207" y="230"/>
                    <a:pt x="207" y="230"/>
                    <a:pt x="207" y="230"/>
                  </a:cubicBezTo>
                  <a:cubicBezTo>
                    <a:pt x="221" y="253"/>
                    <a:pt x="221" y="253"/>
                    <a:pt x="221" y="253"/>
                  </a:cubicBezTo>
                  <a:cubicBezTo>
                    <a:pt x="155" y="253"/>
                    <a:pt x="155" y="253"/>
                    <a:pt x="155" y="253"/>
                  </a:cubicBezTo>
                  <a:cubicBezTo>
                    <a:pt x="167" y="230"/>
                    <a:pt x="167" y="230"/>
                    <a:pt x="167" y="230"/>
                  </a:cubicBezTo>
                  <a:close/>
                  <a:moveTo>
                    <a:pt x="57" y="0"/>
                  </a:moveTo>
                  <a:cubicBezTo>
                    <a:pt x="42" y="0"/>
                    <a:pt x="30" y="12"/>
                    <a:pt x="30" y="27"/>
                  </a:cubicBezTo>
                  <a:cubicBezTo>
                    <a:pt x="30" y="183"/>
                    <a:pt x="30" y="183"/>
                    <a:pt x="30" y="183"/>
                  </a:cubicBezTo>
                  <a:cubicBezTo>
                    <a:pt x="30" y="196"/>
                    <a:pt x="38" y="207"/>
                    <a:pt x="50" y="210"/>
                  </a:cubicBezTo>
                  <a:cubicBezTo>
                    <a:pt x="50" y="210"/>
                    <a:pt x="50" y="210"/>
                    <a:pt x="50" y="210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4"/>
                    <a:pt x="0" y="274"/>
                    <a:pt x="0" y="274"/>
                  </a:cubicBezTo>
                  <a:cubicBezTo>
                    <a:pt x="376" y="274"/>
                    <a:pt x="376" y="274"/>
                    <a:pt x="376" y="274"/>
                  </a:cubicBezTo>
                  <a:cubicBezTo>
                    <a:pt x="376" y="249"/>
                    <a:pt x="376" y="249"/>
                    <a:pt x="376" y="249"/>
                  </a:cubicBezTo>
                  <a:cubicBezTo>
                    <a:pt x="322" y="210"/>
                    <a:pt x="322" y="210"/>
                    <a:pt x="322" y="210"/>
                  </a:cubicBezTo>
                  <a:cubicBezTo>
                    <a:pt x="335" y="208"/>
                    <a:pt x="344" y="196"/>
                    <a:pt x="344" y="183"/>
                  </a:cubicBezTo>
                  <a:cubicBezTo>
                    <a:pt x="344" y="27"/>
                    <a:pt x="344" y="27"/>
                    <a:pt x="344" y="27"/>
                  </a:cubicBezTo>
                  <a:cubicBezTo>
                    <a:pt x="344" y="12"/>
                    <a:pt x="332" y="0"/>
                    <a:pt x="316" y="0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5" name="Freeform 27"/>
            <p:cNvSpPr>
              <a:spLocks noEditPoints="1"/>
            </p:cNvSpPr>
            <p:nvPr/>
          </p:nvSpPr>
          <p:spPr bwMode="auto">
            <a:xfrm>
              <a:off x="515609" y="2668390"/>
              <a:ext cx="605968" cy="630532"/>
            </a:xfrm>
            <a:custGeom>
              <a:avLst/>
              <a:gdLst>
                <a:gd name="T0" fmla="*/ 2147483647 w 94"/>
                <a:gd name="T1" fmla="*/ 2147483647 h 98"/>
                <a:gd name="T2" fmla="*/ 2147483647 w 94"/>
                <a:gd name="T3" fmla="*/ 2147483647 h 98"/>
                <a:gd name="T4" fmla="*/ 2147483647 w 94"/>
                <a:gd name="T5" fmla="*/ 2147483647 h 98"/>
                <a:gd name="T6" fmla="*/ 2147483647 w 94"/>
                <a:gd name="T7" fmla="*/ 2147483647 h 98"/>
                <a:gd name="T8" fmla="*/ 2147483647 w 94"/>
                <a:gd name="T9" fmla="*/ 2147483647 h 98"/>
                <a:gd name="T10" fmla="*/ 2147483647 w 94"/>
                <a:gd name="T11" fmla="*/ 2147483647 h 98"/>
                <a:gd name="T12" fmla="*/ 2147483647 w 94"/>
                <a:gd name="T13" fmla="*/ 2147483647 h 98"/>
                <a:gd name="T14" fmla="*/ 2036291144 w 94"/>
                <a:gd name="T15" fmla="*/ 2147483647 h 98"/>
                <a:gd name="T16" fmla="*/ 1870062572 w 94"/>
                <a:gd name="T17" fmla="*/ 2147483647 h 98"/>
                <a:gd name="T18" fmla="*/ 1870062572 w 94"/>
                <a:gd name="T19" fmla="*/ 2147483647 h 98"/>
                <a:gd name="T20" fmla="*/ 623354124 w 94"/>
                <a:gd name="T21" fmla="*/ 2147483647 h 98"/>
                <a:gd name="T22" fmla="*/ 498685918 w 94"/>
                <a:gd name="T23" fmla="*/ 2147483647 h 98"/>
                <a:gd name="T24" fmla="*/ 498685918 w 94"/>
                <a:gd name="T25" fmla="*/ 2147483647 h 98"/>
                <a:gd name="T26" fmla="*/ 498685918 w 94"/>
                <a:gd name="T27" fmla="*/ 2147483647 h 98"/>
                <a:gd name="T28" fmla="*/ 124668256 w 94"/>
                <a:gd name="T29" fmla="*/ 2147483647 h 98"/>
                <a:gd name="T30" fmla="*/ 0 w 94"/>
                <a:gd name="T31" fmla="*/ 2069817960 h 98"/>
                <a:gd name="T32" fmla="*/ 1828508652 w 94"/>
                <a:gd name="T33" fmla="*/ 124189080 h 98"/>
                <a:gd name="T34" fmla="*/ 1953176858 w 94"/>
                <a:gd name="T35" fmla="*/ 0 h 98"/>
                <a:gd name="T36" fmla="*/ 2077845064 w 94"/>
                <a:gd name="T37" fmla="*/ 124189080 h 98"/>
                <a:gd name="T38" fmla="*/ 2147483647 w 94"/>
                <a:gd name="T39" fmla="*/ 2069817960 h 98"/>
                <a:gd name="T40" fmla="*/ 2147483647 w 94"/>
                <a:gd name="T41" fmla="*/ 2147483647 h 98"/>
                <a:gd name="T42" fmla="*/ 2147483647 w 94"/>
                <a:gd name="T43" fmla="*/ 2147483647 h 98"/>
                <a:gd name="T44" fmla="*/ 2147483647 w 94"/>
                <a:gd name="T45" fmla="*/ 331170845 h 98"/>
                <a:gd name="T46" fmla="*/ 2147483647 w 94"/>
                <a:gd name="T47" fmla="*/ 331170845 h 98"/>
                <a:gd name="T48" fmla="*/ 2147483647 w 94"/>
                <a:gd name="T49" fmla="*/ 82792711 h 98"/>
                <a:gd name="T50" fmla="*/ 2147483647 w 94"/>
                <a:gd name="T51" fmla="*/ 82792711 h 98"/>
                <a:gd name="T52" fmla="*/ 2147483647 w 94"/>
                <a:gd name="T53" fmla="*/ 331170845 h 98"/>
                <a:gd name="T54" fmla="*/ 2147483647 w 94"/>
                <a:gd name="T55" fmla="*/ 331170845 h 98"/>
                <a:gd name="T56" fmla="*/ 2147483647 w 94"/>
                <a:gd name="T57" fmla="*/ 538152661 h 98"/>
                <a:gd name="T58" fmla="*/ 2147483647 w 94"/>
                <a:gd name="T59" fmla="*/ 1034908980 h 98"/>
                <a:gd name="T60" fmla="*/ 2147483647 w 94"/>
                <a:gd name="T61" fmla="*/ 331170845 h 9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94"/>
                <a:gd name="T94" fmla="*/ 0 h 98"/>
                <a:gd name="T95" fmla="*/ 94 w 94"/>
                <a:gd name="T96" fmla="*/ 98 h 9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94" h="98">
                  <a:moveTo>
                    <a:pt x="81" y="57"/>
                  </a:moveTo>
                  <a:cubicBezTo>
                    <a:pt x="81" y="95"/>
                    <a:pt x="81" y="95"/>
                    <a:pt x="81" y="95"/>
                  </a:cubicBezTo>
                  <a:cubicBezTo>
                    <a:pt x="81" y="98"/>
                    <a:pt x="81" y="98"/>
                    <a:pt x="81" y="98"/>
                  </a:cubicBezTo>
                  <a:cubicBezTo>
                    <a:pt x="78" y="98"/>
                    <a:pt x="78" y="98"/>
                    <a:pt x="78" y="98"/>
                  </a:cubicBezTo>
                  <a:cubicBezTo>
                    <a:pt x="67" y="98"/>
                    <a:pt x="67" y="98"/>
                    <a:pt x="67" y="98"/>
                  </a:cubicBezTo>
                  <a:cubicBezTo>
                    <a:pt x="67" y="68"/>
                    <a:pt x="67" y="68"/>
                    <a:pt x="67" y="68"/>
                  </a:cubicBezTo>
                  <a:cubicBezTo>
                    <a:pt x="67" y="66"/>
                    <a:pt x="65" y="64"/>
                    <a:pt x="62" y="64"/>
                  </a:cubicBezTo>
                  <a:cubicBezTo>
                    <a:pt x="49" y="64"/>
                    <a:pt x="49" y="64"/>
                    <a:pt x="49" y="64"/>
                  </a:cubicBezTo>
                  <a:cubicBezTo>
                    <a:pt x="47" y="64"/>
                    <a:pt x="45" y="66"/>
                    <a:pt x="45" y="68"/>
                  </a:cubicBezTo>
                  <a:cubicBezTo>
                    <a:pt x="45" y="98"/>
                    <a:pt x="45" y="98"/>
                    <a:pt x="45" y="98"/>
                  </a:cubicBezTo>
                  <a:cubicBezTo>
                    <a:pt x="15" y="98"/>
                    <a:pt x="15" y="98"/>
                    <a:pt x="15" y="98"/>
                  </a:cubicBezTo>
                  <a:cubicBezTo>
                    <a:pt x="12" y="98"/>
                    <a:pt x="12" y="98"/>
                    <a:pt x="12" y="98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2" y="57"/>
                    <a:pt x="12" y="57"/>
                    <a:pt x="12" y="57"/>
                  </a:cubicBezTo>
                  <a:cubicBezTo>
                    <a:pt x="3" y="57"/>
                    <a:pt x="3" y="57"/>
                    <a:pt x="3" y="57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44" y="3"/>
                    <a:pt x="44" y="3"/>
                    <a:pt x="44" y="3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94" y="50"/>
                    <a:pt x="94" y="50"/>
                    <a:pt x="94" y="50"/>
                  </a:cubicBezTo>
                  <a:cubicBezTo>
                    <a:pt x="90" y="57"/>
                    <a:pt x="90" y="57"/>
                    <a:pt x="90" y="57"/>
                  </a:cubicBezTo>
                  <a:cubicBezTo>
                    <a:pt x="81" y="57"/>
                    <a:pt x="81" y="57"/>
                    <a:pt x="81" y="57"/>
                  </a:cubicBezTo>
                  <a:close/>
                  <a:moveTo>
                    <a:pt x="74" y="8"/>
                  </a:moveTo>
                  <a:cubicBezTo>
                    <a:pt x="77" y="8"/>
                    <a:pt x="77" y="8"/>
                    <a:pt x="77" y="8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61" y="2"/>
                    <a:pt x="61" y="2"/>
                    <a:pt x="61" y="2"/>
                  </a:cubicBezTo>
                  <a:cubicBezTo>
                    <a:pt x="61" y="8"/>
                    <a:pt x="61" y="8"/>
                    <a:pt x="61" y="8"/>
                  </a:cubicBezTo>
                  <a:cubicBezTo>
                    <a:pt x="64" y="8"/>
                    <a:pt x="64" y="8"/>
                    <a:pt x="64" y="8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74" y="25"/>
                    <a:pt x="74" y="25"/>
                    <a:pt x="74" y="25"/>
                  </a:cubicBezTo>
                  <a:lnTo>
                    <a:pt x="74" y="8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6" name="Freeform 56"/>
            <p:cNvSpPr>
              <a:spLocks noEditPoints="1"/>
            </p:cNvSpPr>
            <p:nvPr/>
          </p:nvSpPr>
          <p:spPr bwMode="auto">
            <a:xfrm>
              <a:off x="2010452" y="1208739"/>
              <a:ext cx="630538" cy="633264"/>
            </a:xfrm>
            <a:custGeom>
              <a:avLst/>
              <a:gdLst>
                <a:gd name="T0" fmla="*/ 2028460221 w 98"/>
                <a:gd name="T1" fmla="*/ 0 h 98"/>
                <a:gd name="T2" fmla="*/ 2147483647 w 98"/>
                <a:gd name="T3" fmla="*/ 626336874 h 98"/>
                <a:gd name="T4" fmla="*/ 2147483647 w 98"/>
                <a:gd name="T5" fmla="*/ 2046037383 h 98"/>
                <a:gd name="T6" fmla="*/ 2147483647 w 98"/>
                <a:gd name="T7" fmla="*/ 2147483647 h 98"/>
                <a:gd name="T8" fmla="*/ 2028460221 w 98"/>
                <a:gd name="T9" fmla="*/ 2147483647 h 98"/>
                <a:gd name="T10" fmla="*/ 620957691 w 98"/>
                <a:gd name="T11" fmla="*/ 2147483647 h 98"/>
                <a:gd name="T12" fmla="*/ 0 w 98"/>
                <a:gd name="T13" fmla="*/ 2046037383 h 98"/>
                <a:gd name="T14" fmla="*/ 620957691 w 98"/>
                <a:gd name="T15" fmla="*/ 626336874 h 98"/>
                <a:gd name="T16" fmla="*/ 2028460221 w 98"/>
                <a:gd name="T17" fmla="*/ 0 h 98"/>
                <a:gd name="T18" fmla="*/ 2147483647 w 98"/>
                <a:gd name="T19" fmla="*/ 1962524104 h 98"/>
                <a:gd name="T20" fmla="*/ 2147483647 w 98"/>
                <a:gd name="T21" fmla="*/ 1879010824 h 98"/>
                <a:gd name="T22" fmla="*/ 2147483647 w 98"/>
                <a:gd name="T23" fmla="*/ 1002140372 h 98"/>
                <a:gd name="T24" fmla="*/ 2147483647 w 98"/>
                <a:gd name="T25" fmla="*/ 918627092 h 98"/>
                <a:gd name="T26" fmla="*/ 2069856958 w 98"/>
                <a:gd name="T27" fmla="*/ 1795504007 h 98"/>
                <a:gd name="T28" fmla="*/ 1904270010 w 98"/>
                <a:gd name="T29" fmla="*/ 1837260647 h 98"/>
                <a:gd name="T30" fmla="*/ 1738683062 w 98"/>
                <a:gd name="T31" fmla="*/ 2147483647 h 98"/>
                <a:gd name="T32" fmla="*/ 2111253695 w 98"/>
                <a:gd name="T33" fmla="*/ 2147483647 h 98"/>
                <a:gd name="T34" fmla="*/ 2147483647 w 98"/>
                <a:gd name="T35" fmla="*/ 2147483647 h 98"/>
                <a:gd name="T36" fmla="*/ 2147483647 w 98"/>
                <a:gd name="T37" fmla="*/ 2147483647 h 98"/>
                <a:gd name="T38" fmla="*/ 2147483647 w 98"/>
                <a:gd name="T39" fmla="*/ 2147483647 h 98"/>
                <a:gd name="T40" fmla="*/ 2147483647 w 98"/>
                <a:gd name="T41" fmla="*/ 2087794023 h 98"/>
                <a:gd name="T42" fmla="*/ 2147483647 w 98"/>
                <a:gd name="T43" fmla="*/ 1962524104 h 98"/>
                <a:gd name="T44" fmla="*/ 2147483647 w 98"/>
                <a:gd name="T45" fmla="*/ 1002140372 h 98"/>
                <a:gd name="T46" fmla="*/ 2028460221 w 98"/>
                <a:gd name="T47" fmla="*/ 584580234 h 98"/>
                <a:gd name="T48" fmla="*/ 993528525 w 98"/>
                <a:gd name="T49" fmla="*/ 1002140372 h 98"/>
                <a:gd name="T50" fmla="*/ 538164216 w 98"/>
                <a:gd name="T51" fmla="*/ 2046037383 h 98"/>
                <a:gd name="T52" fmla="*/ 993528525 w 98"/>
                <a:gd name="T53" fmla="*/ 2147483647 h 98"/>
                <a:gd name="T54" fmla="*/ 2028460221 w 98"/>
                <a:gd name="T55" fmla="*/ 2147483647 h 98"/>
                <a:gd name="T56" fmla="*/ 2147483647 w 98"/>
                <a:gd name="T57" fmla="*/ 2147483647 h 98"/>
                <a:gd name="T58" fmla="*/ 2147483647 w 98"/>
                <a:gd name="T59" fmla="*/ 2046037383 h 98"/>
                <a:gd name="T60" fmla="*/ 2147483647 w 98"/>
                <a:gd name="T61" fmla="*/ 1002140372 h 98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98"/>
                <a:gd name="T94" fmla="*/ 0 h 98"/>
                <a:gd name="T95" fmla="*/ 98 w 98"/>
                <a:gd name="T96" fmla="*/ 98 h 98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98" h="98">
                  <a:moveTo>
                    <a:pt x="49" y="0"/>
                  </a:moveTo>
                  <a:cubicBezTo>
                    <a:pt x="62" y="0"/>
                    <a:pt x="75" y="6"/>
                    <a:pt x="83" y="15"/>
                  </a:cubicBezTo>
                  <a:cubicBezTo>
                    <a:pt x="92" y="23"/>
                    <a:pt x="98" y="36"/>
                    <a:pt x="98" y="49"/>
                  </a:cubicBezTo>
                  <a:cubicBezTo>
                    <a:pt x="98" y="62"/>
                    <a:pt x="92" y="75"/>
                    <a:pt x="83" y="83"/>
                  </a:cubicBezTo>
                  <a:cubicBezTo>
                    <a:pt x="75" y="92"/>
                    <a:pt x="62" y="98"/>
                    <a:pt x="49" y="98"/>
                  </a:cubicBezTo>
                  <a:cubicBezTo>
                    <a:pt x="36" y="98"/>
                    <a:pt x="23" y="92"/>
                    <a:pt x="15" y="83"/>
                  </a:cubicBezTo>
                  <a:cubicBezTo>
                    <a:pt x="6" y="75"/>
                    <a:pt x="0" y="62"/>
                    <a:pt x="0" y="49"/>
                  </a:cubicBezTo>
                  <a:cubicBezTo>
                    <a:pt x="0" y="36"/>
                    <a:pt x="6" y="23"/>
                    <a:pt x="15" y="15"/>
                  </a:cubicBezTo>
                  <a:cubicBezTo>
                    <a:pt x="23" y="6"/>
                    <a:pt x="36" y="0"/>
                    <a:pt x="49" y="0"/>
                  </a:cubicBezTo>
                  <a:close/>
                  <a:moveTo>
                    <a:pt x="55" y="47"/>
                  </a:moveTo>
                  <a:cubicBezTo>
                    <a:pt x="55" y="46"/>
                    <a:pt x="54" y="46"/>
                    <a:pt x="54" y="45"/>
                  </a:cubicBezTo>
                  <a:cubicBezTo>
                    <a:pt x="59" y="39"/>
                    <a:pt x="64" y="32"/>
                    <a:pt x="69" y="24"/>
                  </a:cubicBezTo>
                  <a:cubicBezTo>
                    <a:pt x="68" y="23"/>
                    <a:pt x="67" y="22"/>
                    <a:pt x="65" y="22"/>
                  </a:cubicBezTo>
                  <a:cubicBezTo>
                    <a:pt x="59" y="28"/>
                    <a:pt x="54" y="35"/>
                    <a:pt x="50" y="43"/>
                  </a:cubicBezTo>
                  <a:cubicBezTo>
                    <a:pt x="49" y="43"/>
                    <a:pt x="47" y="43"/>
                    <a:pt x="46" y="44"/>
                  </a:cubicBezTo>
                  <a:cubicBezTo>
                    <a:pt x="42" y="45"/>
                    <a:pt x="41" y="49"/>
                    <a:pt x="42" y="53"/>
                  </a:cubicBezTo>
                  <a:cubicBezTo>
                    <a:pt x="44" y="56"/>
                    <a:pt x="48" y="58"/>
                    <a:pt x="51" y="57"/>
                  </a:cubicBezTo>
                  <a:cubicBezTo>
                    <a:pt x="52" y="56"/>
                    <a:pt x="52" y="56"/>
                    <a:pt x="53" y="56"/>
                  </a:cubicBezTo>
                  <a:cubicBezTo>
                    <a:pt x="58" y="58"/>
                    <a:pt x="64" y="60"/>
                    <a:pt x="70" y="61"/>
                  </a:cubicBezTo>
                  <a:cubicBezTo>
                    <a:pt x="70" y="60"/>
                    <a:pt x="71" y="58"/>
                    <a:pt x="71" y="57"/>
                  </a:cubicBezTo>
                  <a:cubicBezTo>
                    <a:pt x="66" y="54"/>
                    <a:pt x="61" y="52"/>
                    <a:pt x="56" y="50"/>
                  </a:cubicBezTo>
                  <a:cubicBezTo>
                    <a:pt x="56" y="49"/>
                    <a:pt x="56" y="48"/>
                    <a:pt x="55" y="47"/>
                  </a:cubicBezTo>
                  <a:close/>
                  <a:moveTo>
                    <a:pt x="74" y="24"/>
                  </a:moveTo>
                  <a:cubicBezTo>
                    <a:pt x="68" y="18"/>
                    <a:pt x="59" y="14"/>
                    <a:pt x="49" y="14"/>
                  </a:cubicBezTo>
                  <a:cubicBezTo>
                    <a:pt x="39" y="14"/>
                    <a:pt x="30" y="18"/>
                    <a:pt x="24" y="24"/>
                  </a:cubicBezTo>
                  <a:cubicBezTo>
                    <a:pt x="17" y="30"/>
                    <a:pt x="13" y="39"/>
                    <a:pt x="13" y="49"/>
                  </a:cubicBezTo>
                  <a:cubicBezTo>
                    <a:pt x="13" y="59"/>
                    <a:pt x="17" y="68"/>
                    <a:pt x="24" y="74"/>
                  </a:cubicBezTo>
                  <a:cubicBezTo>
                    <a:pt x="30" y="81"/>
                    <a:pt x="39" y="85"/>
                    <a:pt x="49" y="85"/>
                  </a:cubicBezTo>
                  <a:cubicBezTo>
                    <a:pt x="59" y="85"/>
                    <a:pt x="68" y="81"/>
                    <a:pt x="74" y="74"/>
                  </a:cubicBezTo>
                  <a:cubicBezTo>
                    <a:pt x="80" y="68"/>
                    <a:pt x="84" y="59"/>
                    <a:pt x="84" y="49"/>
                  </a:cubicBezTo>
                  <a:cubicBezTo>
                    <a:pt x="84" y="39"/>
                    <a:pt x="80" y="30"/>
                    <a:pt x="74" y="24"/>
                  </a:cubicBez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7" name="Freeform 104"/>
            <p:cNvSpPr>
              <a:spLocks noEditPoints="1"/>
            </p:cNvSpPr>
            <p:nvPr/>
          </p:nvSpPr>
          <p:spPr bwMode="auto">
            <a:xfrm>
              <a:off x="1980887" y="4093457"/>
              <a:ext cx="429554" cy="519240"/>
            </a:xfrm>
            <a:custGeom>
              <a:avLst/>
              <a:gdLst>
                <a:gd name="T0" fmla="*/ 0 w 77"/>
                <a:gd name="T1" fmla="*/ 2147483647 h 93"/>
                <a:gd name="T2" fmla="*/ 933632808 w 77"/>
                <a:gd name="T3" fmla="*/ 623450880 h 93"/>
                <a:gd name="T4" fmla="*/ 1182601092 w 77"/>
                <a:gd name="T5" fmla="*/ 810483474 h 93"/>
                <a:gd name="T6" fmla="*/ 1213718641 w 77"/>
                <a:gd name="T7" fmla="*/ 841654613 h 93"/>
                <a:gd name="T8" fmla="*/ 1213718641 w 77"/>
                <a:gd name="T9" fmla="*/ 841654613 h 93"/>
                <a:gd name="T10" fmla="*/ 1244841769 w 77"/>
                <a:gd name="T11" fmla="*/ 841654613 h 93"/>
                <a:gd name="T12" fmla="*/ 1244841769 w 77"/>
                <a:gd name="T13" fmla="*/ 872825753 h 93"/>
                <a:gd name="T14" fmla="*/ 1244841769 w 77"/>
                <a:gd name="T15" fmla="*/ 872825753 h 93"/>
                <a:gd name="T16" fmla="*/ 1275964896 w 77"/>
                <a:gd name="T17" fmla="*/ 872825753 h 93"/>
                <a:gd name="T18" fmla="*/ 1275964896 w 77"/>
                <a:gd name="T19" fmla="*/ 904002476 h 93"/>
                <a:gd name="T20" fmla="*/ 1307082445 w 77"/>
                <a:gd name="T21" fmla="*/ 904002476 h 93"/>
                <a:gd name="T22" fmla="*/ 1307082445 w 77"/>
                <a:gd name="T23" fmla="*/ 904002476 h 93"/>
                <a:gd name="T24" fmla="*/ 1338205572 w 77"/>
                <a:gd name="T25" fmla="*/ 904002476 h 93"/>
                <a:gd name="T26" fmla="*/ 1338205572 w 77"/>
                <a:gd name="T27" fmla="*/ 935173615 h 93"/>
                <a:gd name="T28" fmla="*/ 1338205572 w 77"/>
                <a:gd name="T29" fmla="*/ 935173615 h 93"/>
                <a:gd name="T30" fmla="*/ 1493810401 w 77"/>
                <a:gd name="T31" fmla="*/ 1028687033 h 93"/>
                <a:gd name="T32" fmla="*/ 1493810401 w 77"/>
                <a:gd name="T33" fmla="*/ 1028687033 h 93"/>
                <a:gd name="T34" fmla="*/ 1524933529 w 77"/>
                <a:gd name="T35" fmla="*/ 1059863756 h 93"/>
                <a:gd name="T36" fmla="*/ 1524933529 w 77"/>
                <a:gd name="T37" fmla="*/ 1059863756 h 93"/>
                <a:gd name="T38" fmla="*/ 1556051078 w 77"/>
                <a:gd name="T39" fmla="*/ 1059863756 h 93"/>
                <a:gd name="T40" fmla="*/ 1556051078 w 77"/>
                <a:gd name="T41" fmla="*/ 1091034895 h 93"/>
                <a:gd name="T42" fmla="*/ 1556051078 w 77"/>
                <a:gd name="T43" fmla="*/ 1091034895 h 93"/>
                <a:gd name="T44" fmla="*/ 1587174205 w 77"/>
                <a:gd name="T45" fmla="*/ 1091034895 h 93"/>
                <a:gd name="T46" fmla="*/ 1587174205 w 77"/>
                <a:gd name="T47" fmla="*/ 1122206035 h 93"/>
                <a:gd name="T48" fmla="*/ 1618291754 w 77"/>
                <a:gd name="T49" fmla="*/ 1122206035 h 93"/>
                <a:gd name="T50" fmla="*/ 1618291754 w 77"/>
                <a:gd name="T51" fmla="*/ 1122206035 h 93"/>
                <a:gd name="T52" fmla="*/ 1649414882 w 77"/>
                <a:gd name="T53" fmla="*/ 1153377174 h 93"/>
                <a:gd name="T54" fmla="*/ 1649414882 w 77"/>
                <a:gd name="T55" fmla="*/ 1153377174 h 93"/>
                <a:gd name="T56" fmla="*/ 1493810401 w 77"/>
                <a:gd name="T57" fmla="*/ 2147483647 h 93"/>
                <a:gd name="T58" fmla="*/ 217845244 w 77"/>
                <a:gd name="T59" fmla="*/ 2147483647 h 93"/>
                <a:gd name="T60" fmla="*/ 1089237288 w 77"/>
                <a:gd name="T61" fmla="*/ 1995031788 h 93"/>
                <a:gd name="T62" fmla="*/ 591300546 w 77"/>
                <a:gd name="T63" fmla="*/ 1652138087 h 93"/>
                <a:gd name="T64" fmla="*/ 93363847 w 77"/>
                <a:gd name="T65" fmla="*/ 2147483647 h 93"/>
                <a:gd name="T66" fmla="*/ 2147483647 w 77"/>
                <a:gd name="T67" fmla="*/ 2147483647 h 93"/>
                <a:gd name="T68" fmla="*/ 1680538009 w 77"/>
                <a:gd name="T69" fmla="*/ 2147483647 h 93"/>
                <a:gd name="T70" fmla="*/ 2147351450 w 77"/>
                <a:gd name="T71" fmla="*/ 1309238455 h 93"/>
                <a:gd name="T72" fmla="*/ 1058114161 w 77"/>
                <a:gd name="T73" fmla="*/ 0 h 93"/>
                <a:gd name="T74" fmla="*/ 2147351450 w 77"/>
                <a:gd name="T75" fmla="*/ 1309238455 h 9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w 77"/>
                <a:gd name="T115" fmla="*/ 0 h 93"/>
                <a:gd name="T116" fmla="*/ 77 w 77"/>
                <a:gd name="T117" fmla="*/ 93 h 93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T114" t="T115" r="T116" b="T117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20508" name="Freeform 76"/>
            <p:cNvSpPr>
              <a:spLocks noEditPoints="1"/>
            </p:cNvSpPr>
            <p:nvPr/>
          </p:nvSpPr>
          <p:spPr bwMode="auto">
            <a:xfrm>
              <a:off x="2947539" y="5162549"/>
              <a:ext cx="479485" cy="375125"/>
            </a:xfrm>
            <a:custGeom>
              <a:avLst/>
              <a:gdLst>
                <a:gd name="T0" fmla="*/ 2147483647 w 72"/>
                <a:gd name="T1" fmla="*/ 1570521091 h 56"/>
                <a:gd name="T2" fmla="*/ 1374823178 w 72"/>
                <a:gd name="T3" fmla="*/ 1929495941 h 56"/>
                <a:gd name="T4" fmla="*/ 1374823178 w 72"/>
                <a:gd name="T5" fmla="*/ 2147483647 h 56"/>
                <a:gd name="T6" fmla="*/ 2147483647 w 72"/>
                <a:gd name="T7" fmla="*/ 1974370257 h 56"/>
                <a:gd name="T8" fmla="*/ 2147483647 w 72"/>
                <a:gd name="T9" fmla="*/ 2108986506 h 56"/>
                <a:gd name="T10" fmla="*/ 1330470835 w 72"/>
                <a:gd name="T11" fmla="*/ 2147483647 h 56"/>
                <a:gd name="T12" fmla="*/ 1286125150 w 72"/>
                <a:gd name="T13" fmla="*/ 2147483647 h 56"/>
                <a:gd name="T14" fmla="*/ 88698054 w 72"/>
                <a:gd name="T15" fmla="*/ 1750011656 h 56"/>
                <a:gd name="T16" fmla="*/ 88698054 w 72"/>
                <a:gd name="T17" fmla="*/ 1301288593 h 56"/>
                <a:gd name="T18" fmla="*/ 221748504 w 72"/>
                <a:gd name="T19" fmla="*/ 1256420976 h 56"/>
                <a:gd name="T20" fmla="*/ 221748504 w 72"/>
                <a:gd name="T21" fmla="*/ 1301288593 h 56"/>
                <a:gd name="T22" fmla="*/ 1773968050 w 72"/>
                <a:gd name="T23" fmla="*/ 1660263024 h 56"/>
                <a:gd name="T24" fmla="*/ 1773968050 w 72"/>
                <a:gd name="T25" fmla="*/ 1480779158 h 56"/>
                <a:gd name="T26" fmla="*/ 1773968050 w 72"/>
                <a:gd name="T27" fmla="*/ 1301288593 h 56"/>
                <a:gd name="T28" fmla="*/ 221748504 w 72"/>
                <a:gd name="T29" fmla="*/ 987188478 h 56"/>
                <a:gd name="T30" fmla="*/ 221748504 w 72"/>
                <a:gd name="T31" fmla="*/ 852572019 h 56"/>
                <a:gd name="T32" fmla="*/ 221748504 w 72"/>
                <a:gd name="T33" fmla="*/ 852572019 h 56"/>
                <a:gd name="T34" fmla="*/ 221748504 w 72"/>
                <a:gd name="T35" fmla="*/ 852572019 h 56"/>
                <a:gd name="T36" fmla="*/ 221748504 w 72"/>
                <a:gd name="T37" fmla="*/ 852572019 h 56"/>
                <a:gd name="T38" fmla="*/ 310446531 w 72"/>
                <a:gd name="T39" fmla="*/ 807697704 h 56"/>
                <a:gd name="T40" fmla="*/ 310446531 w 72"/>
                <a:gd name="T41" fmla="*/ 717955770 h 56"/>
                <a:gd name="T42" fmla="*/ 1773968050 w 72"/>
                <a:gd name="T43" fmla="*/ 1076930411 h 56"/>
                <a:gd name="T44" fmla="*/ 1773968050 w 72"/>
                <a:gd name="T45" fmla="*/ 942314162 h 56"/>
                <a:gd name="T46" fmla="*/ 1773968050 w 72"/>
                <a:gd name="T47" fmla="*/ 762823388 h 56"/>
                <a:gd name="T48" fmla="*/ 310446531 w 72"/>
                <a:gd name="T49" fmla="*/ 403848852 h 56"/>
                <a:gd name="T50" fmla="*/ 310446531 w 72"/>
                <a:gd name="T51" fmla="*/ 269232603 h 56"/>
                <a:gd name="T52" fmla="*/ 1463521206 w 72"/>
                <a:gd name="T53" fmla="*/ 0 h 56"/>
                <a:gd name="T54" fmla="*/ 2147483647 w 72"/>
                <a:gd name="T55" fmla="*/ 269232603 h 56"/>
                <a:gd name="T56" fmla="*/ 2147483647 w 72"/>
                <a:gd name="T57" fmla="*/ 628207139 h 56"/>
                <a:gd name="T58" fmla="*/ 2147483647 w 72"/>
                <a:gd name="T59" fmla="*/ 673081455 h 56"/>
                <a:gd name="T60" fmla="*/ 2147483647 w 72"/>
                <a:gd name="T61" fmla="*/ 717955770 h 56"/>
                <a:gd name="T62" fmla="*/ 2147483647 w 72"/>
                <a:gd name="T63" fmla="*/ 1121804727 h 56"/>
                <a:gd name="T64" fmla="*/ 2147483647 w 72"/>
                <a:gd name="T65" fmla="*/ 1301288593 h 56"/>
                <a:gd name="T66" fmla="*/ 2147483647 w 72"/>
                <a:gd name="T67" fmla="*/ 1480779158 h 56"/>
                <a:gd name="T68" fmla="*/ 2147483647 w 72"/>
                <a:gd name="T69" fmla="*/ 1570521091 h 56"/>
                <a:gd name="T70" fmla="*/ 1463521206 w 72"/>
                <a:gd name="T71" fmla="*/ 2147483647 h 56"/>
                <a:gd name="T72" fmla="*/ 1463521206 w 72"/>
                <a:gd name="T73" fmla="*/ 2147483647 h 56"/>
                <a:gd name="T74" fmla="*/ 2147483647 w 72"/>
                <a:gd name="T75" fmla="*/ 1929495941 h 56"/>
                <a:gd name="T76" fmla="*/ 2147483647 w 72"/>
                <a:gd name="T77" fmla="*/ 1884628324 h 56"/>
                <a:gd name="T78" fmla="*/ 1463521206 w 72"/>
                <a:gd name="T79" fmla="*/ 2147483647 h 56"/>
                <a:gd name="T80" fmla="*/ 1463521206 w 72"/>
                <a:gd name="T81" fmla="*/ 2108986506 h 56"/>
                <a:gd name="T82" fmla="*/ 1463521206 w 72"/>
                <a:gd name="T83" fmla="*/ 2147483647 h 56"/>
                <a:gd name="T84" fmla="*/ 2147483647 w 72"/>
                <a:gd name="T85" fmla="*/ 1794879692 h 56"/>
                <a:gd name="T86" fmla="*/ 2147483647 w 72"/>
                <a:gd name="T87" fmla="*/ 1750011656 h 56"/>
                <a:gd name="T88" fmla="*/ 1463521206 w 72"/>
                <a:gd name="T89" fmla="*/ 2108986506 h 56"/>
                <a:gd name="T90" fmla="*/ 1419168862 w 72"/>
                <a:gd name="T91" fmla="*/ 2019244573 h 56"/>
                <a:gd name="T92" fmla="*/ 1463521206 w 72"/>
                <a:gd name="T93" fmla="*/ 2064112190 h 56"/>
                <a:gd name="T94" fmla="*/ 2147483647 w 72"/>
                <a:gd name="T95" fmla="*/ 1705137340 h 56"/>
                <a:gd name="T96" fmla="*/ 2147483647 w 72"/>
                <a:gd name="T97" fmla="*/ 1660263024 h 56"/>
                <a:gd name="T98" fmla="*/ 1419168862 w 72"/>
                <a:gd name="T99" fmla="*/ 2019244573 h 5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w 72"/>
                <a:gd name="T151" fmla="*/ 0 h 56"/>
                <a:gd name="T152" fmla="*/ 72 w 72"/>
                <a:gd name="T153" fmla="*/ 56 h 5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T150" t="T151" r="T152" b="T153"/>
              <a:pathLst>
                <a:path w="72" h="56">
                  <a:moveTo>
                    <a:pt x="72" y="35"/>
                  </a:moveTo>
                  <a:cubicBezTo>
                    <a:pt x="31" y="43"/>
                    <a:pt x="31" y="43"/>
                    <a:pt x="31" y="43"/>
                  </a:cubicBezTo>
                  <a:cubicBezTo>
                    <a:pt x="30" y="47"/>
                    <a:pt x="30" y="50"/>
                    <a:pt x="31" y="53"/>
                  </a:cubicBezTo>
                  <a:cubicBezTo>
                    <a:pt x="71" y="44"/>
                    <a:pt x="71" y="44"/>
                    <a:pt x="71" y="44"/>
                  </a:cubicBezTo>
                  <a:cubicBezTo>
                    <a:pt x="72" y="47"/>
                    <a:pt x="72" y="47"/>
                    <a:pt x="72" y="47"/>
                  </a:cubicBezTo>
                  <a:cubicBezTo>
                    <a:pt x="30" y="56"/>
                    <a:pt x="30" y="56"/>
                    <a:pt x="30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6"/>
                    <a:pt x="0" y="32"/>
                    <a:pt x="2" y="29"/>
                  </a:cubicBezTo>
                  <a:cubicBezTo>
                    <a:pt x="5" y="28"/>
                    <a:pt x="5" y="28"/>
                    <a:pt x="5" y="28"/>
                  </a:cubicBezTo>
                  <a:cubicBezTo>
                    <a:pt x="5" y="29"/>
                    <a:pt x="5" y="29"/>
                    <a:pt x="5" y="29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36"/>
                    <a:pt x="40" y="34"/>
                    <a:pt x="40" y="33"/>
                  </a:cubicBezTo>
                  <a:cubicBezTo>
                    <a:pt x="40" y="32"/>
                    <a:pt x="40" y="30"/>
                    <a:pt x="40" y="29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5" y="19"/>
                    <a:pt x="5" y="19"/>
                    <a:pt x="5" y="19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7" y="16"/>
                    <a:pt x="7" y="16"/>
                    <a:pt x="7" y="16"/>
                  </a:cubicBezTo>
                  <a:cubicBezTo>
                    <a:pt x="40" y="24"/>
                    <a:pt x="40" y="24"/>
                    <a:pt x="40" y="24"/>
                  </a:cubicBezTo>
                  <a:cubicBezTo>
                    <a:pt x="40" y="23"/>
                    <a:pt x="40" y="22"/>
                    <a:pt x="40" y="21"/>
                  </a:cubicBezTo>
                  <a:cubicBezTo>
                    <a:pt x="40" y="19"/>
                    <a:pt x="40" y="18"/>
                    <a:pt x="40" y="17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7" y="6"/>
                    <a:pt x="7" y="6"/>
                    <a:pt x="7" y="6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63" y="6"/>
                    <a:pt x="63" y="6"/>
                    <a:pt x="63" y="6"/>
                  </a:cubicBezTo>
                  <a:cubicBezTo>
                    <a:pt x="64" y="9"/>
                    <a:pt x="64" y="11"/>
                    <a:pt x="63" y="14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66" y="19"/>
                    <a:pt x="66" y="22"/>
                    <a:pt x="64" y="25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72" y="33"/>
                    <a:pt x="72" y="33"/>
                    <a:pt x="72" y="33"/>
                  </a:cubicBezTo>
                  <a:cubicBezTo>
                    <a:pt x="72" y="35"/>
                    <a:pt x="72" y="35"/>
                    <a:pt x="72" y="35"/>
                  </a:cubicBezTo>
                  <a:close/>
                  <a:moveTo>
                    <a:pt x="33" y="50"/>
                  </a:moveTo>
                  <a:cubicBezTo>
                    <a:pt x="33" y="50"/>
                    <a:pt x="33" y="50"/>
                    <a:pt x="33" y="50"/>
                  </a:cubicBezTo>
                  <a:cubicBezTo>
                    <a:pt x="70" y="43"/>
                    <a:pt x="70" y="43"/>
                    <a:pt x="70" y="43"/>
                  </a:cubicBezTo>
                  <a:cubicBezTo>
                    <a:pt x="70" y="42"/>
                    <a:pt x="70" y="42"/>
                    <a:pt x="70" y="42"/>
                  </a:cubicBezTo>
                  <a:cubicBezTo>
                    <a:pt x="33" y="50"/>
                    <a:pt x="33" y="50"/>
                    <a:pt x="33" y="50"/>
                  </a:cubicBezTo>
                  <a:close/>
                  <a:moveTo>
                    <a:pt x="33" y="47"/>
                  </a:moveTo>
                  <a:cubicBezTo>
                    <a:pt x="33" y="48"/>
                    <a:pt x="33" y="48"/>
                    <a:pt x="33" y="48"/>
                  </a:cubicBezTo>
                  <a:cubicBezTo>
                    <a:pt x="70" y="40"/>
                    <a:pt x="70" y="40"/>
                    <a:pt x="70" y="40"/>
                  </a:cubicBezTo>
                  <a:cubicBezTo>
                    <a:pt x="70" y="39"/>
                    <a:pt x="70" y="39"/>
                    <a:pt x="70" y="39"/>
                  </a:cubicBezTo>
                  <a:cubicBezTo>
                    <a:pt x="33" y="47"/>
                    <a:pt x="33" y="47"/>
                    <a:pt x="33" y="47"/>
                  </a:cubicBezTo>
                  <a:close/>
                  <a:moveTo>
                    <a:pt x="32" y="45"/>
                  </a:moveTo>
                  <a:cubicBezTo>
                    <a:pt x="33" y="46"/>
                    <a:pt x="33" y="46"/>
                    <a:pt x="33" y="46"/>
                  </a:cubicBezTo>
                  <a:cubicBezTo>
                    <a:pt x="70" y="38"/>
                    <a:pt x="70" y="38"/>
                    <a:pt x="70" y="38"/>
                  </a:cubicBezTo>
                  <a:cubicBezTo>
                    <a:pt x="70" y="37"/>
                    <a:pt x="70" y="37"/>
                    <a:pt x="70" y="37"/>
                  </a:cubicBezTo>
                  <a:lnTo>
                    <a:pt x="32" y="45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35"/>
          <p:cNvGrpSpPr>
            <a:grpSpLocks/>
          </p:cNvGrpSpPr>
          <p:nvPr/>
        </p:nvGrpSpPr>
        <p:grpSpPr bwMode="auto">
          <a:xfrm>
            <a:off x="6196013" y="808038"/>
            <a:ext cx="5395912" cy="842003"/>
            <a:chOff x="0" y="0"/>
            <a:chExt cx="5395055" cy="842330"/>
          </a:xfrm>
        </p:grpSpPr>
        <p:sp>
          <p:nvSpPr>
            <p:cNvPr id="20500" name="矩形 17"/>
            <p:cNvSpPr>
              <a:spLocks noChangeArrowheads="1"/>
            </p:cNvSpPr>
            <p:nvPr/>
          </p:nvSpPr>
          <p:spPr bwMode="auto">
            <a:xfrm>
              <a:off x="0" y="434855"/>
              <a:ext cx="5066131" cy="4892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501" name="文本框 26"/>
            <p:cNvSpPr txBox="1">
              <a:spLocks noChangeArrowheads="1"/>
            </p:cNvSpPr>
            <p:nvPr/>
          </p:nvSpPr>
          <p:spPr bwMode="auto">
            <a:xfrm>
              <a:off x="1279124" y="0"/>
              <a:ext cx="3207019" cy="3967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lvl="0" eaLnBrk="1" hangingPunct="1">
                <a:lnSpc>
                  <a:spcPct val="120000"/>
                </a:lnSpc>
              </a:pPr>
              <a:r>
                <a:rPr lang="zh-CN" altLang="en-US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学习态度端正</a:t>
              </a:r>
              <a:endPara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02" name="矩形 27"/>
            <p:cNvSpPr>
              <a:spLocks noChangeArrowheads="1"/>
            </p:cNvSpPr>
            <p:nvPr/>
          </p:nvSpPr>
          <p:spPr bwMode="auto">
            <a:xfrm>
              <a:off x="1279124" y="515319"/>
              <a:ext cx="4115931" cy="3270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endParaRPr lang="en-US" altLang="zh-CN" sz="1400" dirty="0">
                <a:solidFill>
                  <a:srgbClr val="7F7F7F"/>
                </a:solidFill>
                <a:latin typeface="微软雅黑 Light" panose="020B0502040204020203" pitchFamily="34" charset="-122"/>
              </a:endParaRPr>
            </a:p>
          </p:txBody>
        </p:sp>
      </p:grpSp>
      <p:grpSp>
        <p:nvGrpSpPr>
          <p:cNvPr id="4" name="组合 37"/>
          <p:cNvGrpSpPr>
            <a:grpSpLocks/>
          </p:cNvGrpSpPr>
          <p:nvPr/>
        </p:nvGrpSpPr>
        <p:grpSpPr bwMode="auto">
          <a:xfrm>
            <a:off x="7386277" y="2748562"/>
            <a:ext cx="3780626" cy="477184"/>
            <a:chOff x="0" y="0"/>
            <a:chExt cx="3779520" cy="477369"/>
          </a:xfrm>
        </p:grpSpPr>
        <p:sp>
          <p:nvSpPr>
            <p:cNvPr id="20497" name="矩形 19"/>
            <p:cNvSpPr>
              <a:spLocks noChangeArrowheads="1"/>
            </p:cNvSpPr>
            <p:nvPr/>
          </p:nvSpPr>
          <p:spPr bwMode="auto">
            <a:xfrm>
              <a:off x="0" y="431650"/>
              <a:ext cx="3779520" cy="45719"/>
            </a:xfrm>
            <a:prstGeom prst="rect">
              <a:avLst/>
            </a:pr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20498" name="文本框 28"/>
            <p:cNvSpPr txBox="1">
              <a:spLocks noChangeArrowheads="1"/>
            </p:cNvSpPr>
            <p:nvPr/>
          </p:nvSpPr>
          <p:spPr bwMode="auto">
            <a:xfrm>
              <a:off x="237307" y="0"/>
              <a:ext cx="2953791" cy="369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 smtClean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有吃苦耐劳精神，纪律性强</a:t>
              </a:r>
              <a:endParaRPr lang="zh-CN" altLang="en-US" b="1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494" name="矩形 18"/>
          <p:cNvSpPr>
            <a:spLocks noChangeArrowheads="1"/>
          </p:cNvSpPr>
          <p:nvPr/>
        </p:nvSpPr>
        <p:spPr bwMode="auto">
          <a:xfrm>
            <a:off x="326157" y="3080173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5" name="文本框 30"/>
          <p:cNvSpPr txBox="1">
            <a:spLocks noChangeArrowheads="1"/>
          </p:cNvSpPr>
          <p:nvPr/>
        </p:nvSpPr>
        <p:spPr bwMode="auto">
          <a:xfrm>
            <a:off x="908610" y="2685197"/>
            <a:ext cx="249299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不</a:t>
            </a:r>
            <a:r>
              <a:rPr lang="zh-CN" altLang="en-US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适应</a:t>
            </a:r>
            <a:r>
              <a:rPr lang="zh-CN" altLang="zh-CN" b="1" kern="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军校</a:t>
            </a:r>
            <a:r>
              <a:rPr lang="zh-CN" altLang="zh-CN" b="1" kern="0" dirty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学习的特点</a:t>
            </a:r>
            <a:endParaRPr lang="zh-CN" altLang="en-US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91" name="矩形 20"/>
          <p:cNvSpPr>
            <a:spLocks noChangeArrowheads="1"/>
          </p:cNvSpPr>
          <p:nvPr/>
        </p:nvSpPr>
        <p:spPr bwMode="auto">
          <a:xfrm>
            <a:off x="1774825" y="5637048"/>
            <a:ext cx="5156200" cy="46782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492" name="文本框 32"/>
          <p:cNvSpPr txBox="1">
            <a:spLocks noChangeArrowheads="1"/>
          </p:cNvSpPr>
          <p:nvPr/>
        </p:nvSpPr>
        <p:spPr bwMode="auto">
          <a:xfrm>
            <a:off x="1852153" y="5259525"/>
            <a:ext cx="38779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对数学学习有畏惧心理、学习压力大</a:t>
            </a:r>
            <a:endParaRPr lang="zh-CN" altLang="en-US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88" name="文本框 43"/>
          <p:cNvSpPr txBox="1">
            <a:spLocks noChangeArrowheads="1"/>
          </p:cNvSpPr>
          <p:nvPr/>
        </p:nvSpPr>
        <p:spPr bwMode="auto">
          <a:xfrm>
            <a:off x="233476" y="282575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教学对象分析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0489" name="直接连接符 44"/>
          <p:cNvCxnSpPr>
            <a:cxnSpLocks noChangeShapeType="1"/>
          </p:cNvCxnSpPr>
          <p:nvPr/>
        </p:nvCxnSpPr>
        <p:spPr bwMode="auto">
          <a:xfrm>
            <a:off x="199126" y="1121569"/>
            <a:ext cx="3581137" cy="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0" name="文本框 45"/>
          <p:cNvSpPr txBox="1">
            <a:spLocks noChangeArrowheads="1"/>
          </p:cNvSpPr>
          <p:nvPr/>
        </p:nvSpPr>
        <p:spPr bwMode="auto">
          <a:xfrm>
            <a:off x="360635" y="748943"/>
            <a:ext cx="198002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0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本科一年级学生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18"/>
          <p:cNvSpPr>
            <a:spLocks noChangeArrowheads="1"/>
          </p:cNvSpPr>
          <p:nvPr/>
        </p:nvSpPr>
        <p:spPr bwMode="auto">
          <a:xfrm>
            <a:off x="574877" y="4377402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矩形 18"/>
          <p:cNvSpPr>
            <a:spLocks noChangeArrowheads="1"/>
          </p:cNvSpPr>
          <p:nvPr/>
        </p:nvSpPr>
        <p:spPr bwMode="auto">
          <a:xfrm>
            <a:off x="1050969" y="1821966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1436149" y="1433669"/>
            <a:ext cx="3207528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lvl="0" eaLnBrk="1" hangingPunct="1">
              <a:lnSpc>
                <a:spcPct val="120000"/>
              </a:lnSpc>
            </a:pPr>
            <a:r>
              <a:rPr lang="zh-CN" altLang="zh-CN" b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自主学习能力和动手能力</a:t>
            </a:r>
            <a:r>
              <a:rPr lang="zh-CN" altLang="zh-CN" b="1" kern="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较差</a:t>
            </a:r>
            <a:endParaRPr lang="en-US" altLang="zh-CN" b="1" dirty="0">
              <a:solidFill>
                <a:srgbClr val="7F7F7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8"/>
          <p:cNvSpPr txBox="1">
            <a:spLocks noChangeArrowheads="1"/>
          </p:cNvSpPr>
          <p:nvPr/>
        </p:nvSpPr>
        <p:spPr bwMode="auto">
          <a:xfrm>
            <a:off x="525853" y="3999826"/>
            <a:ext cx="38779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生源质量不平衡，数学基础参差不齐</a:t>
            </a:r>
            <a:endParaRPr lang="zh-CN" altLang="en-US" b="1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19"/>
          <p:cNvSpPr>
            <a:spLocks noChangeArrowheads="1"/>
          </p:cNvSpPr>
          <p:nvPr/>
        </p:nvSpPr>
        <p:spPr bwMode="auto">
          <a:xfrm>
            <a:off x="7585966" y="5096637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" name="文本框 26"/>
          <p:cNvSpPr txBox="1">
            <a:spLocks noChangeArrowheads="1"/>
          </p:cNvSpPr>
          <p:nvPr/>
        </p:nvSpPr>
        <p:spPr bwMode="auto">
          <a:xfrm>
            <a:off x="7929868" y="4666934"/>
            <a:ext cx="3207528" cy="396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lvl="0" eaLnBrk="1" hangingPunct="1">
              <a:lnSpc>
                <a:spcPct val="12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团结一致，互帮互助</a:t>
            </a:r>
            <a:endParaRPr lang="en-US" altLang="zh-CN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82012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94" grpId="0" animBg="1"/>
      <p:bldP spid="20495" grpId="0"/>
      <p:bldP spid="20491" grpId="0" animBg="1"/>
      <p:bldP spid="20492" grpId="0"/>
      <p:bldP spid="20488" grpId="0"/>
      <p:bldP spid="20490" grpId="0"/>
      <p:bldP spid="25" grpId="0" animBg="1"/>
      <p:bldP spid="26" grpId="0" animBg="1"/>
      <p:bldP spid="27" grpId="0"/>
      <p:bldP spid="28" grpId="0"/>
      <p:bldP spid="29" grpId="0" animBg="1"/>
      <p:bldP spid="3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5350" y="-3913188"/>
            <a:ext cx="7308850" cy="746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6151267" y="920751"/>
            <a:ext cx="4549928" cy="818623"/>
            <a:chOff x="0" y="-1587"/>
            <a:chExt cx="4549928" cy="818649"/>
          </a:xfrm>
        </p:grpSpPr>
        <p:grpSp>
          <p:nvGrpSpPr>
            <p:cNvPr id="7207" name="组合 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1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8" name="组合 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1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9" name="组合 12"/>
            <p:cNvGrpSpPr>
              <a:grpSpLocks/>
            </p:cNvGrpSpPr>
            <p:nvPr/>
          </p:nvGrpSpPr>
          <p:grpSpPr bwMode="auto">
            <a:xfrm>
              <a:off x="851398" y="-1587"/>
              <a:ext cx="3698530" cy="471596"/>
              <a:chOff x="96656" y="-1587"/>
              <a:chExt cx="3698530" cy="471596"/>
            </a:xfrm>
          </p:grpSpPr>
          <p:cxnSp>
            <p:nvCxnSpPr>
              <p:cNvPr id="721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11" name="文本框 14"/>
              <p:cNvSpPr txBox="1">
                <a:spLocks noChangeArrowheads="1"/>
              </p:cNvSpPr>
              <p:nvPr/>
            </p:nvSpPr>
            <p:spPr bwMode="auto">
              <a:xfrm>
                <a:off x="342406" y="-1587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课程设置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17"/>
          <p:cNvGrpSpPr>
            <a:grpSpLocks/>
          </p:cNvGrpSpPr>
          <p:nvPr/>
        </p:nvGrpSpPr>
        <p:grpSpPr bwMode="auto">
          <a:xfrm>
            <a:off x="6151267" y="2263126"/>
            <a:ext cx="4549928" cy="817036"/>
            <a:chOff x="0" y="0"/>
            <a:chExt cx="4549928" cy="817062"/>
          </a:xfrm>
        </p:grpSpPr>
        <p:grpSp>
          <p:nvGrpSpPr>
            <p:cNvPr id="7197" name="组合 1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0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组合 1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0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9" name="组合 20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200" name="直接连接符 21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01" name="文本框 22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教学对象分析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28"/>
          <p:cNvGrpSpPr>
            <a:grpSpLocks/>
          </p:cNvGrpSpPr>
          <p:nvPr/>
        </p:nvGrpSpPr>
        <p:grpSpPr bwMode="auto">
          <a:xfrm>
            <a:off x="6151267" y="3646737"/>
            <a:ext cx="4549928" cy="817036"/>
            <a:chOff x="0" y="0"/>
            <a:chExt cx="4549928" cy="817062"/>
          </a:xfrm>
        </p:grpSpPr>
        <p:grpSp>
          <p:nvGrpSpPr>
            <p:cNvPr id="7187" name="组合 29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9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8" name="组合 30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9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9" name="组合 31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90" name="直接连接符 32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91" name="文本框 33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b="1" dirty="0" smtClean="0">
                    <a:solidFill>
                      <a:srgbClr val="C63E5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课程设计</a:t>
                </a:r>
                <a:endParaRPr lang="zh-CN" altLang="en-US" sz="24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" name="组合 61"/>
          <p:cNvGrpSpPr>
            <a:grpSpLocks/>
          </p:cNvGrpSpPr>
          <p:nvPr/>
        </p:nvGrpSpPr>
        <p:grpSpPr bwMode="auto">
          <a:xfrm>
            <a:off x="6151267" y="5009027"/>
            <a:ext cx="4549928" cy="817037"/>
            <a:chOff x="0" y="0"/>
            <a:chExt cx="4549928" cy="817062"/>
          </a:xfrm>
        </p:grpSpPr>
        <p:grpSp>
          <p:nvGrpSpPr>
            <p:cNvPr id="7177" name="组合 62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8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8" name="组合 63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8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9" name="组合 64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80" name="直接连接符 65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81" name="文本框 66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教学实施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9" name="文本框 3"/>
          <p:cNvSpPr txBox="1">
            <a:spLocks noChangeArrowheads="1"/>
          </p:cNvSpPr>
          <p:nvPr/>
        </p:nvSpPr>
        <p:spPr bwMode="auto">
          <a:xfrm>
            <a:off x="977294" y="3527208"/>
            <a:ext cx="3064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课程教学设计</a:t>
            </a:r>
            <a:endParaRPr lang="zh-CN" altLang="en-US" sz="36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4253101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/>
          <p:cNvGrpSpPr>
            <a:grpSpLocks/>
          </p:cNvGrpSpPr>
          <p:nvPr/>
        </p:nvGrpSpPr>
        <p:grpSpPr bwMode="auto">
          <a:xfrm>
            <a:off x="5430838" y="4583113"/>
            <a:ext cx="1376362" cy="1736725"/>
            <a:chOff x="0" y="0"/>
            <a:chExt cx="1376866" cy="1737683"/>
          </a:xfrm>
        </p:grpSpPr>
        <p:sp>
          <p:nvSpPr>
            <p:cNvPr id="10323" name="Freeform 5"/>
            <p:cNvSpPr>
              <a:spLocks/>
            </p:cNvSpPr>
            <p:nvPr/>
          </p:nvSpPr>
          <p:spPr bwMode="auto">
            <a:xfrm>
              <a:off x="340129" y="0"/>
              <a:ext cx="608307" cy="510777"/>
            </a:xfrm>
            <a:custGeom>
              <a:avLst/>
              <a:gdLst>
                <a:gd name="T0" fmla="*/ 790621365 w 236"/>
                <a:gd name="T1" fmla="*/ 0 h 207"/>
                <a:gd name="T2" fmla="*/ 1368639489 w 236"/>
                <a:gd name="T3" fmla="*/ 243546868 h 207"/>
                <a:gd name="T4" fmla="*/ 1435078969 w 236"/>
                <a:gd name="T5" fmla="*/ 895034335 h 207"/>
                <a:gd name="T6" fmla="*/ 1302199687 w 236"/>
                <a:gd name="T7" fmla="*/ 1242086230 h 207"/>
                <a:gd name="T8" fmla="*/ 1249050166 w 236"/>
                <a:gd name="T9" fmla="*/ 895034335 h 207"/>
                <a:gd name="T10" fmla="*/ 1129458587 w 236"/>
                <a:gd name="T11" fmla="*/ 499270953 h 207"/>
                <a:gd name="T12" fmla="*/ 770689006 w 236"/>
                <a:gd name="T13" fmla="*/ 444472247 h 207"/>
                <a:gd name="T14" fmla="*/ 318904943 w 236"/>
                <a:gd name="T15" fmla="*/ 505358327 h 207"/>
                <a:gd name="T16" fmla="*/ 225890702 w 236"/>
                <a:gd name="T17" fmla="*/ 895034335 h 207"/>
                <a:gd name="T18" fmla="*/ 192673540 w 236"/>
                <a:gd name="T19" fmla="*/ 1156845717 h 207"/>
                <a:gd name="T20" fmla="*/ 126234020 w 236"/>
                <a:gd name="T21" fmla="*/ 700196408 h 207"/>
                <a:gd name="T22" fmla="*/ 790621365 w 236"/>
                <a:gd name="T23" fmla="*/ 0 h 20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236"/>
                <a:gd name="T37" fmla="*/ 0 h 207"/>
                <a:gd name="T38" fmla="*/ 236 w 236"/>
                <a:gd name="T39" fmla="*/ 207 h 20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236" h="207">
                  <a:moveTo>
                    <a:pt x="119" y="0"/>
                  </a:moveTo>
                  <a:cubicBezTo>
                    <a:pt x="119" y="0"/>
                    <a:pt x="176" y="5"/>
                    <a:pt x="206" y="40"/>
                  </a:cubicBezTo>
                  <a:cubicBezTo>
                    <a:pt x="236" y="74"/>
                    <a:pt x="224" y="118"/>
                    <a:pt x="216" y="147"/>
                  </a:cubicBezTo>
                  <a:cubicBezTo>
                    <a:pt x="216" y="147"/>
                    <a:pt x="197" y="200"/>
                    <a:pt x="196" y="204"/>
                  </a:cubicBezTo>
                  <a:cubicBezTo>
                    <a:pt x="196" y="207"/>
                    <a:pt x="194" y="161"/>
                    <a:pt x="188" y="147"/>
                  </a:cubicBezTo>
                  <a:cubicBezTo>
                    <a:pt x="182" y="134"/>
                    <a:pt x="193" y="97"/>
                    <a:pt x="170" y="82"/>
                  </a:cubicBezTo>
                  <a:cubicBezTo>
                    <a:pt x="148" y="67"/>
                    <a:pt x="116" y="73"/>
                    <a:pt x="116" y="73"/>
                  </a:cubicBezTo>
                  <a:cubicBezTo>
                    <a:pt x="116" y="73"/>
                    <a:pt x="70" y="59"/>
                    <a:pt x="48" y="83"/>
                  </a:cubicBezTo>
                  <a:cubicBezTo>
                    <a:pt x="26" y="108"/>
                    <a:pt x="38" y="127"/>
                    <a:pt x="34" y="147"/>
                  </a:cubicBezTo>
                  <a:cubicBezTo>
                    <a:pt x="31" y="166"/>
                    <a:pt x="29" y="190"/>
                    <a:pt x="29" y="190"/>
                  </a:cubicBezTo>
                  <a:cubicBezTo>
                    <a:pt x="29" y="190"/>
                    <a:pt x="21" y="136"/>
                    <a:pt x="19" y="115"/>
                  </a:cubicBezTo>
                  <a:cubicBezTo>
                    <a:pt x="18" y="94"/>
                    <a:pt x="0" y="19"/>
                    <a:pt x="119" y="0"/>
                  </a:cubicBezTo>
                  <a:close/>
                </a:path>
              </a:pathLst>
            </a:cu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24" name="Freeform 6"/>
            <p:cNvSpPr>
              <a:spLocks/>
            </p:cNvSpPr>
            <p:nvPr/>
          </p:nvSpPr>
          <p:spPr bwMode="auto">
            <a:xfrm>
              <a:off x="0" y="641076"/>
              <a:ext cx="1376866" cy="1096607"/>
            </a:xfrm>
            <a:custGeom>
              <a:avLst/>
              <a:gdLst>
                <a:gd name="T0" fmla="*/ 1263147958 w 534"/>
                <a:gd name="T1" fmla="*/ 66799385 h 445"/>
                <a:gd name="T2" fmla="*/ 1309685492 w 534"/>
                <a:gd name="T3" fmla="*/ 285415997 h 445"/>
                <a:gd name="T4" fmla="*/ 1642093087 w 534"/>
                <a:gd name="T5" fmla="*/ 528325547 h 445"/>
                <a:gd name="T6" fmla="*/ 2114110383 w 534"/>
                <a:gd name="T7" fmla="*/ 103236318 h 445"/>
                <a:gd name="T8" fmla="*/ 2107463269 w 534"/>
                <a:gd name="T9" fmla="*/ 0 h 445"/>
                <a:gd name="T10" fmla="*/ 2147483647 w 534"/>
                <a:gd name="T11" fmla="*/ 151817227 h 445"/>
                <a:gd name="T12" fmla="*/ 2147483647 w 534"/>
                <a:gd name="T13" fmla="*/ 218616631 h 445"/>
                <a:gd name="T14" fmla="*/ 2147483647 w 534"/>
                <a:gd name="T15" fmla="*/ 431161265 h 445"/>
                <a:gd name="T16" fmla="*/ 2147483647 w 534"/>
                <a:gd name="T17" fmla="*/ 1475666055 h 445"/>
                <a:gd name="T18" fmla="*/ 2147483647 w 534"/>
                <a:gd name="T19" fmla="*/ 2147483647 h 445"/>
                <a:gd name="T20" fmla="*/ 2147483647 w 534"/>
                <a:gd name="T21" fmla="*/ 2147483647 h 445"/>
                <a:gd name="T22" fmla="*/ 2147483647 w 534"/>
                <a:gd name="T23" fmla="*/ 2147483647 h 445"/>
                <a:gd name="T24" fmla="*/ 2147483647 w 534"/>
                <a:gd name="T25" fmla="*/ 2147483647 h 445"/>
                <a:gd name="T26" fmla="*/ 2147483647 w 534"/>
                <a:gd name="T27" fmla="*/ 1864320719 h 445"/>
                <a:gd name="T28" fmla="*/ 2147483647 w 534"/>
                <a:gd name="T29" fmla="*/ 1833955803 h 445"/>
                <a:gd name="T30" fmla="*/ 2147483647 w 534"/>
                <a:gd name="T31" fmla="*/ 1669992155 h 445"/>
                <a:gd name="T32" fmla="*/ 2147483647 w 534"/>
                <a:gd name="T33" fmla="*/ 1827883805 h 445"/>
                <a:gd name="T34" fmla="*/ 1681980928 w 534"/>
                <a:gd name="T35" fmla="*/ 1736793985 h 445"/>
                <a:gd name="T36" fmla="*/ 1681980928 w 534"/>
                <a:gd name="T37" fmla="*/ 856250533 h 445"/>
                <a:gd name="T38" fmla="*/ 1655389893 w 534"/>
                <a:gd name="T39" fmla="*/ 771232710 h 445"/>
                <a:gd name="T40" fmla="*/ 1728518462 w 534"/>
                <a:gd name="T41" fmla="*/ 649780438 h 445"/>
                <a:gd name="T42" fmla="*/ 1914666019 w 534"/>
                <a:gd name="T43" fmla="*/ 534397545 h 445"/>
                <a:gd name="T44" fmla="*/ 1854834257 w 534"/>
                <a:gd name="T45" fmla="*/ 467598179 h 445"/>
                <a:gd name="T46" fmla="*/ 1675333814 w 534"/>
                <a:gd name="T47" fmla="*/ 589052916 h 445"/>
                <a:gd name="T48" fmla="*/ 1608852360 w 534"/>
                <a:gd name="T49" fmla="*/ 589052916 h 445"/>
                <a:gd name="T50" fmla="*/ 1449295837 w 534"/>
                <a:gd name="T51" fmla="*/ 491888634 h 445"/>
                <a:gd name="T52" fmla="*/ 1369520155 w 534"/>
                <a:gd name="T53" fmla="*/ 570834459 h 445"/>
                <a:gd name="T54" fmla="*/ 1535723791 w 534"/>
                <a:gd name="T55" fmla="*/ 661924433 h 445"/>
                <a:gd name="T56" fmla="*/ 1509130178 w 534"/>
                <a:gd name="T57" fmla="*/ 734798261 h 445"/>
                <a:gd name="T58" fmla="*/ 1429351917 w 534"/>
                <a:gd name="T59" fmla="*/ 856250533 h 445"/>
                <a:gd name="T60" fmla="*/ 1336279105 w 534"/>
                <a:gd name="T61" fmla="*/ 1651776162 h 445"/>
                <a:gd name="T62" fmla="*/ 957334299 w 534"/>
                <a:gd name="T63" fmla="*/ 1651776162 h 445"/>
                <a:gd name="T64" fmla="*/ 724649208 w 534"/>
                <a:gd name="T65" fmla="*/ 1937192082 h 445"/>
                <a:gd name="T66" fmla="*/ 824371390 w 534"/>
                <a:gd name="T67" fmla="*/ 2003991448 h 445"/>
                <a:gd name="T68" fmla="*/ 777833856 w 534"/>
                <a:gd name="T69" fmla="*/ 2147483647 h 445"/>
                <a:gd name="T70" fmla="*/ 418832809 w 534"/>
                <a:gd name="T71" fmla="*/ 2147483647 h 445"/>
                <a:gd name="T72" fmla="*/ 33240737 w 534"/>
                <a:gd name="T73" fmla="*/ 2147483647 h 445"/>
                <a:gd name="T74" fmla="*/ 66481475 w 534"/>
                <a:gd name="T75" fmla="*/ 1293486414 h 445"/>
                <a:gd name="T76" fmla="*/ 398888888 w 534"/>
                <a:gd name="T77" fmla="*/ 540469542 h 445"/>
                <a:gd name="T78" fmla="*/ 1037112560 w 534"/>
                <a:gd name="T79" fmla="*/ 321852911 h 445"/>
                <a:gd name="T80" fmla="*/ 1263147958 w 534"/>
                <a:gd name="T81" fmla="*/ 66799385 h 44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534"/>
                <a:gd name="T124" fmla="*/ 0 h 445"/>
                <a:gd name="T125" fmla="*/ 534 w 534"/>
                <a:gd name="T126" fmla="*/ 445 h 445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534" h="445">
                  <a:moveTo>
                    <a:pt x="190" y="11"/>
                  </a:moveTo>
                  <a:cubicBezTo>
                    <a:pt x="190" y="11"/>
                    <a:pt x="186" y="31"/>
                    <a:pt x="197" y="47"/>
                  </a:cubicBezTo>
                  <a:cubicBezTo>
                    <a:pt x="209" y="63"/>
                    <a:pt x="238" y="89"/>
                    <a:pt x="247" y="87"/>
                  </a:cubicBezTo>
                  <a:cubicBezTo>
                    <a:pt x="256" y="85"/>
                    <a:pt x="314" y="32"/>
                    <a:pt x="318" y="17"/>
                  </a:cubicBezTo>
                  <a:cubicBezTo>
                    <a:pt x="322" y="3"/>
                    <a:pt x="317" y="0"/>
                    <a:pt x="317" y="0"/>
                  </a:cubicBezTo>
                  <a:cubicBezTo>
                    <a:pt x="317" y="0"/>
                    <a:pt x="340" y="19"/>
                    <a:pt x="341" y="25"/>
                  </a:cubicBezTo>
                  <a:cubicBezTo>
                    <a:pt x="342" y="30"/>
                    <a:pt x="343" y="36"/>
                    <a:pt x="343" y="36"/>
                  </a:cubicBezTo>
                  <a:cubicBezTo>
                    <a:pt x="343" y="36"/>
                    <a:pt x="425" y="44"/>
                    <a:pt x="458" y="71"/>
                  </a:cubicBezTo>
                  <a:cubicBezTo>
                    <a:pt x="491" y="98"/>
                    <a:pt x="512" y="181"/>
                    <a:pt x="521" y="243"/>
                  </a:cubicBezTo>
                  <a:cubicBezTo>
                    <a:pt x="529" y="304"/>
                    <a:pt x="534" y="387"/>
                    <a:pt x="507" y="411"/>
                  </a:cubicBezTo>
                  <a:cubicBezTo>
                    <a:pt x="480" y="434"/>
                    <a:pt x="434" y="433"/>
                    <a:pt x="434" y="433"/>
                  </a:cubicBezTo>
                  <a:cubicBezTo>
                    <a:pt x="434" y="433"/>
                    <a:pt x="395" y="438"/>
                    <a:pt x="392" y="428"/>
                  </a:cubicBezTo>
                  <a:cubicBezTo>
                    <a:pt x="389" y="418"/>
                    <a:pt x="400" y="399"/>
                    <a:pt x="392" y="377"/>
                  </a:cubicBezTo>
                  <a:cubicBezTo>
                    <a:pt x="383" y="354"/>
                    <a:pt x="375" y="320"/>
                    <a:pt x="383" y="307"/>
                  </a:cubicBezTo>
                  <a:cubicBezTo>
                    <a:pt x="405" y="302"/>
                    <a:pt x="405" y="302"/>
                    <a:pt x="405" y="302"/>
                  </a:cubicBezTo>
                  <a:cubicBezTo>
                    <a:pt x="405" y="302"/>
                    <a:pt x="399" y="275"/>
                    <a:pt x="378" y="275"/>
                  </a:cubicBezTo>
                  <a:cubicBezTo>
                    <a:pt x="357" y="276"/>
                    <a:pt x="352" y="302"/>
                    <a:pt x="327" y="301"/>
                  </a:cubicBezTo>
                  <a:cubicBezTo>
                    <a:pt x="302" y="300"/>
                    <a:pt x="253" y="286"/>
                    <a:pt x="253" y="286"/>
                  </a:cubicBezTo>
                  <a:cubicBezTo>
                    <a:pt x="253" y="141"/>
                    <a:pt x="253" y="141"/>
                    <a:pt x="253" y="141"/>
                  </a:cubicBezTo>
                  <a:cubicBezTo>
                    <a:pt x="249" y="127"/>
                    <a:pt x="249" y="127"/>
                    <a:pt x="249" y="127"/>
                  </a:cubicBezTo>
                  <a:cubicBezTo>
                    <a:pt x="260" y="107"/>
                    <a:pt x="260" y="107"/>
                    <a:pt x="260" y="107"/>
                  </a:cubicBezTo>
                  <a:cubicBezTo>
                    <a:pt x="288" y="88"/>
                    <a:pt x="288" y="88"/>
                    <a:pt x="288" y="88"/>
                  </a:cubicBezTo>
                  <a:cubicBezTo>
                    <a:pt x="279" y="77"/>
                    <a:pt x="279" y="77"/>
                    <a:pt x="279" y="77"/>
                  </a:cubicBezTo>
                  <a:cubicBezTo>
                    <a:pt x="252" y="97"/>
                    <a:pt x="252" y="97"/>
                    <a:pt x="252" y="97"/>
                  </a:cubicBezTo>
                  <a:cubicBezTo>
                    <a:pt x="242" y="97"/>
                    <a:pt x="242" y="97"/>
                    <a:pt x="242" y="97"/>
                  </a:cubicBezTo>
                  <a:cubicBezTo>
                    <a:pt x="218" y="81"/>
                    <a:pt x="218" y="81"/>
                    <a:pt x="218" y="81"/>
                  </a:cubicBezTo>
                  <a:cubicBezTo>
                    <a:pt x="206" y="94"/>
                    <a:pt x="206" y="94"/>
                    <a:pt x="206" y="94"/>
                  </a:cubicBezTo>
                  <a:cubicBezTo>
                    <a:pt x="231" y="109"/>
                    <a:pt x="231" y="109"/>
                    <a:pt x="231" y="109"/>
                  </a:cubicBezTo>
                  <a:cubicBezTo>
                    <a:pt x="227" y="121"/>
                    <a:pt x="227" y="121"/>
                    <a:pt x="227" y="121"/>
                  </a:cubicBezTo>
                  <a:cubicBezTo>
                    <a:pt x="215" y="141"/>
                    <a:pt x="215" y="141"/>
                    <a:pt x="215" y="141"/>
                  </a:cubicBezTo>
                  <a:cubicBezTo>
                    <a:pt x="201" y="272"/>
                    <a:pt x="201" y="272"/>
                    <a:pt x="201" y="272"/>
                  </a:cubicBezTo>
                  <a:cubicBezTo>
                    <a:pt x="201" y="272"/>
                    <a:pt x="167" y="265"/>
                    <a:pt x="144" y="272"/>
                  </a:cubicBezTo>
                  <a:cubicBezTo>
                    <a:pt x="122" y="280"/>
                    <a:pt x="107" y="304"/>
                    <a:pt x="109" y="319"/>
                  </a:cubicBezTo>
                  <a:cubicBezTo>
                    <a:pt x="109" y="319"/>
                    <a:pt x="107" y="331"/>
                    <a:pt x="124" y="330"/>
                  </a:cubicBezTo>
                  <a:cubicBezTo>
                    <a:pt x="124" y="330"/>
                    <a:pt x="117" y="435"/>
                    <a:pt x="117" y="438"/>
                  </a:cubicBezTo>
                  <a:cubicBezTo>
                    <a:pt x="116" y="440"/>
                    <a:pt x="89" y="445"/>
                    <a:pt x="63" y="440"/>
                  </a:cubicBezTo>
                  <a:cubicBezTo>
                    <a:pt x="36" y="435"/>
                    <a:pt x="10" y="400"/>
                    <a:pt x="5" y="369"/>
                  </a:cubicBezTo>
                  <a:cubicBezTo>
                    <a:pt x="0" y="339"/>
                    <a:pt x="4" y="249"/>
                    <a:pt x="10" y="213"/>
                  </a:cubicBezTo>
                  <a:cubicBezTo>
                    <a:pt x="16" y="176"/>
                    <a:pt x="25" y="101"/>
                    <a:pt x="60" y="89"/>
                  </a:cubicBezTo>
                  <a:cubicBezTo>
                    <a:pt x="95" y="76"/>
                    <a:pt x="143" y="65"/>
                    <a:pt x="156" y="53"/>
                  </a:cubicBezTo>
                  <a:cubicBezTo>
                    <a:pt x="169" y="41"/>
                    <a:pt x="185" y="12"/>
                    <a:pt x="190" y="11"/>
                  </a:cubicBezTo>
                  <a:close/>
                </a:path>
              </a:pathLst>
            </a:cu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25" name="Freeform 7"/>
            <p:cNvSpPr>
              <a:spLocks/>
            </p:cNvSpPr>
            <p:nvPr/>
          </p:nvSpPr>
          <p:spPr bwMode="auto">
            <a:xfrm>
              <a:off x="315054" y="1434345"/>
              <a:ext cx="821977" cy="268939"/>
            </a:xfrm>
            <a:custGeom>
              <a:avLst/>
              <a:gdLst>
                <a:gd name="T0" fmla="*/ 1832513921 w 319"/>
                <a:gd name="T1" fmla="*/ 608771785 h 109"/>
                <a:gd name="T2" fmla="*/ 1201756004 w 319"/>
                <a:gd name="T3" fmla="*/ 377437430 h 109"/>
                <a:gd name="T4" fmla="*/ 650675875 w 319"/>
                <a:gd name="T5" fmla="*/ 133929156 h 109"/>
                <a:gd name="T6" fmla="*/ 0 w 319"/>
                <a:gd name="T7" fmla="*/ 48702638 h 109"/>
                <a:gd name="T8" fmla="*/ 0 w 319"/>
                <a:gd name="T9" fmla="*/ 66965812 h 109"/>
                <a:gd name="T10" fmla="*/ 650675875 w 319"/>
                <a:gd name="T11" fmla="*/ 170455541 h 109"/>
                <a:gd name="T12" fmla="*/ 1832513921 w 319"/>
                <a:gd name="T13" fmla="*/ 645298132 h 109"/>
                <a:gd name="T14" fmla="*/ 1832513921 w 319"/>
                <a:gd name="T15" fmla="*/ 608771785 h 10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19"/>
                <a:gd name="T25" fmla="*/ 0 h 109"/>
                <a:gd name="T26" fmla="*/ 319 w 319"/>
                <a:gd name="T27" fmla="*/ 109 h 109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19" h="109">
                  <a:moveTo>
                    <a:pt x="276" y="100"/>
                  </a:moveTo>
                  <a:cubicBezTo>
                    <a:pt x="276" y="100"/>
                    <a:pt x="219" y="83"/>
                    <a:pt x="181" y="62"/>
                  </a:cubicBezTo>
                  <a:cubicBezTo>
                    <a:pt x="143" y="42"/>
                    <a:pt x="104" y="22"/>
                    <a:pt x="98" y="22"/>
                  </a:cubicBezTo>
                  <a:cubicBezTo>
                    <a:pt x="92" y="21"/>
                    <a:pt x="30" y="0"/>
                    <a:pt x="0" y="8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51" y="6"/>
                    <a:pt x="98" y="28"/>
                  </a:cubicBezTo>
                  <a:cubicBezTo>
                    <a:pt x="145" y="51"/>
                    <a:pt x="234" y="109"/>
                    <a:pt x="276" y="106"/>
                  </a:cubicBezTo>
                  <a:cubicBezTo>
                    <a:pt x="319" y="104"/>
                    <a:pt x="276" y="100"/>
                    <a:pt x="276" y="100"/>
                  </a:cubicBezTo>
                  <a:close/>
                </a:path>
              </a:pathLst>
            </a:cu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26" name="Freeform 8"/>
            <p:cNvSpPr>
              <a:spLocks/>
            </p:cNvSpPr>
            <p:nvPr/>
          </p:nvSpPr>
          <p:spPr bwMode="auto">
            <a:xfrm>
              <a:off x="819797" y="1368674"/>
              <a:ext cx="194048" cy="48993"/>
            </a:xfrm>
            <a:custGeom>
              <a:avLst/>
              <a:gdLst>
                <a:gd name="T0" fmla="*/ 488672335 w 75"/>
                <a:gd name="T1" fmla="*/ 72009903 h 20"/>
                <a:gd name="T2" fmla="*/ 20082671 w 75"/>
                <a:gd name="T3" fmla="*/ 0 h 20"/>
                <a:gd name="T4" fmla="*/ 0 w 75"/>
                <a:gd name="T5" fmla="*/ 30003311 h 20"/>
                <a:gd name="T6" fmla="*/ 502061641 w 75"/>
                <a:gd name="T7" fmla="*/ 120015695 h 20"/>
                <a:gd name="T8" fmla="*/ 488672335 w 75"/>
                <a:gd name="T9" fmla="*/ 7200990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"/>
                <a:gd name="T16" fmla="*/ 0 h 20"/>
                <a:gd name="T17" fmla="*/ 75 w 75"/>
                <a:gd name="T18" fmla="*/ 20 h 2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" h="20">
                  <a:moveTo>
                    <a:pt x="73" y="12"/>
                  </a:moveTo>
                  <a:cubicBezTo>
                    <a:pt x="73" y="12"/>
                    <a:pt x="23" y="6"/>
                    <a:pt x="3" y="0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75" y="20"/>
                    <a:pt x="75" y="20"/>
                    <a:pt x="75" y="20"/>
                  </a:cubicBezTo>
                  <a:cubicBezTo>
                    <a:pt x="75" y="20"/>
                    <a:pt x="72" y="12"/>
                    <a:pt x="73" y="12"/>
                  </a:cubicBezTo>
                  <a:close/>
                </a:path>
              </a:pathLst>
            </a:cu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27" name="Freeform 9"/>
            <p:cNvSpPr>
              <a:spLocks/>
            </p:cNvSpPr>
            <p:nvPr/>
          </p:nvSpPr>
          <p:spPr bwMode="auto">
            <a:xfrm>
              <a:off x="273629" y="1614681"/>
              <a:ext cx="553799" cy="108410"/>
            </a:xfrm>
            <a:custGeom>
              <a:avLst/>
              <a:gdLst>
                <a:gd name="T0" fmla="*/ 46444424 w 215"/>
                <a:gd name="T1" fmla="*/ 212471284 h 44"/>
                <a:gd name="T2" fmla="*/ 862522701 w 215"/>
                <a:gd name="T3" fmla="*/ 151766594 h 44"/>
                <a:gd name="T4" fmla="*/ 1366768461 w 215"/>
                <a:gd name="T5" fmla="*/ 0 h 44"/>
                <a:gd name="T6" fmla="*/ 1426480855 w 215"/>
                <a:gd name="T7" fmla="*/ 24281377 h 44"/>
                <a:gd name="T8" fmla="*/ 829348862 w 215"/>
                <a:gd name="T9" fmla="*/ 200331832 h 44"/>
                <a:gd name="T10" fmla="*/ 0 w 215"/>
                <a:gd name="T11" fmla="*/ 267107441 h 44"/>
                <a:gd name="T12" fmla="*/ 46444424 w 215"/>
                <a:gd name="T13" fmla="*/ 212471284 h 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5"/>
                <a:gd name="T22" fmla="*/ 0 h 44"/>
                <a:gd name="T23" fmla="*/ 215 w 215"/>
                <a:gd name="T24" fmla="*/ 44 h 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5" h="44">
                  <a:moveTo>
                    <a:pt x="7" y="35"/>
                  </a:moveTo>
                  <a:cubicBezTo>
                    <a:pt x="7" y="35"/>
                    <a:pt x="74" y="38"/>
                    <a:pt x="130" y="25"/>
                  </a:cubicBezTo>
                  <a:cubicBezTo>
                    <a:pt x="186" y="12"/>
                    <a:pt x="206" y="0"/>
                    <a:pt x="206" y="0"/>
                  </a:cubicBezTo>
                  <a:cubicBezTo>
                    <a:pt x="215" y="4"/>
                    <a:pt x="215" y="4"/>
                    <a:pt x="215" y="4"/>
                  </a:cubicBezTo>
                  <a:cubicBezTo>
                    <a:pt x="215" y="4"/>
                    <a:pt x="173" y="26"/>
                    <a:pt x="125" y="33"/>
                  </a:cubicBezTo>
                  <a:cubicBezTo>
                    <a:pt x="78" y="41"/>
                    <a:pt x="0" y="44"/>
                    <a:pt x="0" y="44"/>
                  </a:cubicBezTo>
                  <a:lnTo>
                    <a:pt x="7" y="35"/>
                  </a:lnTo>
                  <a:close/>
                </a:path>
              </a:pathLst>
            </a:custGeom>
            <a:solidFill>
              <a:srgbClr val="C63E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组合 60"/>
          <p:cNvGrpSpPr>
            <a:grpSpLocks/>
          </p:cNvGrpSpPr>
          <p:nvPr/>
        </p:nvGrpSpPr>
        <p:grpSpPr bwMode="auto">
          <a:xfrm>
            <a:off x="4998243" y="-86304"/>
            <a:ext cx="2193925" cy="4236809"/>
            <a:chOff x="-65714" y="-207771"/>
            <a:chExt cx="2193200" cy="4237573"/>
          </a:xfrm>
        </p:grpSpPr>
        <p:sp>
          <p:nvSpPr>
            <p:cNvPr id="10313" name="Freeform 23"/>
            <p:cNvSpPr>
              <a:spLocks/>
            </p:cNvSpPr>
            <p:nvPr/>
          </p:nvSpPr>
          <p:spPr bwMode="auto">
            <a:xfrm>
              <a:off x="-65714" y="-207771"/>
              <a:ext cx="2193200" cy="2931234"/>
            </a:xfrm>
            <a:custGeom>
              <a:avLst/>
              <a:gdLst>
                <a:gd name="T0" fmla="*/ 2147483647 w 768"/>
                <a:gd name="T1" fmla="*/ 467981701 h 1189"/>
                <a:gd name="T2" fmla="*/ 2147483647 w 768"/>
                <a:gd name="T3" fmla="*/ 0 h 1189"/>
                <a:gd name="T4" fmla="*/ 1745210502 w 768"/>
                <a:gd name="T5" fmla="*/ 467981701 h 1189"/>
                <a:gd name="T6" fmla="*/ 0 w 768"/>
                <a:gd name="T7" fmla="*/ 1033204400 h 1189"/>
                <a:gd name="T8" fmla="*/ 0 w 768"/>
                <a:gd name="T9" fmla="*/ 1677437412 h 1189"/>
                <a:gd name="T10" fmla="*/ 0 w 768"/>
                <a:gd name="T11" fmla="*/ 2147483647 h 1189"/>
                <a:gd name="T12" fmla="*/ 0 w 768"/>
                <a:gd name="T13" fmla="*/ 2147483647 h 1189"/>
                <a:gd name="T14" fmla="*/ 1737054542 w 768"/>
                <a:gd name="T15" fmla="*/ 2147483647 h 1189"/>
                <a:gd name="T16" fmla="*/ 2147483647 w 768"/>
                <a:gd name="T17" fmla="*/ 2147483647 h 1189"/>
                <a:gd name="T18" fmla="*/ 2147483647 w 768"/>
                <a:gd name="T19" fmla="*/ 2147483647 h 1189"/>
                <a:gd name="T20" fmla="*/ 2147483647 w 768"/>
                <a:gd name="T21" fmla="*/ 2147483647 h 1189"/>
                <a:gd name="T22" fmla="*/ 2147483647 w 768"/>
                <a:gd name="T23" fmla="*/ 2147483647 h 1189"/>
                <a:gd name="T24" fmla="*/ 2147483647 w 768"/>
                <a:gd name="T25" fmla="*/ 1677437412 h 1189"/>
                <a:gd name="T26" fmla="*/ 2147483647 w 768"/>
                <a:gd name="T27" fmla="*/ 1033204400 h 1189"/>
                <a:gd name="T28" fmla="*/ 2147483647 w 768"/>
                <a:gd name="T29" fmla="*/ 467981701 h 118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768"/>
                <a:gd name="T46" fmla="*/ 0 h 1189"/>
                <a:gd name="T47" fmla="*/ 768 w 768"/>
                <a:gd name="T48" fmla="*/ 1189 h 1189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768" h="1189">
                  <a:moveTo>
                    <a:pt x="553" y="77"/>
                  </a:moveTo>
                  <a:cubicBezTo>
                    <a:pt x="444" y="68"/>
                    <a:pt x="384" y="0"/>
                    <a:pt x="384" y="0"/>
                  </a:cubicBezTo>
                  <a:cubicBezTo>
                    <a:pt x="384" y="0"/>
                    <a:pt x="324" y="68"/>
                    <a:pt x="214" y="77"/>
                  </a:cubicBezTo>
                  <a:cubicBezTo>
                    <a:pt x="105" y="87"/>
                    <a:pt x="0" y="133"/>
                    <a:pt x="0" y="17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0" y="912"/>
                    <a:pt x="0" y="912"/>
                    <a:pt x="0" y="912"/>
                  </a:cubicBezTo>
                  <a:cubicBezTo>
                    <a:pt x="0" y="1018"/>
                    <a:pt x="0" y="1018"/>
                    <a:pt x="0" y="1018"/>
                  </a:cubicBezTo>
                  <a:cubicBezTo>
                    <a:pt x="0" y="1055"/>
                    <a:pt x="104" y="1101"/>
                    <a:pt x="213" y="1111"/>
                  </a:cubicBezTo>
                  <a:cubicBezTo>
                    <a:pt x="323" y="1121"/>
                    <a:pt x="382" y="1189"/>
                    <a:pt x="382" y="1189"/>
                  </a:cubicBezTo>
                  <a:cubicBezTo>
                    <a:pt x="382" y="1189"/>
                    <a:pt x="443" y="1121"/>
                    <a:pt x="553" y="1111"/>
                  </a:cubicBezTo>
                  <a:cubicBezTo>
                    <a:pt x="662" y="1101"/>
                    <a:pt x="768" y="1055"/>
                    <a:pt x="768" y="1018"/>
                  </a:cubicBezTo>
                  <a:cubicBezTo>
                    <a:pt x="768" y="912"/>
                    <a:pt x="768" y="912"/>
                    <a:pt x="768" y="912"/>
                  </a:cubicBezTo>
                  <a:cubicBezTo>
                    <a:pt x="768" y="276"/>
                    <a:pt x="768" y="276"/>
                    <a:pt x="768" y="276"/>
                  </a:cubicBezTo>
                  <a:cubicBezTo>
                    <a:pt x="768" y="170"/>
                    <a:pt x="768" y="170"/>
                    <a:pt x="768" y="170"/>
                  </a:cubicBezTo>
                  <a:cubicBezTo>
                    <a:pt x="768" y="133"/>
                    <a:pt x="663" y="87"/>
                    <a:pt x="553" y="77"/>
                  </a:cubicBezTo>
                  <a:close/>
                </a:path>
              </a:pathLst>
            </a:custGeom>
            <a:solidFill>
              <a:srgbClr val="C63E55">
                <a:alpha val="7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14" name="Oval 28"/>
            <p:cNvSpPr>
              <a:spLocks noChangeArrowheads="1"/>
            </p:cNvSpPr>
            <p:nvPr/>
          </p:nvSpPr>
          <p:spPr bwMode="auto">
            <a:xfrm>
              <a:off x="1051489" y="3035808"/>
              <a:ext cx="90220" cy="86898"/>
            </a:xfrm>
            <a:prstGeom prst="ellipse">
              <a:avLst/>
            </a:prstGeom>
            <a:solidFill>
              <a:srgbClr val="C63E55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15" name="Oval 29"/>
            <p:cNvSpPr>
              <a:spLocks noChangeArrowheads="1"/>
            </p:cNvSpPr>
            <p:nvPr/>
          </p:nvSpPr>
          <p:spPr bwMode="auto">
            <a:xfrm>
              <a:off x="1051488" y="3262844"/>
              <a:ext cx="90222" cy="86270"/>
            </a:xfrm>
            <a:prstGeom prst="ellipse">
              <a:avLst/>
            </a:prstGeom>
            <a:solidFill>
              <a:srgbClr val="C63E55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16" name="Oval 30"/>
            <p:cNvSpPr>
              <a:spLocks noChangeArrowheads="1"/>
            </p:cNvSpPr>
            <p:nvPr/>
          </p:nvSpPr>
          <p:spPr bwMode="auto">
            <a:xfrm>
              <a:off x="1051488" y="3490087"/>
              <a:ext cx="90222" cy="86270"/>
            </a:xfrm>
            <a:prstGeom prst="ellipse">
              <a:avLst/>
            </a:prstGeom>
            <a:solidFill>
              <a:srgbClr val="C63E55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17" name="Oval 31"/>
            <p:cNvSpPr>
              <a:spLocks noChangeArrowheads="1"/>
            </p:cNvSpPr>
            <p:nvPr/>
          </p:nvSpPr>
          <p:spPr bwMode="auto">
            <a:xfrm>
              <a:off x="1051488" y="3716289"/>
              <a:ext cx="90222" cy="86270"/>
            </a:xfrm>
            <a:prstGeom prst="ellipse">
              <a:avLst/>
            </a:prstGeom>
            <a:solidFill>
              <a:srgbClr val="C63E55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18" name="Oval 32"/>
            <p:cNvSpPr>
              <a:spLocks noChangeArrowheads="1"/>
            </p:cNvSpPr>
            <p:nvPr/>
          </p:nvSpPr>
          <p:spPr bwMode="auto">
            <a:xfrm>
              <a:off x="1051488" y="3943532"/>
              <a:ext cx="90222" cy="86270"/>
            </a:xfrm>
            <a:prstGeom prst="ellipse">
              <a:avLst/>
            </a:prstGeom>
            <a:solidFill>
              <a:srgbClr val="C63E55">
                <a:alpha val="70195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10322" name="矩形 58"/>
            <p:cNvSpPr>
              <a:spLocks noChangeArrowheads="1"/>
            </p:cNvSpPr>
            <p:nvPr/>
          </p:nvSpPr>
          <p:spPr bwMode="auto">
            <a:xfrm>
              <a:off x="-65713" y="7284"/>
              <a:ext cx="2129320" cy="27520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本着“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以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需求牵引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为</a:t>
              </a:r>
              <a:r>
                <a:rPr lang="zh-CN" altLang="zh-CN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导向，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以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强化计算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为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手段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，</a:t>
              </a:r>
              <a:r>
                <a:rPr lang="zh-CN" altLang="en-US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以突出应用为目的，理论知识以必需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够用</a:t>
              </a:r>
              <a:r>
                <a:rPr lang="zh-CN" altLang="zh-CN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为度</a:t>
              </a:r>
              <a:r>
                <a:rPr lang="zh-CN" altLang="zh-CN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”的原则，</a:t>
              </a:r>
              <a:r>
                <a:rPr lang="zh-CN" altLang="zh-CN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以重能力</a:t>
              </a:r>
              <a:r>
                <a:rPr lang="zh-CN" altLang="zh-CN" b="1" kern="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、求</a:t>
              </a:r>
              <a:r>
                <a:rPr lang="zh-CN" altLang="zh-CN" b="1" kern="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宋体" panose="02010600030101010101" pitchFamily="2" charset="-122"/>
                </a:rPr>
                <a:t>创新为总体思路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160182" y="995363"/>
            <a:ext cx="1825625" cy="5287962"/>
            <a:chOff x="6999288" y="995363"/>
            <a:chExt cx="1825625" cy="5287962"/>
          </a:xfrm>
        </p:grpSpPr>
        <p:grpSp>
          <p:nvGrpSpPr>
            <p:cNvPr id="5" name="组合 64"/>
            <p:cNvGrpSpPr>
              <a:grpSpLocks/>
            </p:cNvGrpSpPr>
            <p:nvPr/>
          </p:nvGrpSpPr>
          <p:grpSpPr bwMode="auto">
            <a:xfrm>
              <a:off x="7366000" y="4654550"/>
              <a:ext cx="1301750" cy="1628775"/>
              <a:chOff x="0" y="0"/>
              <a:chExt cx="1301645" cy="1629274"/>
            </a:xfrm>
          </p:grpSpPr>
          <p:sp>
            <p:nvSpPr>
              <p:cNvPr id="10307" name="Freeform 10"/>
              <p:cNvSpPr>
                <a:spLocks/>
              </p:cNvSpPr>
              <p:nvPr/>
            </p:nvSpPr>
            <p:spPr bwMode="auto">
              <a:xfrm>
                <a:off x="319415" y="34399"/>
                <a:ext cx="572331" cy="478462"/>
              </a:xfrm>
              <a:custGeom>
                <a:avLst/>
                <a:gdLst>
                  <a:gd name="T0" fmla="*/ 744401659 w 222"/>
                  <a:gd name="T1" fmla="*/ 0 h 194"/>
                  <a:gd name="T2" fmla="*/ 1282761315 w 222"/>
                  <a:gd name="T3" fmla="*/ 231139077 h 194"/>
                  <a:gd name="T4" fmla="*/ 1349226457 w 222"/>
                  <a:gd name="T5" fmla="*/ 845486790 h 194"/>
                  <a:gd name="T6" fmla="*/ 1222942430 w 222"/>
                  <a:gd name="T7" fmla="*/ 1161782134 h 194"/>
                  <a:gd name="T8" fmla="*/ 1176418635 w 222"/>
                  <a:gd name="T9" fmla="*/ 845486790 h 194"/>
                  <a:gd name="T10" fmla="*/ 1063429699 w 222"/>
                  <a:gd name="T11" fmla="*/ 468362513 h 194"/>
                  <a:gd name="T12" fmla="*/ 724460312 w 222"/>
                  <a:gd name="T13" fmla="*/ 419702449 h 194"/>
                  <a:gd name="T14" fmla="*/ 299089351 w 222"/>
                  <a:gd name="T15" fmla="*/ 480528761 h 194"/>
                  <a:gd name="T16" fmla="*/ 219331697 w 222"/>
                  <a:gd name="T17" fmla="*/ 839402432 h 194"/>
                  <a:gd name="T18" fmla="*/ 179454158 w 222"/>
                  <a:gd name="T19" fmla="*/ 1088792039 h 194"/>
                  <a:gd name="T20" fmla="*/ 126281489 w 222"/>
                  <a:gd name="T21" fmla="*/ 663007853 h 194"/>
                  <a:gd name="T22" fmla="*/ 744401659 w 222"/>
                  <a:gd name="T23" fmla="*/ 0 h 19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222"/>
                  <a:gd name="T37" fmla="*/ 0 h 194"/>
                  <a:gd name="T38" fmla="*/ 222 w 222"/>
                  <a:gd name="T39" fmla="*/ 194 h 194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222" h="194">
                    <a:moveTo>
                      <a:pt x="112" y="0"/>
                    </a:moveTo>
                    <a:cubicBezTo>
                      <a:pt x="112" y="0"/>
                      <a:pt x="165" y="6"/>
                      <a:pt x="193" y="38"/>
                    </a:cubicBezTo>
                    <a:cubicBezTo>
                      <a:pt x="222" y="70"/>
                      <a:pt x="210" y="111"/>
                      <a:pt x="203" y="139"/>
                    </a:cubicBezTo>
                    <a:cubicBezTo>
                      <a:pt x="203" y="139"/>
                      <a:pt x="185" y="188"/>
                      <a:pt x="184" y="191"/>
                    </a:cubicBezTo>
                    <a:cubicBezTo>
                      <a:pt x="184" y="194"/>
                      <a:pt x="182" y="151"/>
                      <a:pt x="177" y="139"/>
                    </a:cubicBezTo>
                    <a:cubicBezTo>
                      <a:pt x="171" y="126"/>
                      <a:pt x="181" y="91"/>
                      <a:pt x="160" y="77"/>
                    </a:cubicBezTo>
                    <a:cubicBezTo>
                      <a:pt x="139" y="63"/>
                      <a:pt x="109" y="69"/>
                      <a:pt x="109" y="69"/>
                    </a:cubicBezTo>
                    <a:cubicBezTo>
                      <a:pt x="109" y="69"/>
                      <a:pt x="66" y="56"/>
                      <a:pt x="45" y="79"/>
                    </a:cubicBezTo>
                    <a:cubicBezTo>
                      <a:pt x="25" y="102"/>
                      <a:pt x="36" y="120"/>
                      <a:pt x="33" y="138"/>
                    </a:cubicBezTo>
                    <a:cubicBezTo>
                      <a:pt x="29" y="156"/>
                      <a:pt x="27" y="179"/>
                      <a:pt x="27" y="179"/>
                    </a:cubicBezTo>
                    <a:cubicBezTo>
                      <a:pt x="27" y="179"/>
                      <a:pt x="20" y="128"/>
                      <a:pt x="19" y="109"/>
                    </a:cubicBezTo>
                    <a:cubicBezTo>
                      <a:pt x="17" y="89"/>
                      <a:pt x="0" y="18"/>
                      <a:pt x="112" y="0"/>
                    </a:cubicBez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8" name="Freeform 11"/>
              <p:cNvSpPr>
                <a:spLocks/>
              </p:cNvSpPr>
              <p:nvPr/>
            </p:nvSpPr>
            <p:spPr bwMode="auto">
              <a:xfrm>
                <a:off x="0" y="692155"/>
                <a:ext cx="1301645" cy="937119"/>
              </a:xfrm>
              <a:custGeom>
                <a:avLst/>
                <a:gdLst>
                  <a:gd name="T0" fmla="*/ 1136052606 w 505"/>
                  <a:gd name="T1" fmla="*/ 72979371 h 380"/>
                  <a:gd name="T2" fmla="*/ 1594461256 w 505"/>
                  <a:gd name="T3" fmla="*/ 656819406 h 380"/>
                  <a:gd name="T4" fmla="*/ 2039579921 w 505"/>
                  <a:gd name="T5" fmla="*/ 0 h 380"/>
                  <a:gd name="T6" fmla="*/ 2125947268 w 505"/>
                  <a:gd name="T7" fmla="*/ 42572335 h 380"/>
                  <a:gd name="T8" fmla="*/ 2147483647 w 505"/>
                  <a:gd name="T9" fmla="*/ 340573750 h 380"/>
                  <a:gd name="T10" fmla="*/ 2147483647 w 505"/>
                  <a:gd name="T11" fmla="*/ 1672456630 h 380"/>
                  <a:gd name="T12" fmla="*/ 2147483647 w 505"/>
                  <a:gd name="T13" fmla="*/ 2147483647 h 380"/>
                  <a:gd name="T14" fmla="*/ 0 w 505"/>
                  <a:gd name="T15" fmla="*/ 2147483647 h 380"/>
                  <a:gd name="T16" fmla="*/ 152802816 w 505"/>
                  <a:gd name="T17" fmla="*/ 802780576 h 380"/>
                  <a:gd name="T18" fmla="*/ 551418090 w 505"/>
                  <a:gd name="T19" fmla="*/ 316245579 h 380"/>
                  <a:gd name="T20" fmla="*/ 1136052606 w 505"/>
                  <a:gd name="T21" fmla="*/ 72979371 h 38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505"/>
                  <a:gd name="T34" fmla="*/ 0 h 380"/>
                  <a:gd name="T35" fmla="*/ 505 w 505"/>
                  <a:gd name="T36" fmla="*/ 380 h 38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505" h="380">
                    <a:moveTo>
                      <a:pt x="171" y="12"/>
                    </a:moveTo>
                    <a:cubicBezTo>
                      <a:pt x="171" y="12"/>
                      <a:pt x="225" y="104"/>
                      <a:pt x="240" y="108"/>
                    </a:cubicBezTo>
                    <a:cubicBezTo>
                      <a:pt x="249" y="110"/>
                      <a:pt x="307" y="0"/>
                      <a:pt x="307" y="0"/>
                    </a:cubicBezTo>
                    <a:cubicBezTo>
                      <a:pt x="307" y="0"/>
                      <a:pt x="316" y="0"/>
                      <a:pt x="320" y="7"/>
                    </a:cubicBezTo>
                    <a:cubicBezTo>
                      <a:pt x="320" y="7"/>
                      <a:pt x="422" y="30"/>
                      <a:pt x="439" y="56"/>
                    </a:cubicBezTo>
                    <a:cubicBezTo>
                      <a:pt x="456" y="82"/>
                      <a:pt x="480" y="190"/>
                      <a:pt x="492" y="275"/>
                    </a:cubicBezTo>
                    <a:cubicBezTo>
                      <a:pt x="505" y="359"/>
                      <a:pt x="498" y="380"/>
                      <a:pt x="498" y="380"/>
                    </a:cubicBezTo>
                    <a:cubicBezTo>
                      <a:pt x="0" y="380"/>
                      <a:pt x="0" y="380"/>
                      <a:pt x="0" y="380"/>
                    </a:cubicBezTo>
                    <a:cubicBezTo>
                      <a:pt x="0" y="380"/>
                      <a:pt x="21" y="150"/>
                      <a:pt x="23" y="132"/>
                    </a:cubicBezTo>
                    <a:cubicBezTo>
                      <a:pt x="24" y="114"/>
                      <a:pt x="30" y="71"/>
                      <a:pt x="83" y="52"/>
                    </a:cubicBezTo>
                    <a:cubicBezTo>
                      <a:pt x="136" y="34"/>
                      <a:pt x="159" y="28"/>
                      <a:pt x="171" y="12"/>
                    </a:cubicBez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9" name="Freeform 12"/>
              <p:cNvSpPr>
                <a:spLocks/>
              </p:cNvSpPr>
              <p:nvPr/>
            </p:nvSpPr>
            <p:spPr bwMode="auto">
              <a:xfrm>
                <a:off x="466586" y="105283"/>
                <a:ext cx="396816" cy="283534"/>
              </a:xfrm>
              <a:custGeom>
                <a:avLst/>
                <a:gdLst>
                  <a:gd name="T0" fmla="*/ 0 w 154"/>
                  <a:gd name="T1" fmla="*/ 249228862 h 115"/>
                  <a:gd name="T2" fmla="*/ 345255711 w 154"/>
                  <a:gd name="T3" fmla="*/ 255308816 h 115"/>
                  <a:gd name="T4" fmla="*/ 829940657 w 154"/>
                  <a:gd name="T5" fmla="*/ 699056898 h 115"/>
                  <a:gd name="T6" fmla="*/ 557719675 w 154"/>
                  <a:gd name="T7" fmla="*/ 127654408 h 115"/>
                  <a:gd name="T8" fmla="*/ 0 w 154"/>
                  <a:gd name="T9" fmla="*/ 249228862 h 1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54"/>
                  <a:gd name="T16" fmla="*/ 0 h 115"/>
                  <a:gd name="T17" fmla="*/ 154 w 154"/>
                  <a:gd name="T18" fmla="*/ 115 h 11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54" h="115">
                    <a:moveTo>
                      <a:pt x="0" y="41"/>
                    </a:moveTo>
                    <a:cubicBezTo>
                      <a:pt x="0" y="41"/>
                      <a:pt x="24" y="29"/>
                      <a:pt x="52" y="42"/>
                    </a:cubicBezTo>
                    <a:cubicBezTo>
                      <a:pt x="80" y="54"/>
                      <a:pt x="93" y="112"/>
                      <a:pt x="125" y="115"/>
                    </a:cubicBezTo>
                    <a:cubicBezTo>
                      <a:pt x="125" y="115"/>
                      <a:pt x="154" y="41"/>
                      <a:pt x="84" y="21"/>
                    </a:cubicBezTo>
                    <a:cubicBezTo>
                      <a:pt x="13" y="0"/>
                      <a:pt x="16" y="9"/>
                      <a:pt x="0" y="41"/>
                    </a:cubicBez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0" name="Freeform 13"/>
              <p:cNvSpPr>
                <a:spLocks/>
              </p:cNvSpPr>
              <p:nvPr/>
            </p:nvSpPr>
            <p:spPr bwMode="auto">
              <a:xfrm>
                <a:off x="451324" y="0"/>
                <a:ext cx="192958" cy="125088"/>
              </a:xfrm>
              <a:custGeom>
                <a:avLst/>
                <a:gdLst>
                  <a:gd name="T0" fmla="*/ 403768471 w 75"/>
                  <a:gd name="T1" fmla="*/ 84221028 h 51"/>
                  <a:gd name="T2" fmla="*/ 211813850 w 75"/>
                  <a:gd name="T3" fmla="*/ 60157518 h 51"/>
                  <a:gd name="T4" fmla="*/ 112525382 w 75"/>
                  <a:gd name="T5" fmla="*/ 0 h 51"/>
                  <a:gd name="T6" fmla="*/ 119145125 w 75"/>
                  <a:gd name="T7" fmla="*/ 222583069 h 51"/>
                  <a:gd name="T8" fmla="*/ 496437156 w 75"/>
                  <a:gd name="T9" fmla="*/ 216566583 h 51"/>
                  <a:gd name="T10" fmla="*/ 403768471 w 75"/>
                  <a:gd name="T11" fmla="*/ 84221028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5"/>
                  <a:gd name="T19" fmla="*/ 0 h 51"/>
                  <a:gd name="T20" fmla="*/ 75 w 75"/>
                  <a:gd name="T21" fmla="*/ 51 h 5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5" h="51">
                    <a:moveTo>
                      <a:pt x="61" y="14"/>
                    </a:moveTo>
                    <a:cubicBezTo>
                      <a:pt x="61" y="14"/>
                      <a:pt x="43" y="11"/>
                      <a:pt x="32" y="10"/>
                    </a:cubicBezTo>
                    <a:cubicBezTo>
                      <a:pt x="21" y="9"/>
                      <a:pt x="17" y="0"/>
                      <a:pt x="17" y="0"/>
                    </a:cubicBezTo>
                    <a:cubicBezTo>
                      <a:pt x="17" y="0"/>
                      <a:pt x="0" y="23"/>
                      <a:pt x="18" y="37"/>
                    </a:cubicBezTo>
                    <a:cubicBezTo>
                      <a:pt x="36" y="51"/>
                      <a:pt x="75" y="36"/>
                      <a:pt x="75" y="36"/>
                    </a:cubicBezTo>
                    <a:lnTo>
                      <a:pt x="61" y="14"/>
                    </a:ln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1" name="Freeform 14"/>
              <p:cNvSpPr>
                <a:spLocks noEditPoints="1"/>
              </p:cNvSpPr>
              <p:nvPr/>
            </p:nvSpPr>
            <p:spPr bwMode="auto">
              <a:xfrm>
                <a:off x="587594" y="386731"/>
                <a:ext cx="201679" cy="128216"/>
              </a:xfrm>
              <a:custGeom>
                <a:avLst/>
                <a:gdLst>
                  <a:gd name="T0" fmla="*/ 461296738 w 78"/>
                  <a:gd name="T1" fmla="*/ 12158330 h 52"/>
                  <a:gd name="T2" fmla="*/ 274105005 w 78"/>
                  <a:gd name="T3" fmla="*/ 6080398 h 52"/>
                  <a:gd name="T4" fmla="*/ 86910727 w 78"/>
                  <a:gd name="T5" fmla="*/ 30397055 h 52"/>
                  <a:gd name="T6" fmla="*/ 0 w 78"/>
                  <a:gd name="T7" fmla="*/ 48638251 h 52"/>
                  <a:gd name="T8" fmla="*/ 0 w 78"/>
                  <a:gd name="T9" fmla="*/ 97274037 h 52"/>
                  <a:gd name="T10" fmla="*/ 60170151 w 78"/>
                  <a:gd name="T11" fmla="*/ 151990199 h 52"/>
                  <a:gd name="T12" fmla="*/ 307531994 w 78"/>
                  <a:gd name="T13" fmla="*/ 303982864 h 52"/>
                  <a:gd name="T14" fmla="*/ 481353448 w 78"/>
                  <a:gd name="T15" fmla="*/ 121593153 h 52"/>
                  <a:gd name="T16" fmla="*/ 514780436 w 78"/>
                  <a:gd name="T17" fmla="*/ 72954902 h 52"/>
                  <a:gd name="T18" fmla="*/ 521466868 w 78"/>
                  <a:gd name="T19" fmla="*/ 18238725 h 52"/>
                  <a:gd name="T20" fmla="*/ 461296738 w 78"/>
                  <a:gd name="T21" fmla="*/ 12158330 h 52"/>
                  <a:gd name="T22" fmla="*/ 447926460 w 78"/>
                  <a:gd name="T23" fmla="*/ 139831874 h 52"/>
                  <a:gd name="T24" fmla="*/ 260734727 w 78"/>
                  <a:gd name="T25" fmla="*/ 285744143 h 52"/>
                  <a:gd name="T26" fmla="*/ 100281005 w 78"/>
                  <a:gd name="T27" fmla="*/ 158070595 h 52"/>
                  <a:gd name="T28" fmla="*/ 127024148 w 78"/>
                  <a:gd name="T29" fmla="*/ 60796577 h 52"/>
                  <a:gd name="T30" fmla="*/ 240678017 w 78"/>
                  <a:gd name="T31" fmla="*/ 30397055 h 52"/>
                  <a:gd name="T32" fmla="*/ 447926460 w 78"/>
                  <a:gd name="T33" fmla="*/ 139831874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8"/>
                  <a:gd name="T52" fmla="*/ 0 h 52"/>
                  <a:gd name="T53" fmla="*/ 78 w 78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8" h="52">
                    <a:moveTo>
                      <a:pt x="69" y="2"/>
                    </a:moveTo>
                    <a:cubicBezTo>
                      <a:pt x="64" y="2"/>
                      <a:pt x="55" y="0"/>
                      <a:pt x="41" y="1"/>
                    </a:cubicBezTo>
                    <a:cubicBezTo>
                      <a:pt x="28" y="1"/>
                      <a:pt x="24" y="2"/>
                      <a:pt x="13" y="5"/>
                    </a:cubicBezTo>
                    <a:cubicBezTo>
                      <a:pt x="2" y="9"/>
                      <a:pt x="0" y="8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6"/>
                      <a:pt x="6" y="15"/>
                      <a:pt x="9" y="25"/>
                    </a:cubicBezTo>
                    <a:cubicBezTo>
                      <a:pt x="12" y="36"/>
                      <a:pt x="21" y="52"/>
                      <a:pt x="46" y="50"/>
                    </a:cubicBezTo>
                    <a:cubicBezTo>
                      <a:pt x="70" y="49"/>
                      <a:pt x="70" y="29"/>
                      <a:pt x="72" y="20"/>
                    </a:cubicBezTo>
                    <a:cubicBezTo>
                      <a:pt x="73" y="12"/>
                      <a:pt x="77" y="12"/>
                      <a:pt x="77" y="12"/>
                    </a:cubicBezTo>
                    <a:cubicBezTo>
                      <a:pt x="78" y="3"/>
                      <a:pt x="78" y="3"/>
                      <a:pt x="78" y="3"/>
                    </a:cubicBezTo>
                    <a:cubicBezTo>
                      <a:pt x="78" y="3"/>
                      <a:pt x="74" y="3"/>
                      <a:pt x="69" y="2"/>
                    </a:cubicBezTo>
                    <a:close/>
                    <a:moveTo>
                      <a:pt x="67" y="23"/>
                    </a:moveTo>
                    <a:cubicBezTo>
                      <a:pt x="66" y="39"/>
                      <a:pt x="56" y="49"/>
                      <a:pt x="39" y="47"/>
                    </a:cubicBezTo>
                    <a:cubicBezTo>
                      <a:pt x="21" y="45"/>
                      <a:pt x="17" y="34"/>
                      <a:pt x="15" y="26"/>
                    </a:cubicBezTo>
                    <a:cubicBezTo>
                      <a:pt x="13" y="18"/>
                      <a:pt x="14" y="14"/>
                      <a:pt x="19" y="10"/>
                    </a:cubicBezTo>
                    <a:cubicBezTo>
                      <a:pt x="24" y="5"/>
                      <a:pt x="36" y="5"/>
                      <a:pt x="36" y="5"/>
                    </a:cubicBezTo>
                    <a:cubicBezTo>
                      <a:pt x="60" y="4"/>
                      <a:pt x="68" y="7"/>
                      <a:pt x="67" y="23"/>
                    </a:cubicBez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12" name="Freeform 15"/>
              <p:cNvSpPr>
                <a:spLocks noEditPoints="1"/>
              </p:cNvSpPr>
              <p:nvPr/>
            </p:nvSpPr>
            <p:spPr bwMode="auto">
              <a:xfrm>
                <a:off x="394636" y="386731"/>
                <a:ext cx="203859" cy="128216"/>
              </a:xfrm>
              <a:custGeom>
                <a:avLst/>
                <a:gdLst>
                  <a:gd name="T0" fmla="*/ 0 w 79"/>
                  <a:gd name="T1" fmla="*/ 18238725 h 52"/>
                  <a:gd name="T2" fmla="*/ 6657674 w 79"/>
                  <a:gd name="T3" fmla="*/ 72954902 h 52"/>
                  <a:gd name="T4" fmla="*/ 39953778 w 79"/>
                  <a:gd name="T5" fmla="*/ 121593153 h 52"/>
                  <a:gd name="T6" fmla="*/ 213086844 w 79"/>
                  <a:gd name="T7" fmla="*/ 303982864 h 52"/>
                  <a:gd name="T8" fmla="*/ 466127455 w 79"/>
                  <a:gd name="T9" fmla="*/ 151990199 h 52"/>
                  <a:gd name="T10" fmla="*/ 526056817 w 79"/>
                  <a:gd name="T11" fmla="*/ 97274037 h 52"/>
                  <a:gd name="T12" fmla="*/ 526056817 w 79"/>
                  <a:gd name="T13" fmla="*/ 48638251 h 52"/>
                  <a:gd name="T14" fmla="*/ 432831358 w 79"/>
                  <a:gd name="T15" fmla="*/ 30397055 h 52"/>
                  <a:gd name="T16" fmla="*/ 246380360 w 79"/>
                  <a:gd name="T17" fmla="*/ 6080398 h 52"/>
                  <a:gd name="T18" fmla="*/ 59929382 w 79"/>
                  <a:gd name="T19" fmla="*/ 12158330 h 52"/>
                  <a:gd name="T20" fmla="*/ 0 w 79"/>
                  <a:gd name="T21" fmla="*/ 18238725 h 52"/>
                  <a:gd name="T22" fmla="*/ 279676457 w 79"/>
                  <a:gd name="T23" fmla="*/ 30397055 h 52"/>
                  <a:gd name="T24" fmla="*/ 392877590 w 79"/>
                  <a:gd name="T25" fmla="*/ 60796577 h 52"/>
                  <a:gd name="T26" fmla="*/ 419513436 w 79"/>
                  <a:gd name="T27" fmla="*/ 158070595 h 52"/>
                  <a:gd name="T28" fmla="*/ 259698283 w 79"/>
                  <a:gd name="T29" fmla="*/ 285744143 h 52"/>
                  <a:gd name="T30" fmla="*/ 73247305 w 79"/>
                  <a:gd name="T31" fmla="*/ 139831874 h 52"/>
                  <a:gd name="T32" fmla="*/ 279676457 w 79"/>
                  <a:gd name="T33" fmla="*/ 30397055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79"/>
                  <a:gd name="T52" fmla="*/ 0 h 52"/>
                  <a:gd name="T53" fmla="*/ 79 w 79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79" h="52">
                    <a:moveTo>
                      <a:pt x="0" y="3"/>
                    </a:moveTo>
                    <a:cubicBezTo>
                      <a:pt x="1" y="12"/>
                      <a:pt x="1" y="12"/>
                      <a:pt x="1" y="12"/>
                    </a:cubicBezTo>
                    <a:cubicBezTo>
                      <a:pt x="1" y="12"/>
                      <a:pt x="4" y="12"/>
                      <a:pt x="6" y="20"/>
                    </a:cubicBezTo>
                    <a:cubicBezTo>
                      <a:pt x="7" y="29"/>
                      <a:pt x="7" y="49"/>
                      <a:pt x="32" y="50"/>
                    </a:cubicBezTo>
                    <a:cubicBezTo>
                      <a:pt x="57" y="52"/>
                      <a:pt x="67" y="36"/>
                      <a:pt x="70" y="25"/>
                    </a:cubicBezTo>
                    <a:cubicBezTo>
                      <a:pt x="72" y="15"/>
                      <a:pt x="79" y="16"/>
                      <a:pt x="79" y="16"/>
                    </a:cubicBezTo>
                    <a:cubicBezTo>
                      <a:pt x="79" y="8"/>
                      <a:pt x="79" y="8"/>
                      <a:pt x="79" y="8"/>
                    </a:cubicBezTo>
                    <a:cubicBezTo>
                      <a:pt x="79" y="8"/>
                      <a:pt x="76" y="9"/>
                      <a:pt x="65" y="5"/>
                    </a:cubicBezTo>
                    <a:cubicBezTo>
                      <a:pt x="55" y="2"/>
                      <a:pt x="50" y="1"/>
                      <a:pt x="37" y="1"/>
                    </a:cubicBezTo>
                    <a:cubicBezTo>
                      <a:pt x="24" y="0"/>
                      <a:pt x="14" y="2"/>
                      <a:pt x="9" y="2"/>
                    </a:cubicBezTo>
                    <a:cubicBezTo>
                      <a:pt x="4" y="3"/>
                      <a:pt x="0" y="3"/>
                      <a:pt x="0" y="3"/>
                    </a:cubicBezTo>
                    <a:close/>
                    <a:moveTo>
                      <a:pt x="42" y="5"/>
                    </a:moveTo>
                    <a:cubicBezTo>
                      <a:pt x="42" y="5"/>
                      <a:pt x="54" y="5"/>
                      <a:pt x="59" y="10"/>
                    </a:cubicBezTo>
                    <a:cubicBezTo>
                      <a:pt x="64" y="14"/>
                      <a:pt x="64" y="18"/>
                      <a:pt x="63" y="26"/>
                    </a:cubicBezTo>
                    <a:cubicBezTo>
                      <a:pt x="61" y="34"/>
                      <a:pt x="57" y="45"/>
                      <a:pt x="39" y="47"/>
                    </a:cubicBezTo>
                    <a:cubicBezTo>
                      <a:pt x="22" y="49"/>
                      <a:pt x="12" y="39"/>
                      <a:pt x="11" y="23"/>
                    </a:cubicBezTo>
                    <a:cubicBezTo>
                      <a:pt x="10" y="7"/>
                      <a:pt x="18" y="4"/>
                      <a:pt x="42" y="5"/>
                    </a:cubicBezTo>
                    <a:close/>
                  </a:path>
                </a:pathLst>
              </a:custGeom>
              <a:solidFill>
                <a:srgbClr val="34457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6" name="组合 53"/>
            <p:cNvGrpSpPr>
              <a:grpSpLocks/>
            </p:cNvGrpSpPr>
            <p:nvPr/>
          </p:nvGrpSpPr>
          <p:grpSpPr bwMode="auto">
            <a:xfrm>
              <a:off x="6999288" y="995363"/>
              <a:ext cx="1825625" cy="3536950"/>
              <a:chOff x="0" y="0"/>
              <a:chExt cx="1826256" cy="3536745"/>
            </a:xfrm>
          </p:grpSpPr>
          <p:sp>
            <p:nvSpPr>
              <p:cNvPr id="10297" name="Freeform 24"/>
              <p:cNvSpPr>
                <a:spLocks/>
              </p:cNvSpPr>
              <p:nvPr/>
            </p:nvSpPr>
            <p:spPr bwMode="auto">
              <a:xfrm>
                <a:off x="0" y="0"/>
                <a:ext cx="1826256" cy="2457984"/>
              </a:xfrm>
              <a:custGeom>
                <a:avLst/>
                <a:gdLst>
                  <a:gd name="T0" fmla="*/ 2147483647 w 640"/>
                  <a:gd name="T1" fmla="*/ 395077225 h 997"/>
                  <a:gd name="T2" fmla="*/ 2147483647 w 640"/>
                  <a:gd name="T3" fmla="*/ 0 h 997"/>
                  <a:gd name="T4" fmla="*/ 1449382196 w 640"/>
                  <a:gd name="T5" fmla="*/ 395077225 h 997"/>
                  <a:gd name="T6" fmla="*/ 0 w 640"/>
                  <a:gd name="T7" fmla="*/ 869167398 h 997"/>
                  <a:gd name="T8" fmla="*/ 0 w 640"/>
                  <a:gd name="T9" fmla="*/ 1404041659 h 997"/>
                  <a:gd name="T10" fmla="*/ 0 w 640"/>
                  <a:gd name="T11" fmla="*/ 2147483647 h 997"/>
                  <a:gd name="T12" fmla="*/ 0 w 640"/>
                  <a:gd name="T13" fmla="*/ 2147483647 h 997"/>
                  <a:gd name="T14" fmla="*/ 1449382196 w 640"/>
                  <a:gd name="T15" fmla="*/ 2147483647 h 997"/>
                  <a:gd name="T16" fmla="*/ 2147483647 w 640"/>
                  <a:gd name="T17" fmla="*/ 2147483647 h 997"/>
                  <a:gd name="T18" fmla="*/ 2147483647 w 640"/>
                  <a:gd name="T19" fmla="*/ 2147483647 h 997"/>
                  <a:gd name="T20" fmla="*/ 2147483647 w 640"/>
                  <a:gd name="T21" fmla="*/ 2147483647 h 997"/>
                  <a:gd name="T22" fmla="*/ 2147483647 w 640"/>
                  <a:gd name="T23" fmla="*/ 2147483647 h 997"/>
                  <a:gd name="T24" fmla="*/ 2147483647 w 640"/>
                  <a:gd name="T25" fmla="*/ 1404041659 h 997"/>
                  <a:gd name="T26" fmla="*/ 2147483647 w 640"/>
                  <a:gd name="T27" fmla="*/ 869167398 h 997"/>
                  <a:gd name="T28" fmla="*/ 2147483647 w 640"/>
                  <a:gd name="T29" fmla="*/ 395077225 h 9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0"/>
                  <a:gd name="T46" fmla="*/ 0 h 997"/>
                  <a:gd name="T47" fmla="*/ 640 w 640"/>
                  <a:gd name="T48" fmla="*/ 997 h 9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0" h="997">
                    <a:moveTo>
                      <a:pt x="461" y="65"/>
                    </a:moveTo>
                    <a:cubicBezTo>
                      <a:pt x="369" y="57"/>
                      <a:pt x="319" y="0"/>
                      <a:pt x="319" y="0"/>
                    </a:cubicBezTo>
                    <a:cubicBezTo>
                      <a:pt x="319" y="0"/>
                      <a:pt x="270" y="57"/>
                      <a:pt x="178" y="65"/>
                    </a:cubicBezTo>
                    <a:cubicBezTo>
                      <a:pt x="87" y="73"/>
                      <a:pt x="0" y="112"/>
                      <a:pt x="0" y="143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0" y="765"/>
                      <a:pt x="0" y="765"/>
                      <a:pt x="0" y="765"/>
                    </a:cubicBezTo>
                    <a:cubicBezTo>
                      <a:pt x="0" y="853"/>
                      <a:pt x="0" y="853"/>
                      <a:pt x="0" y="853"/>
                    </a:cubicBezTo>
                    <a:cubicBezTo>
                      <a:pt x="0" y="884"/>
                      <a:pt x="86" y="923"/>
                      <a:pt x="178" y="932"/>
                    </a:cubicBezTo>
                    <a:cubicBezTo>
                      <a:pt x="270" y="940"/>
                      <a:pt x="319" y="997"/>
                      <a:pt x="319" y="997"/>
                    </a:cubicBezTo>
                    <a:cubicBezTo>
                      <a:pt x="319" y="997"/>
                      <a:pt x="369" y="940"/>
                      <a:pt x="461" y="932"/>
                    </a:cubicBezTo>
                    <a:cubicBezTo>
                      <a:pt x="552" y="923"/>
                      <a:pt x="640" y="884"/>
                      <a:pt x="640" y="853"/>
                    </a:cubicBezTo>
                    <a:cubicBezTo>
                      <a:pt x="640" y="765"/>
                      <a:pt x="640" y="765"/>
                      <a:pt x="640" y="765"/>
                    </a:cubicBezTo>
                    <a:cubicBezTo>
                      <a:pt x="640" y="231"/>
                      <a:pt x="640" y="231"/>
                      <a:pt x="640" y="231"/>
                    </a:cubicBezTo>
                    <a:cubicBezTo>
                      <a:pt x="640" y="143"/>
                      <a:pt x="640" y="143"/>
                      <a:pt x="640" y="143"/>
                    </a:cubicBezTo>
                    <a:cubicBezTo>
                      <a:pt x="640" y="112"/>
                      <a:pt x="553" y="73"/>
                      <a:pt x="461" y="65"/>
                    </a:cubicBezTo>
                    <a:close/>
                  </a:path>
                </a:pathLst>
              </a:custGeom>
              <a:solidFill>
                <a:srgbClr val="34457A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8" name="Oval 33"/>
              <p:cNvSpPr>
                <a:spLocks noChangeArrowheads="1"/>
              </p:cNvSpPr>
              <p:nvPr/>
            </p:nvSpPr>
            <p:spPr bwMode="auto">
              <a:xfrm>
                <a:off x="868019" y="2542751"/>
                <a:ext cx="90220" cy="86898"/>
              </a:xfrm>
              <a:prstGeom prst="ellipse">
                <a:avLst/>
              </a:prstGeom>
              <a:solidFill>
                <a:srgbClr val="34457A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9" name="Oval 34"/>
              <p:cNvSpPr>
                <a:spLocks noChangeArrowheads="1"/>
              </p:cNvSpPr>
              <p:nvPr/>
            </p:nvSpPr>
            <p:spPr bwMode="auto">
              <a:xfrm>
                <a:off x="868018" y="2769786"/>
                <a:ext cx="90222" cy="86270"/>
              </a:xfrm>
              <a:prstGeom prst="ellipse">
                <a:avLst/>
              </a:prstGeom>
              <a:solidFill>
                <a:srgbClr val="34457A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0" name="Oval 35"/>
              <p:cNvSpPr>
                <a:spLocks noChangeArrowheads="1"/>
              </p:cNvSpPr>
              <p:nvPr/>
            </p:nvSpPr>
            <p:spPr bwMode="auto">
              <a:xfrm>
                <a:off x="868018" y="2997031"/>
                <a:ext cx="90222" cy="86270"/>
              </a:xfrm>
              <a:prstGeom prst="ellipse">
                <a:avLst/>
              </a:prstGeom>
              <a:solidFill>
                <a:srgbClr val="34457A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1" name="Oval 36"/>
              <p:cNvSpPr>
                <a:spLocks noChangeArrowheads="1"/>
              </p:cNvSpPr>
              <p:nvPr/>
            </p:nvSpPr>
            <p:spPr bwMode="auto">
              <a:xfrm>
                <a:off x="868018" y="3223232"/>
                <a:ext cx="90222" cy="86270"/>
              </a:xfrm>
              <a:prstGeom prst="ellipse">
                <a:avLst/>
              </a:prstGeom>
              <a:solidFill>
                <a:srgbClr val="34457A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2" name="Oval 37"/>
              <p:cNvSpPr>
                <a:spLocks noChangeArrowheads="1"/>
              </p:cNvSpPr>
              <p:nvPr/>
            </p:nvSpPr>
            <p:spPr bwMode="auto">
              <a:xfrm>
                <a:off x="868018" y="3450475"/>
                <a:ext cx="90222" cy="86270"/>
              </a:xfrm>
              <a:prstGeom prst="ellipse">
                <a:avLst/>
              </a:prstGeom>
              <a:solidFill>
                <a:srgbClr val="34457A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306" name="矩形 68"/>
              <p:cNvSpPr>
                <a:spLocks noChangeArrowheads="1"/>
              </p:cNvSpPr>
              <p:nvPr/>
            </p:nvSpPr>
            <p:spPr bwMode="auto">
              <a:xfrm>
                <a:off x="12147" y="344425"/>
                <a:ext cx="1813627" cy="14772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just">
                  <a:spcAft>
                    <a:spcPts val="0"/>
                  </a:spcAft>
                </a:pP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调动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学生的学习兴趣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，将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教学内容与实际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生活</a:t>
                </a:r>
                <a:r>
                  <a:rPr lang="zh-CN" altLang="en-US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、工程应用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案例</a:t>
                </a:r>
                <a:r>
                  <a:rPr lang="zh-CN" altLang="en-US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相联系</a:t>
                </a:r>
                <a:endParaRPr lang="zh-CN" altLang="zh-CN" sz="1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8968106" y="1445729"/>
            <a:ext cx="1876153" cy="4811712"/>
            <a:chOff x="8613775" y="1471613"/>
            <a:chExt cx="1876153" cy="4811712"/>
          </a:xfrm>
        </p:grpSpPr>
        <p:grpSp>
          <p:nvGrpSpPr>
            <p:cNvPr id="8" name="组合 102"/>
            <p:cNvGrpSpPr>
              <a:grpSpLocks/>
            </p:cNvGrpSpPr>
            <p:nvPr/>
          </p:nvGrpSpPr>
          <p:grpSpPr bwMode="auto">
            <a:xfrm>
              <a:off x="8947150" y="4745038"/>
              <a:ext cx="1181100" cy="1538287"/>
              <a:chOff x="0" y="0"/>
              <a:chExt cx="1180639" cy="1538585"/>
            </a:xfrm>
          </p:grpSpPr>
          <p:sp>
            <p:nvSpPr>
              <p:cNvPr id="10295" name="Freeform 21"/>
              <p:cNvSpPr>
                <a:spLocks/>
              </p:cNvSpPr>
              <p:nvPr/>
            </p:nvSpPr>
            <p:spPr bwMode="auto">
              <a:xfrm>
                <a:off x="0" y="687985"/>
                <a:ext cx="1180639" cy="850600"/>
              </a:xfrm>
              <a:custGeom>
                <a:avLst/>
                <a:gdLst>
                  <a:gd name="T0" fmla="*/ 1029994151 w 458"/>
                  <a:gd name="T1" fmla="*/ 66867018 h 345"/>
                  <a:gd name="T2" fmla="*/ 1415411137 w 458"/>
                  <a:gd name="T3" fmla="*/ 431589510 h 345"/>
                  <a:gd name="T4" fmla="*/ 1847344449 w 458"/>
                  <a:gd name="T5" fmla="*/ 0 h 345"/>
                  <a:gd name="T6" fmla="*/ 1927086538 w 458"/>
                  <a:gd name="T7" fmla="*/ 42552194 h 345"/>
                  <a:gd name="T8" fmla="*/ 2147483647 w 458"/>
                  <a:gd name="T9" fmla="*/ 310015314 h 345"/>
                  <a:gd name="T10" fmla="*/ 2147483647 w 458"/>
                  <a:gd name="T11" fmla="*/ 1513602100 h 345"/>
                  <a:gd name="T12" fmla="*/ 2147483647 w 458"/>
                  <a:gd name="T13" fmla="*/ 2097160338 h 345"/>
                  <a:gd name="T14" fmla="*/ 0 w 458"/>
                  <a:gd name="T15" fmla="*/ 2097160338 h 345"/>
                  <a:gd name="T16" fmla="*/ 132901805 w 458"/>
                  <a:gd name="T17" fmla="*/ 729447490 h 345"/>
                  <a:gd name="T18" fmla="*/ 498384355 w 458"/>
                  <a:gd name="T19" fmla="*/ 291777963 h 345"/>
                  <a:gd name="T20" fmla="*/ 1029994151 w 458"/>
                  <a:gd name="T21" fmla="*/ 66867018 h 3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8"/>
                  <a:gd name="T34" fmla="*/ 0 h 345"/>
                  <a:gd name="T35" fmla="*/ 458 w 458"/>
                  <a:gd name="T36" fmla="*/ 345 h 3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8" h="345">
                    <a:moveTo>
                      <a:pt x="155" y="11"/>
                    </a:moveTo>
                    <a:cubicBezTo>
                      <a:pt x="155" y="11"/>
                      <a:pt x="199" y="68"/>
                      <a:pt x="213" y="71"/>
                    </a:cubicBezTo>
                    <a:cubicBezTo>
                      <a:pt x="221" y="73"/>
                      <a:pt x="278" y="0"/>
                      <a:pt x="278" y="0"/>
                    </a:cubicBezTo>
                    <a:cubicBezTo>
                      <a:pt x="278" y="0"/>
                      <a:pt x="287" y="0"/>
                      <a:pt x="290" y="7"/>
                    </a:cubicBezTo>
                    <a:cubicBezTo>
                      <a:pt x="290" y="7"/>
                      <a:pt x="383" y="27"/>
                      <a:pt x="398" y="51"/>
                    </a:cubicBezTo>
                    <a:cubicBezTo>
                      <a:pt x="413" y="74"/>
                      <a:pt x="435" y="172"/>
                      <a:pt x="446" y="249"/>
                    </a:cubicBezTo>
                    <a:cubicBezTo>
                      <a:pt x="458" y="326"/>
                      <a:pt x="452" y="345"/>
                      <a:pt x="452" y="345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345"/>
                      <a:pt x="19" y="136"/>
                      <a:pt x="20" y="120"/>
                    </a:cubicBezTo>
                    <a:cubicBezTo>
                      <a:pt x="21" y="103"/>
                      <a:pt x="26" y="64"/>
                      <a:pt x="75" y="48"/>
                    </a:cubicBezTo>
                    <a:cubicBezTo>
                      <a:pt x="123" y="31"/>
                      <a:pt x="144" y="25"/>
                      <a:pt x="155" y="11"/>
                    </a:cubicBezTo>
                    <a:close/>
                  </a:path>
                </a:pathLst>
              </a:custGeom>
              <a:solidFill>
                <a:srgbClr val="C63E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6" name="Freeform 22"/>
              <p:cNvSpPr>
                <a:spLocks/>
              </p:cNvSpPr>
              <p:nvPr/>
            </p:nvSpPr>
            <p:spPr bwMode="auto">
              <a:xfrm>
                <a:off x="177695" y="0"/>
                <a:ext cx="721683" cy="857896"/>
              </a:xfrm>
              <a:custGeom>
                <a:avLst/>
                <a:gdLst>
                  <a:gd name="T0" fmla="*/ 365375218 w 280"/>
                  <a:gd name="T1" fmla="*/ 966291622 h 348"/>
                  <a:gd name="T2" fmla="*/ 883543547 w 280"/>
                  <a:gd name="T3" fmla="*/ 644193541 h 348"/>
                  <a:gd name="T4" fmla="*/ 1122698879 w 280"/>
                  <a:gd name="T5" fmla="*/ 553034728 h 348"/>
                  <a:gd name="T6" fmla="*/ 856972737 w 280"/>
                  <a:gd name="T7" fmla="*/ 832590549 h 348"/>
                  <a:gd name="T8" fmla="*/ 1368496591 w 280"/>
                  <a:gd name="T9" fmla="*/ 698889477 h 348"/>
                  <a:gd name="T10" fmla="*/ 1255563239 w 280"/>
                  <a:gd name="T11" fmla="*/ 948058873 h 348"/>
                  <a:gd name="T12" fmla="*/ 1441572118 w 280"/>
                  <a:gd name="T13" fmla="*/ 850823298 h 348"/>
                  <a:gd name="T14" fmla="*/ 1328638765 w 280"/>
                  <a:gd name="T15" fmla="*/ 1513247277 h 348"/>
                  <a:gd name="T16" fmla="*/ 1594365230 w 280"/>
                  <a:gd name="T17" fmla="*/ 1148609249 h 348"/>
                  <a:gd name="T18" fmla="*/ 1169201018 w 280"/>
                  <a:gd name="T19" fmla="*/ 151931395 h 348"/>
                  <a:gd name="T20" fmla="*/ 1288778684 w 280"/>
                  <a:gd name="T21" fmla="*/ 0 h 348"/>
                  <a:gd name="T22" fmla="*/ 949977015 w 280"/>
                  <a:gd name="T23" fmla="*/ 72928549 h 348"/>
                  <a:gd name="T24" fmla="*/ 26573398 w 280"/>
                  <a:gd name="T25" fmla="*/ 911595841 h 348"/>
                  <a:gd name="T26" fmla="*/ 0 w 280"/>
                  <a:gd name="T27" fmla="*/ 2114900871 h 348"/>
                  <a:gd name="T28" fmla="*/ 524812965 w 280"/>
                  <a:gd name="T29" fmla="*/ 1914350495 h 348"/>
                  <a:gd name="T30" fmla="*/ 544741717 w 280"/>
                  <a:gd name="T31" fmla="*/ 1634794827 h 348"/>
                  <a:gd name="T32" fmla="*/ 365375218 w 280"/>
                  <a:gd name="T33" fmla="*/ 966291622 h 348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80"/>
                  <a:gd name="T52" fmla="*/ 0 h 348"/>
                  <a:gd name="T53" fmla="*/ 280 w 280"/>
                  <a:gd name="T54" fmla="*/ 348 h 348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80" h="348">
                    <a:moveTo>
                      <a:pt x="55" y="159"/>
                    </a:moveTo>
                    <a:cubicBezTo>
                      <a:pt x="55" y="159"/>
                      <a:pt x="55" y="112"/>
                      <a:pt x="133" y="106"/>
                    </a:cubicBezTo>
                    <a:cubicBezTo>
                      <a:pt x="133" y="106"/>
                      <a:pt x="163" y="104"/>
                      <a:pt x="169" y="91"/>
                    </a:cubicBezTo>
                    <a:cubicBezTo>
                      <a:pt x="169" y="91"/>
                      <a:pt x="169" y="128"/>
                      <a:pt x="129" y="137"/>
                    </a:cubicBezTo>
                    <a:cubicBezTo>
                      <a:pt x="129" y="137"/>
                      <a:pt x="191" y="140"/>
                      <a:pt x="206" y="115"/>
                    </a:cubicBezTo>
                    <a:cubicBezTo>
                      <a:pt x="206" y="115"/>
                      <a:pt x="203" y="143"/>
                      <a:pt x="189" y="156"/>
                    </a:cubicBezTo>
                    <a:cubicBezTo>
                      <a:pt x="189" y="156"/>
                      <a:pt x="210" y="155"/>
                      <a:pt x="217" y="140"/>
                    </a:cubicBezTo>
                    <a:cubicBezTo>
                      <a:pt x="217" y="140"/>
                      <a:pt x="235" y="217"/>
                      <a:pt x="200" y="249"/>
                    </a:cubicBezTo>
                    <a:cubicBezTo>
                      <a:pt x="200" y="249"/>
                      <a:pt x="229" y="231"/>
                      <a:pt x="240" y="189"/>
                    </a:cubicBezTo>
                    <a:cubicBezTo>
                      <a:pt x="252" y="148"/>
                      <a:pt x="280" y="49"/>
                      <a:pt x="176" y="25"/>
                    </a:cubicBezTo>
                    <a:cubicBezTo>
                      <a:pt x="176" y="25"/>
                      <a:pt x="192" y="23"/>
                      <a:pt x="194" y="0"/>
                    </a:cubicBezTo>
                    <a:cubicBezTo>
                      <a:pt x="194" y="0"/>
                      <a:pt x="184" y="13"/>
                      <a:pt x="143" y="12"/>
                    </a:cubicBezTo>
                    <a:cubicBezTo>
                      <a:pt x="102" y="11"/>
                      <a:pt x="1" y="30"/>
                      <a:pt x="4" y="150"/>
                    </a:cubicBezTo>
                    <a:cubicBezTo>
                      <a:pt x="7" y="270"/>
                      <a:pt x="46" y="334"/>
                      <a:pt x="0" y="348"/>
                    </a:cubicBezTo>
                    <a:cubicBezTo>
                      <a:pt x="0" y="348"/>
                      <a:pt x="70" y="344"/>
                      <a:pt x="79" y="315"/>
                    </a:cubicBezTo>
                    <a:cubicBezTo>
                      <a:pt x="87" y="286"/>
                      <a:pt x="82" y="269"/>
                      <a:pt x="82" y="269"/>
                    </a:cubicBezTo>
                    <a:cubicBezTo>
                      <a:pt x="82" y="269"/>
                      <a:pt x="53" y="255"/>
                      <a:pt x="55" y="159"/>
                    </a:cubicBezTo>
                    <a:close/>
                  </a:path>
                </a:pathLst>
              </a:custGeom>
              <a:solidFill>
                <a:srgbClr val="C63E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9" name="组合 4"/>
            <p:cNvGrpSpPr>
              <a:grpSpLocks/>
            </p:cNvGrpSpPr>
            <p:nvPr/>
          </p:nvGrpSpPr>
          <p:grpSpPr bwMode="auto">
            <a:xfrm>
              <a:off x="8613775" y="1471613"/>
              <a:ext cx="1876153" cy="3208337"/>
              <a:chOff x="0" y="0"/>
              <a:chExt cx="1875763" cy="3208389"/>
            </a:xfrm>
          </p:grpSpPr>
          <p:sp>
            <p:nvSpPr>
              <p:cNvPr id="10285" name="Freeform 26"/>
              <p:cNvSpPr>
                <a:spLocks/>
              </p:cNvSpPr>
              <p:nvPr/>
            </p:nvSpPr>
            <p:spPr bwMode="auto">
              <a:xfrm>
                <a:off x="0" y="0"/>
                <a:ext cx="1703034" cy="2158815"/>
              </a:xfrm>
              <a:custGeom>
                <a:avLst/>
                <a:gdLst>
                  <a:gd name="T0" fmla="*/ 2147483647 w 560"/>
                  <a:gd name="T1" fmla="*/ 346176886 h 876"/>
                  <a:gd name="T2" fmla="*/ 2147483647 w 560"/>
                  <a:gd name="T3" fmla="*/ 0 h 876"/>
                  <a:gd name="T4" fmla="*/ 1442764539 w 560"/>
                  <a:gd name="T5" fmla="*/ 346176886 h 876"/>
                  <a:gd name="T6" fmla="*/ 0 w 560"/>
                  <a:gd name="T7" fmla="*/ 765231009 h 876"/>
                  <a:gd name="T8" fmla="*/ 0 w 560"/>
                  <a:gd name="T9" fmla="*/ 1232873088 h 876"/>
                  <a:gd name="T10" fmla="*/ 0 w 560"/>
                  <a:gd name="T11" fmla="*/ 2147483647 h 876"/>
                  <a:gd name="T12" fmla="*/ 0 w 560"/>
                  <a:gd name="T13" fmla="*/ 2147483647 h 876"/>
                  <a:gd name="T14" fmla="*/ 1442764539 w 560"/>
                  <a:gd name="T15" fmla="*/ 2147483647 h 876"/>
                  <a:gd name="T16" fmla="*/ 2147483647 w 560"/>
                  <a:gd name="T17" fmla="*/ 2147483647 h 876"/>
                  <a:gd name="T18" fmla="*/ 2147483647 w 560"/>
                  <a:gd name="T19" fmla="*/ 2147483647 h 876"/>
                  <a:gd name="T20" fmla="*/ 2147483647 w 560"/>
                  <a:gd name="T21" fmla="*/ 2147483647 h 876"/>
                  <a:gd name="T22" fmla="*/ 2147483647 w 560"/>
                  <a:gd name="T23" fmla="*/ 2147483647 h 876"/>
                  <a:gd name="T24" fmla="*/ 2147483647 w 560"/>
                  <a:gd name="T25" fmla="*/ 1232873088 h 876"/>
                  <a:gd name="T26" fmla="*/ 2147483647 w 560"/>
                  <a:gd name="T27" fmla="*/ 765231009 h 876"/>
                  <a:gd name="T28" fmla="*/ 2147483647 w 560"/>
                  <a:gd name="T29" fmla="*/ 346176886 h 8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0"/>
                  <a:gd name="T46" fmla="*/ 0 h 876"/>
                  <a:gd name="T47" fmla="*/ 560 w 560"/>
                  <a:gd name="T48" fmla="*/ 876 h 8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0" h="876">
                    <a:moveTo>
                      <a:pt x="403" y="57"/>
                    </a:moveTo>
                    <a:cubicBezTo>
                      <a:pt x="322" y="50"/>
                      <a:pt x="279" y="0"/>
                      <a:pt x="279" y="0"/>
                    </a:cubicBezTo>
                    <a:cubicBezTo>
                      <a:pt x="279" y="0"/>
                      <a:pt x="237" y="50"/>
                      <a:pt x="156" y="57"/>
                    </a:cubicBezTo>
                    <a:cubicBezTo>
                      <a:pt x="75" y="64"/>
                      <a:pt x="0" y="99"/>
                      <a:pt x="0" y="126"/>
                    </a:cubicBezTo>
                    <a:cubicBezTo>
                      <a:pt x="0" y="203"/>
                      <a:pt x="0" y="203"/>
                      <a:pt x="0" y="203"/>
                    </a:cubicBezTo>
                    <a:cubicBezTo>
                      <a:pt x="0" y="672"/>
                      <a:pt x="0" y="672"/>
                      <a:pt x="0" y="672"/>
                    </a:cubicBezTo>
                    <a:cubicBezTo>
                      <a:pt x="0" y="750"/>
                      <a:pt x="0" y="750"/>
                      <a:pt x="0" y="750"/>
                    </a:cubicBezTo>
                    <a:cubicBezTo>
                      <a:pt x="0" y="777"/>
                      <a:pt x="75" y="811"/>
                      <a:pt x="156" y="818"/>
                    </a:cubicBezTo>
                    <a:cubicBezTo>
                      <a:pt x="236" y="826"/>
                      <a:pt x="279" y="876"/>
                      <a:pt x="279" y="876"/>
                    </a:cubicBezTo>
                    <a:cubicBezTo>
                      <a:pt x="279" y="876"/>
                      <a:pt x="322" y="826"/>
                      <a:pt x="403" y="818"/>
                    </a:cubicBezTo>
                    <a:cubicBezTo>
                      <a:pt x="484" y="811"/>
                      <a:pt x="560" y="777"/>
                      <a:pt x="560" y="750"/>
                    </a:cubicBezTo>
                    <a:cubicBezTo>
                      <a:pt x="560" y="672"/>
                      <a:pt x="560" y="672"/>
                      <a:pt x="560" y="672"/>
                    </a:cubicBezTo>
                    <a:cubicBezTo>
                      <a:pt x="560" y="203"/>
                      <a:pt x="560" y="203"/>
                      <a:pt x="560" y="203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60" y="99"/>
                      <a:pt x="484" y="64"/>
                      <a:pt x="403" y="57"/>
                    </a:cubicBezTo>
                    <a:close/>
                  </a:path>
                </a:pathLst>
              </a:custGeom>
              <a:solidFill>
                <a:srgbClr val="C63E55">
                  <a:alpha val="79999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6" name="Oval 43"/>
              <p:cNvSpPr>
                <a:spLocks noChangeArrowheads="1"/>
              </p:cNvSpPr>
              <p:nvPr/>
            </p:nvSpPr>
            <p:spPr bwMode="auto">
              <a:xfrm>
                <a:off x="796050" y="2214188"/>
                <a:ext cx="90222" cy="86270"/>
              </a:xfrm>
              <a:prstGeom prst="ellipse">
                <a:avLst/>
              </a:prstGeom>
              <a:solidFill>
                <a:srgbClr val="C63E55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7" name="Oval 44"/>
              <p:cNvSpPr>
                <a:spLocks noChangeArrowheads="1"/>
              </p:cNvSpPr>
              <p:nvPr/>
            </p:nvSpPr>
            <p:spPr bwMode="auto">
              <a:xfrm>
                <a:off x="796050" y="2441431"/>
                <a:ext cx="90222" cy="86270"/>
              </a:xfrm>
              <a:prstGeom prst="ellipse">
                <a:avLst/>
              </a:prstGeom>
              <a:solidFill>
                <a:srgbClr val="C63E55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8" name="Oval 45"/>
              <p:cNvSpPr>
                <a:spLocks noChangeArrowheads="1"/>
              </p:cNvSpPr>
              <p:nvPr/>
            </p:nvSpPr>
            <p:spPr bwMode="auto">
              <a:xfrm>
                <a:off x="796051" y="2667840"/>
                <a:ext cx="90220" cy="86898"/>
              </a:xfrm>
              <a:prstGeom prst="ellipse">
                <a:avLst/>
              </a:prstGeom>
              <a:solidFill>
                <a:srgbClr val="C63E55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9" name="Oval 46"/>
              <p:cNvSpPr>
                <a:spLocks noChangeArrowheads="1"/>
              </p:cNvSpPr>
              <p:nvPr/>
            </p:nvSpPr>
            <p:spPr bwMode="auto">
              <a:xfrm>
                <a:off x="796050" y="2894875"/>
                <a:ext cx="90222" cy="86270"/>
              </a:xfrm>
              <a:prstGeom prst="ellipse">
                <a:avLst/>
              </a:prstGeom>
              <a:solidFill>
                <a:srgbClr val="C63E55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0" name="Oval 47"/>
              <p:cNvSpPr>
                <a:spLocks noChangeArrowheads="1"/>
              </p:cNvSpPr>
              <p:nvPr/>
            </p:nvSpPr>
            <p:spPr bwMode="auto">
              <a:xfrm>
                <a:off x="796050" y="3122119"/>
                <a:ext cx="90222" cy="86270"/>
              </a:xfrm>
              <a:prstGeom prst="ellipse">
                <a:avLst/>
              </a:prstGeom>
              <a:solidFill>
                <a:srgbClr val="C63E55">
                  <a:alpha val="7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94" name="矩形 72"/>
              <p:cNvSpPr>
                <a:spLocks noChangeArrowheads="1"/>
              </p:cNvSpPr>
              <p:nvPr/>
            </p:nvSpPr>
            <p:spPr bwMode="auto">
              <a:xfrm>
                <a:off x="41993" y="230799"/>
                <a:ext cx="1833770" cy="17543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ctr"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在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掌握课程内容</a:t>
                </a:r>
                <a:r>
                  <a:rPr lang="zh-CN" altLang="en-US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基础上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，介绍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一些扩展内容，以开阔学生的思路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，增强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其学习兴趣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" name="组合 6"/>
          <p:cNvGrpSpPr/>
          <p:nvPr/>
        </p:nvGrpSpPr>
        <p:grpSpPr>
          <a:xfrm>
            <a:off x="1595501" y="1428254"/>
            <a:ext cx="1620977" cy="4822825"/>
            <a:chOff x="1874838" y="1460500"/>
            <a:chExt cx="1620977" cy="4822825"/>
          </a:xfrm>
        </p:grpSpPr>
        <p:grpSp>
          <p:nvGrpSpPr>
            <p:cNvPr id="11" name="组合 104"/>
            <p:cNvGrpSpPr>
              <a:grpSpLocks/>
            </p:cNvGrpSpPr>
            <p:nvPr/>
          </p:nvGrpSpPr>
          <p:grpSpPr bwMode="auto">
            <a:xfrm>
              <a:off x="2082800" y="4799013"/>
              <a:ext cx="1182688" cy="1484312"/>
              <a:chOff x="0" y="0"/>
              <a:chExt cx="1181728" cy="1484380"/>
            </a:xfrm>
          </p:grpSpPr>
          <p:sp>
            <p:nvSpPr>
              <p:cNvPr id="10282" name="Freeform 18"/>
              <p:cNvSpPr>
                <a:spLocks/>
              </p:cNvSpPr>
              <p:nvPr/>
            </p:nvSpPr>
            <p:spPr bwMode="auto">
              <a:xfrm>
                <a:off x="299792" y="50035"/>
                <a:ext cx="510192" cy="421130"/>
              </a:xfrm>
              <a:custGeom>
                <a:avLst/>
                <a:gdLst>
                  <a:gd name="T0" fmla="*/ 644034907 w 198"/>
                  <a:gd name="T1" fmla="*/ 12129037 h 171"/>
                  <a:gd name="T2" fmla="*/ 1141997767 w 198"/>
                  <a:gd name="T3" fmla="*/ 175889515 h 171"/>
                  <a:gd name="T4" fmla="*/ 1201754631 w 198"/>
                  <a:gd name="T5" fmla="*/ 733881871 h 171"/>
                  <a:gd name="T6" fmla="*/ 1088881128 w 198"/>
                  <a:gd name="T7" fmla="*/ 1018942450 h 171"/>
                  <a:gd name="T8" fmla="*/ 1042404712 w 198"/>
                  <a:gd name="T9" fmla="*/ 727816124 h 171"/>
                  <a:gd name="T10" fmla="*/ 942811657 w 198"/>
                  <a:gd name="T11" fmla="*/ 394234336 h 171"/>
                  <a:gd name="T12" fmla="*/ 637394683 w 198"/>
                  <a:gd name="T13" fmla="*/ 345713282 h 171"/>
                  <a:gd name="T14" fmla="*/ 252302830 w 198"/>
                  <a:gd name="T15" fmla="*/ 400297621 h 171"/>
                  <a:gd name="T16" fmla="*/ 172627871 w 198"/>
                  <a:gd name="T17" fmla="*/ 727816124 h 171"/>
                  <a:gd name="T18" fmla="*/ 139429287 w 198"/>
                  <a:gd name="T19" fmla="*/ 952226616 h 171"/>
                  <a:gd name="T20" fmla="*/ 86312647 w 198"/>
                  <a:gd name="T21" fmla="*/ 564058027 h 171"/>
                  <a:gd name="T22" fmla="*/ 644034907 w 198"/>
                  <a:gd name="T23" fmla="*/ 12129037 h 17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98"/>
                  <a:gd name="T37" fmla="*/ 0 h 171"/>
                  <a:gd name="T38" fmla="*/ 198 w 198"/>
                  <a:gd name="T39" fmla="*/ 171 h 171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98" h="171">
                    <a:moveTo>
                      <a:pt x="97" y="2"/>
                    </a:moveTo>
                    <a:cubicBezTo>
                      <a:pt x="97" y="2"/>
                      <a:pt x="146" y="0"/>
                      <a:pt x="172" y="29"/>
                    </a:cubicBezTo>
                    <a:cubicBezTo>
                      <a:pt x="198" y="58"/>
                      <a:pt x="187" y="96"/>
                      <a:pt x="181" y="121"/>
                    </a:cubicBezTo>
                    <a:cubicBezTo>
                      <a:pt x="181" y="121"/>
                      <a:pt x="164" y="166"/>
                      <a:pt x="164" y="168"/>
                    </a:cubicBezTo>
                    <a:cubicBezTo>
                      <a:pt x="163" y="171"/>
                      <a:pt x="162" y="132"/>
                      <a:pt x="157" y="120"/>
                    </a:cubicBezTo>
                    <a:cubicBezTo>
                      <a:pt x="152" y="109"/>
                      <a:pt x="160" y="77"/>
                      <a:pt x="142" y="65"/>
                    </a:cubicBezTo>
                    <a:cubicBezTo>
                      <a:pt x="123" y="52"/>
                      <a:pt x="96" y="57"/>
                      <a:pt x="96" y="57"/>
                    </a:cubicBezTo>
                    <a:cubicBezTo>
                      <a:pt x="96" y="57"/>
                      <a:pt x="57" y="45"/>
                      <a:pt x="38" y="66"/>
                    </a:cubicBezTo>
                    <a:cubicBezTo>
                      <a:pt x="19" y="87"/>
                      <a:pt x="29" y="104"/>
                      <a:pt x="26" y="120"/>
                    </a:cubicBezTo>
                    <a:cubicBezTo>
                      <a:pt x="23" y="136"/>
                      <a:pt x="21" y="157"/>
                      <a:pt x="21" y="157"/>
                    </a:cubicBezTo>
                    <a:cubicBezTo>
                      <a:pt x="21" y="157"/>
                      <a:pt x="14" y="111"/>
                      <a:pt x="13" y="93"/>
                    </a:cubicBezTo>
                    <a:cubicBezTo>
                      <a:pt x="12" y="75"/>
                      <a:pt x="0" y="4"/>
                      <a:pt x="97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3" name="Freeform 19"/>
              <p:cNvSpPr>
                <a:spLocks/>
              </p:cNvSpPr>
              <p:nvPr/>
            </p:nvSpPr>
            <p:spPr bwMode="auto">
              <a:xfrm>
                <a:off x="0" y="633780"/>
                <a:ext cx="1181728" cy="850600"/>
              </a:xfrm>
              <a:custGeom>
                <a:avLst/>
                <a:gdLst>
                  <a:gd name="T0" fmla="*/ 1031896290 w 458"/>
                  <a:gd name="T1" fmla="*/ 66867018 h 345"/>
                  <a:gd name="T2" fmla="*/ 1418024843 w 458"/>
                  <a:gd name="T3" fmla="*/ 431589510 h 345"/>
                  <a:gd name="T4" fmla="*/ 1857413386 w 458"/>
                  <a:gd name="T5" fmla="*/ 0 h 345"/>
                  <a:gd name="T6" fmla="*/ 1937301274 w 458"/>
                  <a:gd name="T7" fmla="*/ 42552194 h 345"/>
                  <a:gd name="T8" fmla="*/ 2147483647 w 458"/>
                  <a:gd name="T9" fmla="*/ 310015314 h 345"/>
                  <a:gd name="T10" fmla="*/ 2147483647 w 458"/>
                  <a:gd name="T11" fmla="*/ 1513602100 h 345"/>
                  <a:gd name="T12" fmla="*/ 2147483647 w 458"/>
                  <a:gd name="T13" fmla="*/ 2097160338 h 345"/>
                  <a:gd name="T14" fmla="*/ 0 w 458"/>
                  <a:gd name="T15" fmla="*/ 2097160338 h 345"/>
                  <a:gd name="T16" fmla="*/ 133148240 w 458"/>
                  <a:gd name="T17" fmla="*/ 729447490 h 345"/>
                  <a:gd name="T18" fmla="*/ 499303330 w 458"/>
                  <a:gd name="T19" fmla="*/ 291777963 h 345"/>
                  <a:gd name="T20" fmla="*/ 1031896290 w 458"/>
                  <a:gd name="T21" fmla="*/ 66867018 h 34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58"/>
                  <a:gd name="T34" fmla="*/ 0 h 345"/>
                  <a:gd name="T35" fmla="*/ 458 w 458"/>
                  <a:gd name="T36" fmla="*/ 345 h 34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58" h="345">
                    <a:moveTo>
                      <a:pt x="155" y="11"/>
                    </a:moveTo>
                    <a:cubicBezTo>
                      <a:pt x="155" y="11"/>
                      <a:pt x="199" y="68"/>
                      <a:pt x="213" y="71"/>
                    </a:cubicBezTo>
                    <a:cubicBezTo>
                      <a:pt x="221" y="73"/>
                      <a:pt x="279" y="0"/>
                      <a:pt x="279" y="0"/>
                    </a:cubicBezTo>
                    <a:cubicBezTo>
                      <a:pt x="279" y="0"/>
                      <a:pt x="287" y="0"/>
                      <a:pt x="291" y="7"/>
                    </a:cubicBezTo>
                    <a:cubicBezTo>
                      <a:pt x="291" y="7"/>
                      <a:pt x="383" y="27"/>
                      <a:pt x="398" y="51"/>
                    </a:cubicBezTo>
                    <a:cubicBezTo>
                      <a:pt x="414" y="74"/>
                      <a:pt x="435" y="172"/>
                      <a:pt x="447" y="249"/>
                    </a:cubicBezTo>
                    <a:cubicBezTo>
                      <a:pt x="458" y="326"/>
                      <a:pt x="452" y="345"/>
                      <a:pt x="452" y="345"/>
                    </a:cubicBezTo>
                    <a:cubicBezTo>
                      <a:pt x="0" y="345"/>
                      <a:pt x="0" y="345"/>
                      <a:pt x="0" y="345"/>
                    </a:cubicBezTo>
                    <a:cubicBezTo>
                      <a:pt x="0" y="345"/>
                      <a:pt x="19" y="136"/>
                      <a:pt x="20" y="120"/>
                    </a:cubicBezTo>
                    <a:cubicBezTo>
                      <a:pt x="22" y="103"/>
                      <a:pt x="27" y="64"/>
                      <a:pt x="75" y="48"/>
                    </a:cubicBezTo>
                    <a:cubicBezTo>
                      <a:pt x="123" y="31"/>
                      <a:pt x="144" y="25"/>
                      <a:pt x="155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4" name="Freeform 20"/>
              <p:cNvSpPr>
                <a:spLocks/>
              </p:cNvSpPr>
              <p:nvPr/>
            </p:nvSpPr>
            <p:spPr bwMode="auto">
              <a:xfrm>
                <a:off x="397906" y="0"/>
                <a:ext cx="353211" cy="142809"/>
              </a:xfrm>
              <a:custGeom>
                <a:avLst/>
                <a:gdLst>
                  <a:gd name="T0" fmla="*/ 13293108 w 137"/>
                  <a:gd name="T1" fmla="*/ 218251567 h 58"/>
                  <a:gd name="T2" fmla="*/ 245940532 w 137"/>
                  <a:gd name="T3" fmla="*/ 115187778 h 58"/>
                  <a:gd name="T4" fmla="*/ 425410394 w 137"/>
                  <a:gd name="T5" fmla="*/ 0 h 58"/>
                  <a:gd name="T6" fmla="*/ 584937942 w 137"/>
                  <a:gd name="T7" fmla="*/ 115187778 h 58"/>
                  <a:gd name="T8" fmla="*/ 877406994 w 137"/>
                  <a:gd name="T9" fmla="*/ 291002885 h 58"/>
                  <a:gd name="T10" fmla="*/ 518467271 w 137"/>
                  <a:gd name="T11" fmla="*/ 327377389 h 58"/>
                  <a:gd name="T12" fmla="*/ 13293108 w 137"/>
                  <a:gd name="T13" fmla="*/ 218251567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37"/>
                  <a:gd name="T22" fmla="*/ 0 h 58"/>
                  <a:gd name="T23" fmla="*/ 137 w 137"/>
                  <a:gd name="T24" fmla="*/ 58 h 58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37" h="58">
                    <a:moveTo>
                      <a:pt x="2" y="36"/>
                    </a:moveTo>
                    <a:cubicBezTo>
                      <a:pt x="2" y="36"/>
                      <a:pt x="19" y="25"/>
                      <a:pt x="37" y="19"/>
                    </a:cubicBezTo>
                    <a:cubicBezTo>
                      <a:pt x="55" y="13"/>
                      <a:pt x="64" y="0"/>
                      <a:pt x="64" y="0"/>
                    </a:cubicBezTo>
                    <a:cubicBezTo>
                      <a:pt x="64" y="0"/>
                      <a:pt x="65" y="8"/>
                      <a:pt x="88" y="19"/>
                    </a:cubicBezTo>
                    <a:cubicBezTo>
                      <a:pt x="112" y="31"/>
                      <a:pt x="127" y="38"/>
                      <a:pt x="132" y="48"/>
                    </a:cubicBezTo>
                    <a:cubicBezTo>
                      <a:pt x="137" y="58"/>
                      <a:pt x="78" y="54"/>
                      <a:pt x="78" y="54"/>
                    </a:cubicBezTo>
                    <a:cubicBezTo>
                      <a:pt x="78" y="54"/>
                      <a:pt x="0" y="35"/>
                      <a:pt x="2" y="3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2" name="组合 62"/>
            <p:cNvGrpSpPr>
              <a:grpSpLocks/>
            </p:cNvGrpSpPr>
            <p:nvPr/>
          </p:nvGrpSpPr>
          <p:grpSpPr bwMode="auto">
            <a:xfrm>
              <a:off x="1874838" y="1460500"/>
              <a:ext cx="1620977" cy="3219450"/>
              <a:chOff x="0" y="0"/>
              <a:chExt cx="1620484" cy="3218813"/>
            </a:xfrm>
          </p:grpSpPr>
          <p:sp>
            <p:nvSpPr>
              <p:cNvPr id="10272" name="Freeform 27"/>
              <p:cNvSpPr>
                <a:spLocks/>
              </p:cNvSpPr>
              <p:nvPr/>
            </p:nvSpPr>
            <p:spPr bwMode="auto">
              <a:xfrm>
                <a:off x="0" y="0"/>
                <a:ext cx="1598125" cy="2159858"/>
              </a:xfrm>
              <a:custGeom>
                <a:avLst/>
                <a:gdLst>
                  <a:gd name="T0" fmla="*/ 2147483647 w 560"/>
                  <a:gd name="T1" fmla="*/ 346511797 h 876"/>
                  <a:gd name="T2" fmla="*/ 2147483647 w 560"/>
                  <a:gd name="T3" fmla="*/ 0 h 876"/>
                  <a:gd name="T4" fmla="*/ 1270486347 w 560"/>
                  <a:gd name="T5" fmla="*/ 346511797 h 876"/>
                  <a:gd name="T6" fmla="*/ 0 w 560"/>
                  <a:gd name="T7" fmla="*/ 765973023 h 876"/>
                  <a:gd name="T8" fmla="*/ 0 w 560"/>
                  <a:gd name="T9" fmla="*/ 1234065406 h 876"/>
                  <a:gd name="T10" fmla="*/ 0 w 560"/>
                  <a:gd name="T11" fmla="*/ 2147483647 h 876"/>
                  <a:gd name="T12" fmla="*/ 0 w 560"/>
                  <a:gd name="T13" fmla="*/ 2147483647 h 876"/>
                  <a:gd name="T14" fmla="*/ 1270486347 w 560"/>
                  <a:gd name="T15" fmla="*/ 2147483647 h 876"/>
                  <a:gd name="T16" fmla="*/ 2147483647 w 560"/>
                  <a:gd name="T17" fmla="*/ 2147483647 h 876"/>
                  <a:gd name="T18" fmla="*/ 2147483647 w 560"/>
                  <a:gd name="T19" fmla="*/ 2147483647 h 876"/>
                  <a:gd name="T20" fmla="*/ 2147483647 w 560"/>
                  <a:gd name="T21" fmla="*/ 2147483647 h 876"/>
                  <a:gd name="T22" fmla="*/ 2147483647 w 560"/>
                  <a:gd name="T23" fmla="*/ 2147483647 h 876"/>
                  <a:gd name="T24" fmla="*/ 2147483647 w 560"/>
                  <a:gd name="T25" fmla="*/ 1234065406 h 876"/>
                  <a:gd name="T26" fmla="*/ 2147483647 w 560"/>
                  <a:gd name="T27" fmla="*/ 765973023 h 876"/>
                  <a:gd name="T28" fmla="*/ 2147483647 w 560"/>
                  <a:gd name="T29" fmla="*/ 346511797 h 8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560"/>
                  <a:gd name="T46" fmla="*/ 0 h 876"/>
                  <a:gd name="T47" fmla="*/ 560 w 560"/>
                  <a:gd name="T48" fmla="*/ 876 h 8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560" h="876">
                    <a:moveTo>
                      <a:pt x="403" y="57"/>
                    </a:moveTo>
                    <a:cubicBezTo>
                      <a:pt x="322" y="50"/>
                      <a:pt x="279" y="0"/>
                      <a:pt x="279" y="0"/>
                    </a:cubicBezTo>
                    <a:cubicBezTo>
                      <a:pt x="279" y="0"/>
                      <a:pt x="237" y="50"/>
                      <a:pt x="156" y="57"/>
                    </a:cubicBezTo>
                    <a:cubicBezTo>
                      <a:pt x="75" y="64"/>
                      <a:pt x="0" y="99"/>
                      <a:pt x="0" y="126"/>
                    </a:cubicBezTo>
                    <a:cubicBezTo>
                      <a:pt x="0" y="203"/>
                      <a:pt x="0" y="203"/>
                      <a:pt x="0" y="203"/>
                    </a:cubicBezTo>
                    <a:cubicBezTo>
                      <a:pt x="0" y="672"/>
                      <a:pt x="0" y="672"/>
                      <a:pt x="0" y="672"/>
                    </a:cubicBezTo>
                    <a:cubicBezTo>
                      <a:pt x="0" y="750"/>
                      <a:pt x="0" y="750"/>
                      <a:pt x="0" y="750"/>
                    </a:cubicBezTo>
                    <a:cubicBezTo>
                      <a:pt x="0" y="777"/>
                      <a:pt x="75" y="811"/>
                      <a:pt x="156" y="818"/>
                    </a:cubicBezTo>
                    <a:cubicBezTo>
                      <a:pt x="236" y="826"/>
                      <a:pt x="279" y="876"/>
                      <a:pt x="279" y="876"/>
                    </a:cubicBezTo>
                    <a:cubicBezTo>
                      <a:pt x="279" y="876"/>
                      <a:pt x="322" y="826"/>
                      <a:pt x="403" y="818"/>
                    </a:cubicBezTo>
                    <a:cubicBezTo>
                      <a:pt x="484" y="811"/>
                      <a:pt x="560" y="777"/>
                      <a:pt x="560" y="750"/>
                    </a:cubicBezTo>
                    <a:cubicBezTo>
                      <a:pt x="560" y="672"/>
                      <a:pt x="560" y="672"/>
                      <a:pt x="560" y="672"/>
                    </a:cubicBezTo>
                    <a:cubicBezTo>
                      <a:pt x="560" y="203"/>
                      <a:pt x="560" y="203"/>
                      <a:pt x="560" y="203"/>
                    </a:cubicBezTo>
                    <a:cubicBezTo>
                      <a:pt x="560" y="126"/>
                      <a:pt x="560" y="126"/>
                      <a:pt x="560" y="126"/>
                    </a:cubicBezTo>
                    <a:cubicBezTo>
                      <a:pt x="560" y="99"/>
                      <a:pt x="484" y="64"/>
                      <a:pt x="403" y="57"/>
                    </a:cubicBezTo>
                    <a:close/>
                  </a:path>
                </a:pathLst>
              </a:custGeom>
              <a:solidFill>
                <a:schemeClr val="accent1">
                  <a:alpha val="79999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3" name="Oval 48"/>
              <p:cNvSpPr>
                <a:spLocks noChangeArrowheads="1"/>
              </p:cNvSpPr>
              <p:nvPr/>
            </p:nvSpPr>
            <p:spPr bwMode="auto">
              <a:xfrm>
                <a:off x="753622" y="2224611"/>
                <a:ext cx="90881" cy="86270"/>
              </a:xfrm>
              <a:prstGeom prst="ellipse">
                <a:avLst/>
              </a:prstGeom>
              <a:solidFill>
                <a:schemeClr val="accent1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4" name="Oval 49"/>
              <p:cNvSpPr>
                <a:spLocks noChangeArrowheads="1"/>
              </p:cNvSpPr>
              <p:nvPr/>
            </p:nvSpPr>
            <p:spPr bwMode="auto">
              <a:xfrm>
                <a:off x="753622" y="2451854"/>
                <a:ext cx="90881" cy="86270"/>
              </a:xfrm>
              <a:prstGeom prst="ellipse">
                <a:avLst/>
              </a:prstGeom>
              <a:solidFill>
                <a:schemeClr val="accent1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5" name="Oval 50"/>
              <p:cNvSpPr>
                <a:spLocks noChangeArrowheads="1"/>
              </p:cNvSpPr>
              <p:nvPr/>
            </p:nvSpPr>
            <p:spPr bwMode="auto">
              <a:xfrm>
                <a:off x="753622" y="2678264"/>
                <a:ext cx="90881" cy="86898"/>
              </a:xfrm>
              <a:prstGeom prst="ellipse">
                <a:avLst/>
              </a:prstGeom>
              <a:solidFill>
                <a:schemeClr val="accent1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6" name="Oval 51"/>
              <p:cNvSpPr>
                <a:spLocks noChangeArrowheads="1"/>
              </p:cNvSpPr>
              <p:nvPr/>
            </p:nvSpPr>
            <p:spPr bwMode="auto">
              <a:xfrm>
                <a:off x="753622" y="2905299"/>
                <a:ext cx="90881" cy="86270"/>
              </a:xfrm>
              <a:prstGeom prst="ellipse">
                <a:avLst/>
              </a:prstGeom>
              <a:solidFill>
                <a:schemeClr val="accent1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7" name="Oval 52"/>
              <p:cNvSpPr>
                <a:spLocks noChangeArrowheads="1"/>
              </p:cNvSpPr>
              <p:nvPr/>
            </p:nvSpPr>
            <p:spPr bwMode="auto">
              <a:xfrm>
                <a:off x="753622" y="3132543"/>
                <a:ext cx="90881" cy="86270"/>
              </a:xfrm>
              <a:prstGeom prst="ellipse">
                <a:avLst/>
              </a:prstGeom>
              <a:solidFill>
                <a:schemeClr val="accent1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81" name="矩形 76"/>
              <p:cNvSpPr>
                <a:spLocks noChangeArrowheads="1"/>
              </p:cNvSpPr>
              <p:nvPr/>
            </p:nvSpPr>
            <p:spPr bwMode="auto">
              <a:xfrm>
                <a:off x="6115" y="216432"/>
                <a:ext cx="1614369" cy="175397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algn="just">
                  <a:spcAft>
                    <a:spcPts val="0"/>
                  </a:spcAft>
                </a:pP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介绍</a:t>
                </a:r>
                <a:r>
                  <a:rPr lang="en-US" altLang="zh-CN" b="1" kern="0" dirty="0" err="1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Matlab</a:t>
                </a:r>
                <a:r>
                  <a:rPr lang="zh-CN" altLang="en-US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等数学软件实现数学过程中的可视化、可实验性，加强教学实践环节</a:t>
                </a:r>
                <a:endParaRPr lang="zh-CN" altLang="zh-CN" sz="1400" b="1" kern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3170740" y="995363"/>
            <a:ext cx="1843081" cy="5324475"/>
            <a:chOff x="3302007" y="995363"/>
            <a:chExt cx="1843081" cy="5324475"/>
          </a:xfrm>
        </p:grpSpPr>
        <p:grpSp>
          <p:nvGrpSpPr>
            <p:cNvPr id="14" name="组合 103"/>
            <p:cNvGrpSpPr>
              <a:grpSpLocks/>
            </p:cNvGrpSpPr>
            <p:nvPr/>
          </p:nvGrpSpPr>
          <p:grpSpPr bwMode="auto">
            <a:xfrm>
              <a:off x="3641725" y="4624388"/>
              <a:ext cx="1268413" cy="1695450"/>
              <a:chOff x="0" y="0"/>
              <a:chExt cx="1267850" cy="1695988"/>
            </a:xfrm>
          </p:grpSpPr>
          <p:sp>
            <p:nvSpPr>
              <p:cNvPr id="10270" name="Freeform 16"/>
              <p:cNvSpPr>
                <a:spLocks/>
              </p:cNvSpPr>
              <p:nvPr/>
            </p:nvSpPr>
            <p:spPr bwMode="auto">
              <a:xfrm>
                <a:off x="0" y="700494"/>
                <a:ext cx="1267850" cy="995494"/>
              </a:xfrm>
              <a:custGeom>
                <a:avLst/>
                <a:gdLst>
                  <a:gd name="T0" fmla="*/ 1175382019 w 492"/>
                  <a:gd name="T1" fmla="*/ 54646217 h 404"/>
                  <a:gd name="T2" fmla="*/ 1587095911 w 492"/>
                  <a:gd name="T3" fmla="*/ 346089452 h 404"/>
                  <a:gd name="T4" fmla="*/ 1985530560 w 492"/>
                  <a:gd name="T5" fmla="*/ 0 h 404"/>
                  <a:gd name="T6" fmla="*/ 2065219551 w 492"/>
                  <a:gd name="T7" fmla="*/ 36431629 h 404"/>
                  <a:gd name="T8" fmla="*/ 2147483647 w 492"/>
                  <a:gd name="T9" fmla="*/ 267157074 h 404"/>
                  <a:gd name="T10" fmla="*/ 2147483647 w 492"/>
                  <a:gd name="T11" fmla="*/ 995767522 h 404"/>
                  <a:gd name="T12" fmla="*/ 2147483647 w 492"/>
                  <a:gd name="T13" fmla="*/ 2147483647 h 404"/>
                  <a:gd name="T14" fmla="*/ 0 w 492"/>
                  <a:gd name="T15" fmla="*/ 2147483647 h 404"/>
                  <a:gd name="T16" fmla="*/ 292185317 w 492"/>
                  <a:gd name="T17" fmla="*/ 643606543 h 404"/>
                  <a:gd name="T18" fmla="*/ 650775551 w 492"/>
                  <a:gd name="T19" fmla="*/ 255014022 h 404"/>
                  <a:gd name="T20" fmla="*/ 1175382019 w 492"/>
                  <a:gd name="T21" fmla="*/ 54646217 h 40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92"/>
                  <a:gd name="T34" fmla="*/ 0 h 404"/>
                  <a:gd name="T35" fmla="*/ 492 w 492"/>
                  <a:gd name="T36" fmla="*/ 404 h 40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92" h="404">
                    <a:moveTo>
                      <a:pt x="177" y="9"/>
                    </a:moveTo>
                    <a:cubicBezTo>
                      <a:pt x="177" y="9"/>
                      <a:pt x="190" y="61"/>
                      <a:pt x="239" y="57"/>
                    </a:cubicBezTo>
                    <a:cubicBezTo>
                      <a:pt x="288" y="52"/>
                      <a:pt x="299" y="0"/>
                      <a:pt x="299" y="0"/>
                    </a:cubicBezTo>
                    <a:cubicBezTo>
                      <a:pt x="299" y="0"/>
                      <a:pt x="307" y="0"/>
                      <a:pt x="311" y="6"/>
                    </a:cubicBezTo>
                    <a:cubicBezTo>
                      <a:pt x="311" y="6"/>
                      <a:pt x="402" y="24"/>
                      <a:pt x="417" y="44"/>
                    </a:cubicBezTo>
                    <a:cubicBezTo>
                      <a:pt x="432" y="64"/>
                      <a:pt x="456" y="97"/>
                      <a:pt x="468" y="164"/>
                    </a:cubicBezTo>
                    <a:cubicBezTo>
                      <a:pt x="479" y="230"/>
                      <a:pt x="492" y="404"/>
                      <a:pt x="492" y="404"/>
                    </a:cubicBezTo>
                    <a:cubicBezTo>
                      <a:pt x="0" y="400"/>
                      <a:pt x="0" y="400"/>
                      <a:pt x="0" y="400"/>
                    </a:cubicBezTo>
                    <a:cubicBezTo>
                      <a:pt x="0" y="400"/>
                      <a:pt x="33" y="132"/>
                      <a:pt x="44" y="106"/>
                    </a:cubicBezTo>
                    <a:cubicBezTo>
                      <a:pt x="49" y="93"/>
                      <a:pt x="50" y="57"/>
                      <a:pt x="98" y="42"/>
                    </a:cubicBezTo>
                    <a:cubicBezTo>
                      <a:pt x="145" y="28"/>
                      <a:pt x="166" y="22"/>
                      <a:pt x="177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71" name="Freeform 17"/>
              <p:cNvSpPr>
                <a:spLocks/>
              </p:cNvSpPr>
              <p:nvPr/>
            </p:nvSpPr>
            <p:spPr bwMode="auto">
              <a:xfrm>
                <a:off x="87212" y="0"/>
                <a:ext cx="1012754" cy="816201"/>
              </a:xfrm>
              <a:custGeom>
                <a:avLst/>
                <a:gdLst>
                  <a:gd name="T0" fmla="*/ 1952406784 w 393"/>
                  <a:gd name="T1" fmla="*/ 893831311 h 331"/>
                  <a:gd name="T2" fmla="*/ 1746539472 w 393"/>
                  <a:gd name="T3" fmla="*/ 1635649556 h 331"/>
                  <a:gd name="T4" fmla="*/ 1719975948 w 393"/>
                  <a:gd name="T5" fmla="*/ 1647811193 h 331"/>
                  <a:gd name="T6" fmla="*/ 2138348876 w 393"/>
                  <a:gd name="T7" fmla="*/ 1957915676 h 331"/>
                  <a:gd name="T8" fmla="*/ 2147483647 w 393"/>
                  <a:gd name="T9" fmla="*/ 1507959765 h 331"/>
                  <a:gd name="T10" fmla="*/ 2147483647 w 393"/>
                  <a:gd name="T11" fmla="*/ 1593086293 h 331"/>
                  <a:gd name="T12" fmla="*/ 2147483647 w 393"/>
                  <a:gd name="T13" fmla="*/ 1441075693 h 331"/>
                  <a:gd name="T14" fmla="*/ 2147483647 w 393"/>
                  <a:gd name="T15" fmla="*/ 1453237330 h 331"/>
                  <a:gd name="T16" fmla="*/ 1467625045 w 393"/>
                  <a:gd name="T17" fmla="*/ 85126566 h 331"/>
                  <a:gd name="T18" fmla="*/ 524627186 w 393"/>
                  <a:gd name="T19" fmla="*/ 833025591 h 331"/>
                  <a:gd name="T20" fmla="*/ 378527803 w 393"/>
                  <a:gd name="T21" fmla="*/ 930313756 h 331"/>
                  <a:gd name="T22" fmla="*/ 318759793 w 393"/>
                  <a:gd name="T23" fmla="*/ 808704783 h 331"/>
                  <a:gd name="T24" fmla="*/ 278914507 w 393"/>
                  <a:gd name="T25" fmla="*/ 1210016612 h 331"/>
                  <a:gd name="T26" fmla="*/ 119535899 w 393"/>
                  <a:gd name="T27" fmla="*/ 1161372529 h 331"/>
                  <a:gd name="T28" fmla="*/ 358605160 w 393"/>
                  <a:gd name="T29" fmla="*/ 1477558139 h 331"/>
                  <a:gd name="T30" fmla="*/ 166022066 w 393"/>
                  <a:gd name="T31" fmla="*/ 1507959765 h 331"/>
                  <a:gd name="T32" fmla="*/ 1016047390 w 393"/>
                  <a:gd name="T33" fmla="*/ 1666053649 h 331"/>
                  <a:gd name="T34" fmla="*/ 909795870 w 393"/>
                  <a:gd name="T35" fmla="*/ 1258660694 h 331"/>
                  <a:gd name="T36" fmla="*/ 1308243578 w 393"/>
                  <a:gd name="T37" fmla="*/ 620209119 h 331"/>
                  <a:gd name="T38" fmla="*/ 1832870925 w 393"/>
                  <a:gd name="T39" fmla="*/ 863429684 h 331"/>
                  <a:gd name="T40" fmla="*/ 1640287952 w 393"/>
                  <a:gd name="T41" fmla="*/ 601969129 h 331"/>
                  <a:gd name="T42" fmla="*/ 1952406784 w 393"/>
                  <a:gd name="T43" fmla="*/ 893831311 h 33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393"/>
                  <a:gd name="T67" fmla="*/ 0 h 331"/>
                  <a:gd name="T68" fmla="*/ 393 w 393"/>
                  <a:gd name="T69" fmla="*/ 331 h 331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393" h="331">
                    <a:moveTo>
                      <a:pt x="294" y="147"/>
                    </a:moveTo>
                    <a:cubicBezTo>
                      <a:pt x="301" y="223"/>
                      <a:pt x="266" y="267"/>
                      <a:pt x="263" y="269"/>
                    </a:cubicBezTo>
                    <a:cubicBezTo>
                      <a:pt x="259" y="271"/>
                      <a:pt x="259" y="271"/>
                      <a:pt x="259" y="271"/>
                    </a:cubicBezTo>
                    <a:cubicBezTo>
                      <a:pt x="259" y="271"/>
                      <a:pt x="258" y="320"/>
                      <a:pt x="322" y="322"/>
                    </a:cubicBezTo>
                    <a:cubicBezTo>
                      <a:pt x="386" y="324"/>
                      <a:pt x="389" y="265"/>
                      <a:pt x="372" y="248"/>
                    </a:cubicBezTo>
                    <a:cubicBezTo>
                      <a:pt x="372" y="248"/>
                      <a:pt x="363" y="266"/>
                      <a:pt x="348" y="262"/>
                    </a:cubicBezTo>
                    <a:cubicBezTo>
                      <a:pt x="348" y="262"/>
                      <a:pt x="370" y="255"/>
                      <a:pt x="363" y="237"/>
                    </a:cubicBezTo>
                    <a:cubicBezTo>
                      <a:pt x="363" y="237"/>
                      <a:pt x="353" y="249"/>
                      <a:pt x="342" y="239"/>
                    </a:cubicBezTo>
                    <a:cubicBezTo>
                      <a:pt x="331" y="230"/>
                      <a:pt x="393" y="28"/>
                      <a:pt x="221" y="14"/>
                    </a:cubicBezTo>
                    <a:cubicBezTo>
                      <a:pt x="221" y="14"/>
                      <a:pt x="87" y="0"/>
                      <a:pt x="79" y="137"/>
                    </a:cubicBezTo>
                    <a:cubicBezTo>
                      <a:pt x="79" y="137"/>
                      <a:pt x="75" y="157"/>
                      <a:pt x="57" y="153"/>
                    </a:cubicBezTo>
                    <a:cubicBezTo>
                      <a:pt x="40" y="148"/>
                      <a:pt x="48" y="133"/>
                      <a:pt x="48" y="133"/>
                    </a:cubicBezTo>
                    <a:cubicBezTo>
                      <a:pt x="48" y="133"/>
                      <a:pt x="0" y="164"/>
                      <a:pt x="42" y="199"/>
                    </a:cubicBezTo>
                    <a:cubicBezTo>
                      <a:pt x="42" y="199"/>
                      <a:pt x="25" y="206"/>
                      <a:pt x="18" y="191"/>
                    </a:cubicBezTo>
                    <a:cubicBezTo>
                      <a:pt x="18" y="191"/>
                      <a:pt x="14" y="244"/>
                      <a:pt x="54" y="243"/>
                    </a:cubicBezTo>
                    <a:cubicBezTo>
                      <a:pt x="54" y="243"/>
                      <a:pt x="39" y="254"/>
                      <a:pt x="25" y="248"/>
                    </a:cubicBezTo>
                    <a:cubicBezTo>
                      <a:pt x="25" y="248"/>
                      <a:pt x="74" y="331"/>
                      <a:pt x="153" y="274"/>
                    </a:cubicBezTo>
                    <a:cubicBezTo>
                      <a:pt x="153" y="274"/>
                      <a:pt x="135" y="240"/>
                      <a:pt x="137" y="207"/>
                    </a:cubicBezTo>
                    <a:cubicBezTo>
                      <a:pt x="139" y="173"/>
                      <a:pt x="191" y="147"/>
                      <a:pt x="197" y="102"/>
                    </a:cubicBezTo>
                    <a:cubicBezTo>
                      <a:pt x="197" y="102"/>
                      <a:pt x="253" y="102"/>
                      <a:pt x="276" y="142"/>
                    </a:cubicBezTo>
                    <a:cubicBezTo>
                      <a:pt x="276" y="142"/>
                      <a:pt x="268" y="112"/>
                      <a:pt x="247" y="99"/>
                    </a:cubicBezTo>
                    <a:cubicBezTo>
                      <a:pt x="247" y="99"/>
                      <a:pt x="290" y="111"/>
                      <a:pt x="294" y="147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15" name="组合 61"/>
            <p:cNvGrpSpPr>
              <a:grpSpLocks/>
            </p:cNvGrpSpPr>
            <p:nvPr/>
          </p:nvGrpSpPr>
          <p:grpSpPr bwMode="auto">
            <a:xfrm>
              <a:off x="3302007" y="995363"/>
              <a:ext cx="1843081" cy="3536950"/>
              <a:chOff x="-15870" y="0"/>
              <a:chExt cx="1843333" cy="3536745"/>
            </a:xfrm>
          </p:grpSpPr>
          <p:sp>
            <p:nvSpPr>
              <p:cNvPr id="10260" name="Freeform 25"/>
              <p:cNvSpPr>
                <a:spLocks/>
              </p:cNvSpPr>
              <p:nvPr/>
            </p:nvSpPr>
            <p:spPr bwMode="auto">
              <a:xfrm>
                <a:off x="0" y="0"/>
                <a:ext cx="1827463" cy="2457984"/>
              </a:xfrm>
              <a:custGeom>
                <a:avLst/>
                <a:gdLst>
                  <a:gd name="T0" fmla="*/ 2147483647 w 640"/>
                  <a:gd name="T1" fmla="*/ 395077225 h 997"/>
                  <a:gd name="T2" fmla="*/ 2147483647 w 640"/>
                  <a:gd name="T3" fmla="*/ 0 h 997"/>
                  <a:gd name="T4" fmla="*/ 1451299533 w 640"/>
                  <a:gd name="T5" fmla="*/ 395077225 h 997"/>
                  <a:gd name="T6" fmla="*/ 0 w 640"/>
                  <a:gd name="T7" fmla="*/ 869167398 h 997"/>
                  <a:gd name="T8" fmla="*/ 0 w 640"/>
                  <a:gd name="T9" fmla="*/ 1404041659 h 997"/>
                  <a:gd name="T10" fmla="*/ 0 w 640"/>
                  <a:gd name="T11" fmla="*/ 2147483647 h 997"/>
                  <a:gd name="T12" fmla="*/ 0 w 640"/>
                  <a:gd name="T13" fmla="*/ 2147483647 h 997"/>
                  <a:gd name="T14" fmla="*/ 1451299533 w 640"/>
                  <a:gd name="T15" fmla="*/ 2147483647 h 997"/>
                  <a:gd name="T16" fmla="*/ 2147483647 w 640"/>
                  <a:gd name="T17" fmla="*/ 2147483647 h 997"/>
                  <a:gd name="T18" fmla="*/ 2147483647 w 640"/>
                  <a:gd name="T19" fmla="*/ 2147483647 h 997"/>
                  <a:gd name="T20" fmla="*/ 2147483647 w 640"/>
                  <a:gd name="T21" fmla="*/ 2147483647 h 997"/>
                  <a:gd name="T22" fmla="*/ 2147483647 w 640"/>
                  <a:gd name="T23" fmla="*/ 2147483647 h 997"/>
                  <a:gd name="T24" fmla="*/ 2147483647 w 640"/>
                  <a:gd name="T25" fmla="*/ 1404041659 h 997"/>
                  <a:gd name="T26" fmla="*/ 2147483647 w 640"/>
                  <a:gd name="T27" fmla="*/ 869167398 h 997"/>
                  <a:gd name="T28" fmla="*/ 2147483647 w 640"/>
                  <a:gd name="T29" fmla="*/ 395077225 h 99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640"/>
                  <a:gd name="T46" fmla="*/ 0 h 997"/>
                  <a:gd name="T47" fmla="*/ 640 w 640"/>
                  <a:gd name="T48" fmla="*/ 997 h 997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640" h="997">
                    <a:moveTo>
                      <a:pt x="461" y="65"/>
                    </a:moveTo>
                    <a:cubicBezTo>
                      <a:pt x="369" y="57"/>
                      <a:pt x="319" y="0"/>
                      <a:pt x="319" y="0"/>
                    </a:cubicBezTo>
                    <a:cubicBezTo>
                      <a:pt x="319" y="0"/>
                      <a:pt x="270" y="57"/>
                      <a:pt x="178" y="65"/>
                    </a:cubicBezTo>
                    <a:cubicBezTo>
                      <a:pt x="87" y="73"/>
                      <a:pt x="0" y="112"/>
                      <a:pt x="0" y="143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0" y="765"/>
                      <a:pt x="0" y="765"/>
                      <a:pt x="0" y="765"/>
                    </a:cubicBezTo>
                    <a:cubicBezTo>
                      <a:pt x="0" y="853"/>
                      <a:pt x="0" y="853"/>
                      <a:pt x="0" y="853"/>
                    </a:cubicBezTo>
                    <a:cubicBezTo>
                      <a:pt x="0" y="884"/>
                      <a:pt x="86" y="923"/>
                      <a:pt x="178" y="932"/>
                    </a:cubicBezTo>
                    <a:cubicBezTo>
                      <a:pt x="270" y="940"/>
                      <a:pt x="319" y="997"/>
                      <a:pt x="319" y="997"/>
                    </a:cubicBezTo>
                    <a:cubicBezTo>
                      <a:pt x="319" y="997"/>
                      <a:pt x="369" y="940"/>
                      <a:pt x="461" y="932"/>
                    </a:cubicBezTo>
                    <a:cubicBezTo>
                      <a:pt x="552" y="923"/>
                      <a:pt x="640" y="884"/>
                      <a:pt x="640" y="853"/>
                    </a:cubicBezTo>
                    <a:cubicBezTo>
                      <a:pt x="640" y="765"/>
                      <a:pt x="640" y="765"/>
                      <a:pt x="640" y="765"/>
                    </a:cubicBezTo>
                    <a:cubicBezTo>
                      <a:pt x="640" y="231"/>
                      <a:pt x="640" y="231"/>
                      <a:pt x="640" y="231"/>
                    </a:cubicBezTo>
                    <a:cubicBezTo>
                      <a:pt x="640" y="143"/>
                      <a:pt x="640" y="143"/>
                      <a:pt x="640" y="143"/>
                    </a:cubicBezTo>
                    <a:cubicBezTo>
                      <a:pt x="640" y="112"/>
                      <a:pt x="553" y="73"/>
                      <a:pt x="461" y="65"/>
                    </a:cubicBezTo>
                    <a:close/>
                  </a:path>
                </a:pathLst>
              </a:custGeom>
              <a:solidFill>
                <a:schemeClr val="accent2">
                  <a:alpha val="79999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1" name="Oval 38"/>
              <p:cNvSpPr>
                <a:spLocks noChangeArrowheads="1"/>
              </p:cNvSpPr>
              <p:nvPr/>
            </p:nvSpPr>
            <p:spPr bwMode="auto">
              <a:xfrm>
                <a:off x="869165" y="2542751"/>
                <a:ext cx="90220" cy="86898"/>
              </a:xfrm>
              <a:prstGeom prst="ellipse">
                <a:avLst/>
              </a:prstGeom>
              <a:solidFill>
                <a:schemeClr val="accent2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2" name="Oval 39"/>
              <p:cNvSpPr>
                <a:spLocks noChangeArrowheads="1"/>
              </p:cNvSpPr>
              <p:nvPr/>
            </p:nvSpPr>
            <p:spPr bwMode="auto">
              <a:xfrm>
                <a:off x="869164" y="2769786"/>
                <a:ext cx="90222" cy="86270"/>
              </a:xfrm>
              <a:prstGeom prst="ellipse">
                <a:avLst/>
              </a:prstGeom>
              <a:solidFill>
                <a:schemeClr val="accent2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3" name="Oval 40"/>
              <p:cNvSpPr>
                <a:spLocks noChangeArrowheads="1"/>
              </p:cNvSpPr>
              <p:nvPr/>
            </p:nvSpPr>
            <p:spPr bwMode="auto">
              <a:xfrm>
                <a:off x="869164" y="2997031"/>
                <a:ext cx="90222" cy="86270"/>
              </a:xfrm>
              <a:prstGeom prst="ellipse">
                <a:avLst/>
              </a:prstGeom>
              <a:solidFill>
                <a:schemeClr val="accent2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4" name="Oval 41"/>
              <p:cNvSpPr>
                <a:spLocks noChangeArrowheads="1"/>
              </p:cNvSpPr>
              <p:nvPr/>
            </p:nvSpPr>
            <p:spPr bwMode="auto">
              <a:xfrm>
                <a:off x="869164" y="3223232"/>
                <a:ext cx="90222" cy="86270"/>
              </a:xfrm>
              <a:prstGeom prst="ellipse">
                <a:avLst/>
              </a:prstGeom>
              <a:solidFill>
                <a:schemeClr val="accent2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5" name="Oval 42"/>
              <p:cNvSpPr>
                <a:spLocks noChangeArrowheads="1"/>
              </p:cNvSpPr>
              <p:nvPr/>
            </p:nvSpPr>
            <p:spPr bwMode="auto">
              <a:xfrm>
                <a:off x="869164" y="3450475"/>
                <a:ext cx="90222" cy="86270"/>
              </a:xfrm>
              <a:prstGeom prst="ellipse">
                <a:avLst/>
              </a:prstGeom>
              <a:solidFill>
                <a:schemeClr val="accent2">
                  <a:alpha val="70195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0269" name="矩形 80"/>
              <p:cNvSpPr>
                <a:spLocks noChangeArrowheads="1"/>
              </p:cNvSpPr>
              <p:nvPr/>
            </p:nvSpPr>
            <p:spPr bwMode="auto">
              <a:xfrm>
                <a:off x="-15870" y="369296"/>
                <a:ext cx="1807906" cy="175422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教学重点</a:t>
                </a:r>
                <a:r>
                  <a:rPr lang="zh-CN" altLang="en-US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为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基本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知识与方法，</a:t>
                </a:r>
                <a:r>
                  <a:rPr lang="zh-CN" altLang="zh-CN" b="1" kern="0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为后续</a:t>
                </a:r>
                <a:r>
                  <a:rPr lang="zh-CN" altLang="zh-CN" b="1" kern="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宋体" panose="02010600030101010101" pitchFamily="2" charset="-122"/>
                  </a:rPr>
                  <a:t>课程和解决实际问题提供必要的数学基础</a:t>
                </a:r>
                <a:endParaRPr lang="en-US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0252" name="矩形 54"/>
          <p:cNvSpPr>
            <a:spLocks noChangeArrowheads="1"/>
          </p:cNvSpPr>
          <p:nvPr/>
        </p:nvSpPr>
        <p:spPr bwMode="auto">
          <a:xfrm>
            <a:off x="669925" y="6210300"/>
            <a:ext cx="10850563" cy="200025"/>
          </a:xfrm>
          <a:prstGeom prst="rect">
            <a:avLst/>
          </a:prstGeom>
          <a:solidFill>
            <a:srgbClr val="FBF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10257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58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10255" name="图片 5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文本框 99"/>
            <p:cNvSpPr txBox="1">
              <a:spLocks noChangeArrowheads="1"/>
            </p:cNvSpPr>
            <p:nvPr/>
          </p:nvSpPr>
          <p:spPr bwMode="auto">
            <a:xfrm>
              <a:off x="4904793" y="665072"/>
              <a:ext cx="2697991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课程设计总思路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5432188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矩形 54"/>
          <p:cNvSpPr>
            <a:spLocks noChangeArrowheads="1"/>
          </p:cNvSpPr>
          <p:nvPr/>
        </p:nvSpPr>
        <p:spPr bwMode="auto">
          <a:xfrm>
            <a:off x="669925" y="6210300"/>
            <a:ext cx="10850563" cy="200025"/>
          </a:xfrm>
          <a:prstGeom prst="rect">
            <a:avLst/>
          </a:prstGeom>
          <a:solidFill>
            <a:srgbClr val="FBF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10257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58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10255" name="图片 5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文本框 99"/>
            <p:cNvSpPr txBox="1">
              <a:spLocks noChangeArrowheads="1"/>
            </p:cNvSpPr>
            <p:nvPr/>
          </p:nvSpPr>
          <p:spPr bwMode="auto">
            <a:xfrm>
              <a:off x="4688322" y="708327"/>
              <a:ext cx="2697991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内容与学时分配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511078"/>
              </p:ext>
            </p:extLst>
          </p:nvPr>
        </p:nvGraphicFramePr>
        <p:xfrm>
          <a:off x="233476" y="2235200"/>
          <a:ext cx="7850188" cy="35696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文档" r:id="rId4" imgW="5271606" imgH="2213204" progId="Word.Document.12">
                  <p:embed/>
                </p:oleObj>
              </mc:Choice>
              <mc:Fallback>
                <p:oleObj name="文档" r:id="rId4" imgW="5271606" imgH="221320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3476" y="2235200"/>
                        <a:ext cx="7850188" cy="35696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669925" y="1527178"/>
            <a:ext cx="61808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本课程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共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r>
              <a:rPr lang="zh-CN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，基本课时安排为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</p:txBody>
      </p:sp>
      <p:pic>
        <p:nvPicPr>
          <p:cNvPr id="2110" name="Picture 62" descr="D:\lsg\职称申报(最新版)\职称评审相关材料\教材资料\新教材\封面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744" y="79288"/>
            <a:ext cx="4544256" cy="6249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05040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 bwMode="auto">
          <a:xfrm>
            <a:off x="1625601" y="653139"/>
            <a:ext cx="2670628" cy="1175657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矩阵的相似对角化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b="1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en-US" altLang="zh-CN" b="1" dirty="0" smtClean="0">
                <a:solidFill>
                  <a:srgbClr val="000099"/>
                </a:solidFill>
                <a:ea typeface="微软雅黑 Light" pitchFamily="2" charset="-122"/>
              </a:rPr>
              <a:t>  </a:t>
            </a:r>
            <a:r>
              <a:rPr lang="zh-CN" altLang="en-US" b="1" dirty="0" smtClean="0">
                <a:solidFill>
                  <a:schemeClr val="bg1"/>
                </a:solidFill>
                <a:ea typeface="微软雅黑 Light" pitchFamily="2" charset="-122"/>
              </a:rPr>
              <a:t>特征值与特征向量</a:t>
            </a:r>
            <a:endParaRPr lang="en-US" altLang="zh-CN" b="1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ea typeface="微软雅黑 Light" pitchFamily="2" charset="-122"/>
              </a:rPr>
              <a:t>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ea typeface="微软雅黑 Light" pitchFamily="2" charset="-122"/>
              </a:rPr>
              <a:t>矩阵相似对角化的条件</a:t>
            </a:r>
          </a:p>
        </p:txBody>
      </p:sp>
      <p:sp>
        <p:nvSpPr>
          <p:cNvPr id="3" name="圆角矩形 2"/>
          <p:cNvSpPr/>
          <p:nvPr/>
        </p:nvSpPr>
        <p:spPr bwMode="auto">
          <a:xfrm>
            <a:off x="8356595" y="4513942"/>
            <a:ext cx="1886857" cy="1233714"/>
          </a:xfrm>
          <a:prstGeom prst="roundRect">
            <a:avLst/>
          </a:prstGeom>
          <a:solidFill>
            <a:srgbClr val="92D05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   行列式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b="1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b="1" dirty="0" smtClean="0">
                <a:solidFill>
                  <a:schemeClr val="bg1"/>
                </a:solidFill>
                <a:ea typeface="微软雅黑 Light" pitchFamily="2" charset="-122"/>
              </a:rPr>
              <a:t>          </a:t>
            </a:r>
            <a:r>
              <a:rPr lang="zh-CN" altLang="en-US" b="1" dirty="0" smtClean="0">
                <a:solidFill>
                  <a:schemeClr val="bg1"/>
                </a:solidFill>
                <a:ea typeface="微软雅黑 Light" pitchFamily="2" charset="-122"/>
              </a:rPr>
              <a:t>计算</a:t>
            </a:r>
            <a:endParaRPr lang="en-US" altLang="zh-CN" b="1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</a:t>
            </a: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克莱姆法则</a:t>
            </a:r>
          </a:p>
        </p:txBody>
      </p:sp>
      <p:sp>
        <p:nvSpPr>
          <p:cNvPr id="4" name="圆角矩形 3"/>
          <p:cNvSpPr/>
          <p:nvPr/>
        </p:nvSpPr>
        <p:spPr bwMode="auto">
          <a:xfrm>
            <a:off x="8240481" y="638627"/>
            <a:ext cx="1683658" cy="1349828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        </a:t>
            </a:r>
            <a:r>
              <a:rPr kumimoji="0" lang="zh-CN" altLang="en-US" sz="1800" b="1" i="0" u="none" strike="noStrike" cap="none" normalizeH="0" baseline="0" dirty="0" smtClean="0">
                <a:ln>
                  <a:noFill/>
                </a:ln>
                <a:solidFill>
                  <a:srgbClr val="000099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</a:t>
            </a:r>
            <a:endParaRPr kumimoji="0" lang="en-US" altLang="zh-CN" sz="1800" b="1" i="0" u="none" strike="noStrike" cap="none" normalizeH="0" baseline="0" dirty="0" smtClean="0">
              <a:ln>
                <a:noFill/>
              </a:ln>
              <a:solidFill>
                <a:srgbClr val="000099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矩阵的概念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</a:t>
            </a:r>
            <a:r>
              <a:rPr kumimoji="0" lang="en-US" altLang="zh-CN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   </a:t>
            </a:r>
            <a:r>
              <a:rPr kumimoji="0" lang="zh-CN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anose="020F0502020204030204" pitchFamily="34" charset="0"/>
                <a:ea typeface="微软雅黑 Light" pitchFamily="2" charset="-122"/>
              </a:rPr>
              <a:t>矩阵的运算</a:t>
            </a:r>
            <a:endParaRPr kumimoji="0" lang="en-US" altLang="zh-CN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矩阵的秩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5" name="圆角矩形 4"/>
          <p:cNvSpPr/>
          <p:nvPr/>
        </p:nvSpPr>
        <p:spPr bwMode="auto">
          <a:xfrm>
            <a:off x="5315851" y="2271483"/>
            <a:ext cx="2217061" cy="1843317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000099"/>
                </a:solidFill>
                <a:ea typeface="微软雅黑 Light" pitchFamily="2" charset="-122"/>
              </a:rPr>
              <a:t>矩阵的初等变换</a:t>
            </a:r>
            <a:endParaRPr lang="en-US" altLang="zh-CN" b="1" dirty="0" smtClean="0">
              <a:solidFill>
                <a:srgbClr val="000099"/>
              </a:solidFill>
              <a:ea typeface="微软雅黑 Light" pitchFamily="2" charset="-122"/>
            </a:endParaRPr>
          </a:p>
          <a:p>
            <a:r>
              <a:rPr lang="en-US" altLang="zh-CN" b="1" dirty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000099"/>
                </a:solidFill>
                <a:ea typeface="微软雅黑 Light" pitchFamily="2" charset="-122"/>
              </a:rPr>
              <a:t>与线性方程组</a:t>
            </a:r>
            <a:endParaRPr lang="en-US" altLang="zh-CN" b="1" dirty="0" smtClean="0">
              <a:solidFill>
                <a:srgbClr val="000099"/>
              </a:solidFill>
              <a:ea typeface="微软雅黑 Light" pitchFamily="2" charset="-122"/>
            </a:endParaRPr>
          </a:p>
          <a:p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   矩阵的初等变换        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高斯消元法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解的判定定理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线性相关</a:t>
            </a:r>
            <a:r>
              <a:rPr lang="zh-CN" altLang="en-US" dirty="0">
                <a:solidFill>
                  <a:schemeClr val="bg1"/>
                </a:solidFill>
                <a:ea typeface="微软雅黑 Light" pitchFamily="2" charset="-122"/>
              </a:rPr>
              <a:t>性</a:t>
            </a:r>
            <a:endParaRPr lang="en-US" altLang="zh-CN" dirty="0">
              <a:solidFill>
                <a:schemeClr val="bg1"/>
              </a:solidFill>
              <a:ea typeface="微软雅黑 Light" pitchFamily="2" charset="-122"/>
            </a:endParaRPr>
          </a:p>
        </p:txBody>
      </p:sp>
      <p:sp>
        <p:nvSpPr>
          <p:cNvPr id="6" name="圆角矩形 5"/>
          <p:cNvSpPr/>
          <p:nvPr/>
        </p:nvSpPr>
        <p:spPr bwMode="auto">
          <a:xfrm>
            <a:off x="1625601" y="4804228"/>
            <a:ext cx="2540000" cy="1175657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dirty="0">
                <a:ea typeface="微软雅黑 Light" pitchFamily="2" charset="-122"/>
              </a:rPr>
              <a:t> </a:t>
            </a:r>
            <a:r>
              <a:rPr lang="en-US" altLang="zh-CN" dirty="0" smtClean="0"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  <a:ea typeface="微软雅黑 Light" pitchFamily="2" charset="-122"/>
              </a:rPr>
              <a:t>线性空间与线性变换</a:t>
            </a:r>
            <a:endParaRPr lang="en-US" altLang="zh-CN" b="1" dirty="0" smtClean="0">
              <a:solidFill>
                <a:srgbClr val="FF0000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      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线性空间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       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线性变换</a:t>
            </a:r>
            <a:r>
              <a:rPr lang="en-US" altLang="zh-CN" dirty="0" smtClean="0">
                <a:solidFill>
                  <a:schemeClr val="bg1"/>
                </a:solidFill>
                <a:ea typeface="微软雅黑 Light" pitchFamily="2" charset="-122"/>
              </a:rPr>
              <a:t>  </a:t>
            </a:r>
            <a:endParaRPr kumimoji="0" lang="zh-CN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7" name="圆角矩形 6"/>
          <p:cNvSpPr/>
          <p:nvPr/>
        </p:nvSpPr>
        <p:spPr bwMode="auto">
          <a:xfrm>
            <a:off x="1625601" y="2721428"/>
            <a:ext cx="2271485" cy="1436914"/>
          </a:xfrm>
          <a:prstGeom prst="round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b="1" dirty="0">
                <a:solidFill>
                  <a:srgbClr val="FF0000"/>
                </a:solidFill>
                <a:ea typeface="微软雅黑 Light" pitchFamily="2" charset="-122"/>
              </a:rPr>
              <a:t> </a:t>
            </a:r>
            <a:r>
              <a:rPr lang="zh-CN" altLang="en-US" b="1" dirty="0" smtClean="0">
                <a:solidFill>
                  <a:srgbClr val="FF0000"/>
                </a:solidFill>
                <a:ea typeface="微软雅黑 Light" pitchFamily="2" charset="-122"/>
              </a:rPr>
              <a:t>二次型</a:t>
            </a:r>
            <a:endParaRPr lang="en-US" altLang="zh-CN" b="1" dirty="0" smtClean="0">
              <a:solidFill>
                <a:srgbClr val="FF0000"/>
              </a:solidFill>
              <a:ea typeface="微软雅黑 Light" pitchFamily="2" charset="-122"/>
            </a:endParaRPr>
          </a:p>
          <a:p>
            <a:r>
              <a:rPr lang="en-US" altLang="zh-CN" dirty="0" smtClean="0">
                <a:solidFill>
                  <a:srgbClr val="000099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二次型的矩阵表示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化二次型为标准形</a:t>
            </a:r>
            <a:endParaRPr lang="en-US" altLang="zh-CN" dirty="0" smtClean="0">
              <a:solidFill>
                <a:schemeClr val="bg1"/>
              </a:solidFill>
              <a:ea typeface="微软雅黑 Light" pitchFamily="2" charset="-122"/>
            </a:endParaRPr>
          </a:p>
          <a:p>
            <a:r>
              <a:rPr lang="en-US" altLang="zh-CN" dirty="0">
                <a:solidFill>
                  <a:schemeClr val="bg1"/>
                </a:solidFill>
                <a:ea typeface="微软雅黑 Light" pitchFamily="2" charset="-122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ea typeface="微软雅黑 Light" pitchFamily="2" charset="-122"/>
              </a:rPr>
              <a:t>正定二次型</a:t>
            </a:r>
            <a:endParaRPr lang="en-US" altLang="zh-CN" dirty="0">
              <a:solidFill>
                <a:schemeClr val="bg1"/>
              </a:solidFill>
              <a:ea typeface="微软雅黑 Light" pitchFamily="2" charset="-122"/>
            </a:endParaRPr>
          </a:p>
        </p:txBody>
      </p:sp>
      <p:sp>
        <p:nvSpPr>
          <p:cNvPr id="33" name="下箭头 32"/>
          <p:cNvSpPr/>
          <p:nvPr/>
        </p:nvSpPr>
        <p:spPr bwMode="auto">
          <a:xfrm>
            <a:off x="2728686" y="1828796"/>
            <a:ext cx="566057" cy="849090"/>
          </a:xfrm>
          <a:prstGeom prst="down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6" name="直角双向箭头 35"/>
          <p:cNvSpPr/>
          <p:nvPr/>
        </p:nvSpPr>
        <p:spPr bwMode="auto">
          <a:xfrm>
            <a:off x="4605194" y="4158343"/>
            <a:ext cx="2080990" cy="1589314"/>
          </a:xfrm>
          <a:prstGeom prst="leftUpArrow">
            <a:avLst>
              <a:gd name="adj1" fmla="val 15868"/>
              <a:gd name="adj2" fmla="val 25000"/>
              <a:gd name="adj3" fmla="val 25000"/>
            </a:avLst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7" name="左箭头 36"/>
          <p:cNvSpPr/>
          <p:nvPr/>
        </p:nvSpPr>
        <p:spPr bwMode="auto">
          <a:xfrm>
            <a:off x="4096657" y="3131458"/>
            <a:ext cx="1190171" cy="529769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39" name="左箭头 38"/>
          <p:cNvSpPr/>
          <p:nvPr/>
        </p:nvSpPr>
        <p:spPr bwMode="auto">
          <a:xfrm rot="2065706">
            <a:off x="7285734" y="4048039"/>
            <a:ext cx="1140005" cy="638628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0" name="下箭头 39"/>
          <p:cNvSpPr/>
          <p:nvPr/>
        </p:nvSpPr>
        <p:spPr bwMode="auto">
          <a:xfrm>
            <a:off x="9044206" y="2116077"/>
            <a:ext cx="511633" cy="2251276"/>
          </a:xfrm>
          <a:prstGeom prst="down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1" name="左箭头 40"/>
          <p:cNvSpPr/>
          <p:nvPr/>
        </p:nvSpPr>
        <p:spPr bwMode="auto">
          <a:xfrm>
            <a:off x="4590135" y="976082"/>
            <a:ext cx="3459847" cy="529769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2" name="左箭头 41"/>
          <p:cNvSpPr/>
          <p:nvPr/>
        </p:nvSpPr>
        <p:spPr bwMode="auto">
          <a:xfrm rot="19520526">
            <a:off x="7317750" y="1944896"/>
            <a:ext cx="1075971" cy="468627"/>
          </a:xfrm>
          <a:prstGeom prst="leftArrow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微软雅黑 Light" pitchFamily="2" charset="-122"/>
            </a:endParaRPr>
          </a:p>
        </p:txBody>
      </p:sp>
      <p:sp>
        <p:nvSpPr>
          <p:cNvPr id="43" name="文本框 99"/>
          <p:cNvSpPr txBox="1">
            <a:spLocks noChangeArrowheads="1"/>
          </p:cNvSpPr>
          <p:nvPr/>
        </p:nvSpPr>
        <p:spPr bwMode="auto">
          <a:xfrm>
            <a:off x="5516633" y="6247355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知识结构框图</a:t>
            </a:r>
            <a:endParaRPr lang="zh-CN" altLang="en-US" sz="2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195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33" grpId="0" animBg="1"/>
      <p:bldP spid="36" grpId="0" animBg="1"/>
      <p:bldP spid="37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矩形 54"/>
          <p:cNvSpPr>
            <a:spLocks noChangeArrowheads="1"/>
          </p:cNvSpPr>
          <p:nvPr/>
        </p:nvSpPr>
        <p:spPr bwMode="auto">
          <a:xfrm>
            <a:off x="669925" y="6210300"/>
            <a:ext cx="10850563" cy="200025"/>
          </a:xfrm>
          <a:prstGeom prst="rect">
            <a:avLst/>
          </a:prstGeom>
          <a:solidFill>
            <a:srgbClr val="FBF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17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10257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258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10255" name="图片 5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56" name="文本框 99"/>
            <p:cNvSpPr txBox="1">
              <a:spLocks noChangeArrowheads="1"/>
            </p:cNvSpPr>
            <p:nvPr/>
          </p:nvSpPr>
          <p:spPr bwMode="auto">
            <a:xfrm>
              <a:off x="4688322" y="708327"/>
              <a:ext cx="3775136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教学重难点分析与处理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4549698" y="1753891"/>
            <a:ext cx="820002" cy="3122342"/>
            <a:chOff x="4549698" y="1594624"/>
            <a:chExt cx="820002" cy="3122342"/>
          </a:xfrm>
        </p:grpSpPr>
        <p:sp>
          <p:nvSpPr>
            <p:cNvPr id="3" name="圆角矩形 2"/>
            <p:cNvSpPr/>
            <p:nvPr/>
          </p:nvSpPr>
          <p:spPr bwMode="auto">
            <a:xfrm>
              <a:off x="4549698" y="1594624"/>
              <a:ext cx="820002" cy="3122342"/>
            </a:xfrm>
            <a:prstGeom prst="round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4682700" y="2371424"/>
              <a:ext cx="553998" cy="154643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教学重点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561997" y="1718968"/>
            <a:ext cx="820002" cy="3122342"/>
            <a:chOff x="6561997" y="1532194"/>
            <a:chExt cx="820002" cy="3122342"/>
          </a:xfrm>
        </p:grpSpPr>
        <p:sp>
          <p:nvSpPr>
            <p:cNvPr id="16" name="圆角矩形 15"/>
            <p:cNvSpPr/>
            <p:nvPr/>
          </p:nvSpPr>
          <p:spPr bwMode="auto">
            <a:xfrm>
              <a:off x="6561997" y="1532194"/>
              <a:ext cx="820002" cy="3122342"/>
            </a:xfrm>
            <a:prstGeom prst="roundRect">
              <a:avLst/>
            </a:prstGeom>
            <a:solidFill>
              <a:srgbClr val="00006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</a:pPr>
              <a:endParaRPr kumimoji="0" lang="zh-CN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微软雅黑 Light" pitchFamily="2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6694999" y="2351809"/>
              <a:ext cx="553998" cy="1483113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教学难点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" name="矩形 19"/>
          <p:cNvSpPr>
            <a:spLocks noChangeArrowheads="1"/>
          </p:cNvSpPr>
          <p:nvPr/>
        </p:nvSpPr>
        <p:spPr bwMode="auto">
          <a:xfrm>
            <a:off x="7834829" y="2946929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矩形 19"/>
          <p:cNvSpPr>
            <a:spLocks noChangeArrowheads="1"/>
          </p:cNvSpPr>
          <p:nvPr/>
        </p:nvSpPr>
        <p:spPr bwMode="auto">
          <a:xfrm>
            <a:off x="7834829" y="3784042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矩形 19"/>
          <p:cNvSpPr>
            <a:spLocks noChangeArrowheads="1"/>
          </p:cNvSpPr>
          <p:nvPr/>
        </p:nvSpPr>
        <p:spPr bwMode="auto">
          <a:xfrm>
            <a:off x="7739862" y="4601689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矩形 18"/>
          <p:cNvSpPr>
            <a:spLocks noChangeArrowheads="1"/>
          </p:cNvSpPr>
          <p:nvPr/>
        </p:nvSpPr>
        <p:spPr bwMode="auto">
          <a:xfrm>
            <a:off x="484400" y="2208164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4" name="矩形 18"/>
          <p:cNvSpPr>
            <a:spLocks noChangeArrowheads="1"/>
          </p:cNvSpPr>
          <p:nvPr/>
        </p:nvSpPr>
        <p:spPr bwMode="auto">
          <a:xfrm>
            <a:off x="484400" y="4046528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7" name="矩形 19"/>
          <p:cNvSpPr>
            <a:spLocks noChangeArrowheads="1"/>
          </p:cNvSpPr>
          <p:nvPr/>
        </p:nvSpPr>
        <p:spPr bwMode="auto">
          <a:xfrm>
            <a:off x="7739862" y="2032781"/>
            <a:ext cx="3780626" cy="45701"/>
          </a:xfrm>
          <a:prstGeom prst="rect">
            <a:avLst/>
          </a:prstGeom>
          <a:solidFill>
            <a:srgbClr val="C63E5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9811" y="1848115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矩阵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的计算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与矩阵的初等变换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969061" y="4092229"/>
            <a:ext cx="285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特征值与特征向量的性质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739862" y="1569225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分块矩阵的计算与应用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834829" y="2382229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向量组的线性相关性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834829" y="323321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含参数线性方程组的求解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矩形 18"/>
          <p:cNvSpPr>
            <a:spLocks noChangeArrowheads="1"/>
          </p:cNvSpPr>
          <p:nvPr/>
        </p:nvSpPr>
        <p:spPr bwMode="auto">
          <a:xfrm>
            <a:off x="485187" y="4889405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6" name="矩形 18"/>
          <p:cNvSpPr>
            <a:spLocks noChangeArrowheads="1"/>
          </p:cNvSpPr>
          <p:nvPr/>
        </p:nvSpPr>
        <p:spPr bwMode="auto">
          <a:xfrm>
            <a:off x="484400" y="3168781"/>
            <a:ext cx="3779939" cy="45701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79023" y="275156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线性方程组的求解与判定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79022" y="3602543"/>
            <a:ext cx="39706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矩阵的相似对角化及应用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3"/>
          <p:cNvSpPr txBox="1"/>
          <p:nvPr/>
        </p:nvSpPr>
        <p:spPr>
          <a:xfrm>
            <a:off x="641583" y="4293931"/>
            <a:ext cx="3590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正定二次型的判定与应用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8348811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8" grpId="0"/>
      <p:bldP spid="29" grpId="0"/>
      <p:bldP spid="31" grpId="0"/>
      <p:bldP spid="32" grpId="0"/>
      <p:bldP spid="33" grpId="0"/>
      <p:bldP spid="35" grpId="0" animBg="1"/>
      <p:bldP spid="36" grpId="0" animBg="1"/>
      <p:bldP spid="37" grpId="0"/>
      <p:bldP spid="38" grpId="0"/>
      <p:bldP spid="3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36" name="组合 36"/>
          <p:cNvGrpSpPr>
            <a:grpSpLocks/>
          </p:cNvGrpSpPr>
          <p:nvPr/>
        </p:nvGrpSpPr>
        <p:grpSpPr bwMode="auto">
          <a:xfrm>
            <a:off x="1861925" y="2155004"/>
            <a:ext cx="1102451" cy="1073020"/>
            <a:chOff x="0" y="0"/>
            <a:chExt cx="1667430" cy="1571623"/>
          </a:xfrm>
        </p:grpSpPr>
        <p:pic>
          <p:nvPicPr>
            <p:cNvPr id="9239" name="组合 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3392" y="-33258"/>
              <a:ext cx="1688592" cy="168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40" name="Freeform 71"/>
            <p:cNvSpPr>
              <a:spLocks noEditPoints="1"/>
            </p:cNvSpPr>
            <p:nvPr/>
          </p:nvSpPr>
          <p:spPr bwMode="auto">
            <a:xfrm>
              <a:off x="484373" y="485814"/>
              <a:ext cx="543067" cy="598535"/>
            </a:xfrm>
            <a:custGeom>
              <a:avLst/>
              <a:gdLst>
                <a:gd name="T0" fmla="*/ 498152 w 110"/>
                <a:gd name="T1" fmla="*/ 93234 h 122"/>
                <a:gd name="T2" fmla="*/ 212085 w 110"/>
                <a:gd name="T3" fmla="*/ 93234 h 122"/>
                <a:gd name="T4" fmla="*/ 325525 w 110"/>
                <a:gd name="T5" fmla="*/ 9814 h 122"/>
                <a:gd name="T6" fmla="*/ 379779 w 110"/>
                <a:gd name="T7" fmla="*/ 9814 h 122"/>
                <a:gd name="T8" fmla="*/ 498152 w 110"/>
                <a:gd name="T9" fmla="*/ 93234 h 122"/>
                <a:gd name="T10" fmla="*/ 503084 w 110"/>
                <a:gd name="T11" fmla="*/ 127584 h 122"/>
                <a:gd name="T12" fmla="*/ 207152 w 110"/>
                <a:gd name="T13" fmla="*/ 127584 h 122"/>
                <a:gd name="T14" fmla="*/ 167695 w 110"/>
                <a:gd name="T15" fmla="*/ 314052 h 122"/>
                <a:gd name="T16" fmla="*/ 335390 w 110"/>
                <a:gd name="T17" fmla="*/ 598662 h 122"/>
                <a:gd name="T18" fmla="*/ 340322 w 110"/>
                <a:gd name="T19" fmla="*/ 598662 h 122"/>
                <a:gd name="T20" fmla="*/ 340322 w 110"/>
                <a:gd name="T21" fmla="*/ 387658 h 122"/>
                <a:gd name="T22" fmla="*/ 305796 w 110"/>
                <a:gd name="T23" fmla="*/ 343495 h 122"/>
                <a:gd name="T24" fmla="*/ 355118 w 110"/>
                <a:gd name="T25" fmla="*/ 294424 h 122"/>
                <a:gd name="T26" fmla="*/ 404440 w 110"/>
                <a:gd name="T27" fmla="*/ 343495 h 122"/>
                <a:gd name="T28" fmla="*/ 369915 w 110"/>
                <a:gd name="T29" fmla="*/ 387658 h 122"/>
                <a:gd name="T30" fmla="*/ 369915 w 110"/>
                <a:gd name="T31" fmla="*/ 598662 h 122"/>
                <a:gd name="T32" fmla="*/ 374847 w 110"/>
                <a:gd name="T33" fmla="*/ 598662 h 122"/>
                <a:gd name="T34" fmla="*/ 542542 w 110"/>
                <a:gd name="T35" fmla="*/ 314052 h 122"/>
                <a:gd name="T36" fmla="*/ 503084 w 110"/>
                <a:gd name="T37" fmla="*/ 127584 h 122"/>
                <a:gd name="T38" fmla="*/ 281135 w 110"/>
                <a:gd name="T39" fmla="*/ 569220 h 122"/>
                <a:gd name="T40" fmla="*/ 4932 w 110"/>
                <a:gd name="T41" fmla="*/ 569220 h 122"/>
                <a:gd name="T42" fmla="*/ 0 w 110"/>
                <a:gd name="T43" fmla="*/ 583941 h 122"/>
                <a:gd name="T44" fmla="*/ 4932 w 110"/>
                <a:gd name="T45" fmla="*/ 598662 h 122"/>
                <a:gd name="T46" fmla="*/ 281135 w 110"/>
                <a:gd name="T47" fmla="*/ 598662 h 122"/>
                <a:gd name="T48" fmla="*/ 291000 w 110"/>
                <a:gd name="T49" fmla="*/ 583941 h 122"/>
                <a:gd name="T50" fmla="*/ 281135 w 110"/>
                <a:gd name="T51" fmla="*/ 569220 h 122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0" h="122">
                  <a:moveTo>
                    <a:pt x="101" y="19"/>
                  </a:moveTo>
                  <a:cubicBezTo>
                    <a:pt x="43" y="19"/>
                    <a:pt x="43" y="19"/>
                    <a:pt x="43" y="19"/>
                  </a:cubicBezTo>
                  <a:cubicBezTo>
                    <a:pt x="43" y="0"/>
                    <a:pt x="44" y="2"/>
                    <a:pt x="66" y="2"/>
                  </a:cubicBezTo>
                  <a:cubicBezTo>
                    <a:pt x="77" y="2"/>
                    <a:pt x="77" y="2"/>
                    <a:pt x="77" y="2"/>
                  </a:cubicBezTo>
                  <a:cubicBezTo>
                    <a:pt x="100" y="2"/>
                    <a:pt x="101" y="0"/>
                    <a:pt x="101" y="19"/>
                  </a:cubicBezTo>
                  <a:close/>
                  <a:moveTo>
                    <a:pt x="102" y="26"/>
                  </a:moveTo>
                  <a:cubicBezTo>
                    <a:pt x="42" y="26"/>
                    <a:pt x="42" y="26"/>
                    <a:pt x="42" y="26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64" y="64"/>
                    <a:pt x="58" y="122"/>
                    <a:pt x="68" y="122"/>
                  </a:cubicBezTo>
                  <a:cubicBezTo>
                    <a:pt x="68" y="122"/>
                    <a:pt x="69" y="122"/>
                    <a:pt x="69" y="122"/>
                  </a:cubicBezTo>
                  <a:cubicBezTo>
                    <a:pt x="69" y="79"/>
                    <a:pt x="69" y="79"/>
                    <a:pt x="69" y="79"/>
                  </a:cubicBezTo>
                  <a:cubicBezTo>
                    <a:pt x="65" y="78"/>
                    <a:pt x="62" y="74"/>
                    <a:pt x="62" y="70"/>
                  </a:cubicBezTo>
                  <a:cubicBezTo>
                    <a:pt x="62" y="65"/>
                    <a:pt x="67" y="60"/>
                    <a:pt x="72" y="60"/>
                  </a:cubicBezTo>
                  <a:cubicBezTo>
                    <a:pt x="77" y="60"/>
                    <a:pt x="82" y="65"/>
                    <a:pt x="82" y="70"/>
                  </a:cubicBezTo>
                  <a:cubicBezTo>
                    <a:pt x="82" y="74"/>
                    <a:pt x="79" y="78"/>
                    <a:pt x="75" y="79"/>
                  </a:cubicBezTo>
                  <a:cubicBezTo>
                    <a:pt x="75" y="122"/>
                    <a:pt x="75" y="122"/>
                    <a:pt x="75" y="122"/>
                  </a:cubicBezTo>
                  <a:cubicBezTo>
                    <a:pt x="75" y="122"/>
                    <a:pt x="76" y="122"/>
                    <a:pt x="76" y="122"/>
                  </a:cubicBezTo>
                  <a:cubicBezTo>
                    <a:pt x="85" y="122"/>
                    <a:pt x="79" y="64"/>
                    <a:pt x="110" y="64"/>
                  </a:cubicBezTo>
                  <a:lnTo>
                    <a:pt x="102" y="26"/>
                  </a:lnTo>
                  <a:close/>
                  <a:moveTo>
                    <a:pt x="57" y="116"/>
                  </a:moveTo>
                  <a:cubicBezTo>
                    <a:pt x="1" y="116"/>
                    <a:pt x="1" y="116"/>
                    <a:pt x="1" y="116"/>
                  </a:cubicBezTo>
                  <a:cubicBezTo>
                    <a:pt x="0" y="116"/>
                    <a:pt x="0" y="117"/>
                    <a:pt x="0" y="119"/>
                  </a:cubicBezTo>
                  <a:cubicBezTo>
                    <a:pt x="0" y="121"/>
                    <a:pt x="0" y="122"/>
                    <a:pt x="1" y="122"/>
                  </a:cubicBezTo>
                  <a:cubicBezTo>
                    <a:pt x="57" y="122"/>
                    <a:pt x="57" y="122"/>
                    <a:pt x="57" y="122"/>
                  </a:cubicBezTo>
                  <a:cubicBezTo>
                    <a:pt x="58" y="122"/>
                    <a:pt x="59" y="121"/>
                    <a:pt x="59" y="119"/>
                  </a:cubicBezTo>
                  <a:cubicBezTo>
                    <a:pt x="59" y="117"/>
                    <a:pt x="58" y="116"/>
                    <a:pt x="57" y="11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25400" dir="5400000" algn="ctr" rotWithShape="0">
                <a:srgbClr val="000000">
                  <a:alpha val="39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微软雅黑 Light" pitchFamily="2" charset="-122"/>
              </a:endParaRPr>
            </a:p>
          </p:txBody>
        </p:sp>
      </p:grpSp>
      <p:sp>
        <p:nvSpPr>
          <p:cNvPr id="9237" name="矩形 42"/>
          <p:cNvSpPr>
            <a:spLocks noChangeArrowheads="1"/>
          </p:cNvSpPr>
          <p:nvPr/>
        </p:nvSpPr>
        <p:spPr bwMode="auto">
          <a:xfrm>
            <a:off x="1269402" y="3545115"/>
            <a:ext cx="2345167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采用分层教学，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授课班级的学生基础情况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，针对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不同情况调整教学内容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31" name="组合 38"/>
          <p:cNvGrpSpPr>
            <a:grpSpLocks/>
          </p:cNvGrpSpPr>
          <p:nvPr/>
        </p:nvGrpSpPr>
        <p:grpSpPr bwMode="auto">
          <a:xfrm>
            <a:off x="5831199" y="2154274"/>
            <a:ext cx="1102451" cy="1073020"/>
            <a:chOff x="0" y="0"/>
            <a:chExt cx="1667430" cy="1571623"/>
          </a:xfrm>
        </p:grpSpPr>
        <p:pic>
          <p:nvPicPr>
            <p:cNvPr id="9234" name="组合 1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0441" y="-33258"/>
              <a:ext cx="1688592" cy="168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35" name="Freeform 67"/>
            <p:cNvSpPr>
              <a:spLocks noEditPoints="1"/>
            </p:cNvSpPr>
            <p:nvPr/>
          </p:nvSpPr>
          <p:spPr bwMode="auto">
            <a:xfrm>
              <a:off x="458966" y="506453"/>
              <a:ext cx="617700" cy="617588"/>
            </a:xfrm>
            <a:custGeom>
              <a:avLst/>
              <a:gdLst>
                <a:gd name="T0" fmla="*/ 612358 w 122"/>
                <a:gd name="T1" fmla="*/ 556687 h 122"/>
                <a:gd name="T2" fmla="*/ 460534 w 122"/>
                <a:gd name="T3" fmla="*/ 399803 h 122"/>
                <a:gd name="T4" fmla="*/ 445351 w 122"/>
                <a:gd name="T5" fmla="*/ 399803 h 122"/>
                <a:gd name="T6" fmla="*/ 394743 w 122"/>
                <a:gd name="T7" fmla="*/ 349195 h 122"/>
                <a:gd name="T8" fmla="*/ 344135 w 122"/>
                <a:gd name="T9" fmla="*/ 298587 h 122"/>
                <a:gd name="T10" fmla="*/ 344135 w 122"/>
                <a:gd name="T11" fmla="*/ 298587 h 122"/>
                <a:gd name="T12" fmla="*/ 379561 w 122"/>
                <a:gd name="T13" fmla="*/ 187249 h 122"/>
                <a:gd name="T14" fmla="*/ 192311 w 122"/>
                <a:gd name="T15" fmla="*/ 0 h 122"/>
                <a:gd name="T16" fmla="*/ 0 w 122"/>
                <a:gd name="T17" fmla="*/ 187249 h 122"/>
                <a:gd name="T18" fmla="*/ 192311 w 122"/>
                <a:gd name="T19" fmla="*/ 374499 h 122"/>
                <a:gd name="T20" fmla="*/ 298588 w 122"/>
                <a:gd name="T21" fmla="*/ 339073 h 122"/>
                <a:gd name="T22" fmla="*/ 298588 w 122"/>
                <a:gd name="T23" fmla="*/ 339073 h 122"/>
                <a:gd name="T24" fmla="*/ 349196 w 122"/>
                <a:gd name="T25" fmla="*/ 389681 h 122"/>
                <a:gd name="T26" fmla="*/ 404865 w 122"/>
                <a:gd name="T27" fmla="*/ 445350 h 122"/>
                <a:gd name="T28" fmla="*/ 404865 w 122"/>
                <a:gd name="T29" fmla="*/ 455472 h 122"/>
                <a:gd name="T30" fmla="*/ 556689 w 122"/>
                <a:gd name="T31" fmla="*/ 607295 h 122"/>
                <a:gd name="T32" fmla="*/ 592115 w 122"/>
                <a:gd name="T33" fmla="*/ 592113 h 122"/>
                <a:gd name="T34" fmla="*/ 597176 w 122"/>
                <a:gd name="T35" fmla="*/ 592113 h 122"/>
                <a:gd name="T36" fmla="*/ 612358 w 122"/>
                <a:gd name="T37" fmla="*/ 556687 h 122"/>
                <a:gd name="T38" fmla="*/ 192311 w 122"/>
                <a:gd name="T39" fmla="*/ 334012 h 122"/>
                <a:gd name="T40" fmla="*/ 45547 w 122"/>
                <a:gd name="T41" fmla="*/ 187249 h 122"/>
                <a:gd name="T42" fmla="*/ 192311 w 122"/>
                <a:gd name="T43" fmla="*/ 40486 h 122"/>
                <a:gd name="T44" fmla="*/ 339074 w 122"/>
                <a:gd name="T45" fmla="*/ 187249 h 122"/>
                <a:gd name="T46" fmla="*/ 192311 w 122"/>
                <a:gd name="T47" fmla="*/ 334012 h 12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22" h="122">
                  <a:moveTo>
                    <a:pt x="121" y="110"/>
                  </a:moveTo>
                  <a:cubicBezTo>
                    <a:pt x="91" y="79"/>
                    <a:pt x="91" y="79"/>
                    <a:pt x="91" y="79"/>
                  </a:cubicBezTo>
                  <a:cubicBezTo>
                    <a:pt x="90" y="79"/>
                    <a:pt x="89" y="79"/>
                    <a:pt x="88" y="79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68" y="59"/>
                    <a:pt x="68" y="59"/>
                    <a:pt x="68" y="59"/>
                  </a:cubicBezTo>
                  <a:cubicBezTo>
                    <a:pt x="72" y="53"/>
                    <a:pt x="75" y="45"/>
                    <a:pt x="75" y="37"/>
                  </a:cubicBezTo>
                  <a:cubicBezTo>
                    <a:pt x="75" y="17"/>
                    <a:pt x="58" y="0"/>
                    <a:pt x="38" y="0"/>
                  </a:cubicBezTo>
                  <a:cubicBezTo>
                    <a:pt x="17" y="0"/>
                    <a:pt x="0" y="17"/>
                    <a:pt x="0" y="37"/>
                  </a:cubicBezTo>
                  <a:cubicBezTo>
                    <a:pt x="0" y="58"/>
                    <a:pt x="17" y="74"/>
                    <a:pt x="38" y="74"/>
                  </a:cubicBezTo>
                  <a:cubicBezTo>
                    <a:pt x="46" y="74"/>
                    <a:pt x="53" y="72"/>
                    <a:pt x="59" y="67"/>
                  </a:cubicBezTo>
                  <a:cubicBezTo>
                    <a:pt x="59" y="67"/>
                    <a:pt x="59" y="67"/>
                    <a:pt x="59" y="67"/>
                  </a:cubicBezTo>
                  <a:cubicBezTo>
                    <a:pt x="69" y="77"/>
                    <a:pt x="69" y="77"/>
                    <a:pt x="69" y="77"/>
                  </a:cubicBezTo>
                  <a:cubicBezTo>
                    <a:pt x="80" y="88"/>
                    <a:pt x="80" y="88"/>
                    <a:pt x="80" y="88"/>
                  </a:cubicBezTo>
                  <a:cubicBezTo>
                    <a:pt x="79" y="89"/>
                    <a:pt x="79" y="90"/>
                    <a:pt x="80" y="90"/>
                  </a:cubicBezTo>
                  <a:cubicBezTo>
                    <a:pt x="110" y="120"/>
                    <a:pt x="110" y="120"/>
                    <a:pt x="110" y="120"/>
                  </a:cubicBezTo>
                  <a:cubicBezTo>
                    <a:pt x="111" y="122"/>
                    <a:pt x="115" y="120"/>
                    <a:pt x="117" y="117"/>
                  </a:cubicBezTo>
                  <a:cubicBezTo>
                    <a:pt x="118" y="117"/>
                    <a:pt x="118" y="117"/>
                    <a:pt x="118" y="117"/>
                  </a:cubicBezTo>
                  <a:cubicBezTo>
                    <a:pt x="121" y="114"/>
                    <a:pt x="122" y="111"/>
                    <a:pt x="121" y="110"/>
                  </a:cubicBezTo>
                  <a:close/>
                  <a:moveTo>
                    <a:pt x="38" y="66"/>
                  </a:moveTo>
                  <a:cubicBezTo>
                    <a:pt x="22" y="66"/>
                    <a:pt x="9" y="53"/>
                    <a:pt x="9" y="37"/>
                  </a:cubicBezTo>
                  <a:cubicBezTo>
                    <a:pt x="9" y="21"/>
                    <a:pt x="22" y="8"/>
                    <a:pt x="38" y="8"/>
                  </a:cubicBezTo>
                  <a:cubicBezTo>
                    <a:pt x="54" y="8"/>
                    <a:pt x="67" y="21"/>
                    <a:pt x="67" y="37"/>
                  </a:cubicBezTo>
                  <a:cubicBezTo>
                    <a:pt x="67" y="53"/>
                    <a:pt x="54" y="66"/>
                    <a:pt x="38" y="66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>
              <a:outerShdw dist="25400" dir="5400000" algn="ctr" rotWithShape="0">
                <a:srgbClr val="000000">
                  <a:alpha val="39000"/>
                </a:srgbClr>
              </a:outerShdw>
            </a:effectLst>
          </p:spPr>
          <p:txBody>
            <a:bodyPr/>
            <a:lstStyle/>
            <a:p>
              <a:pPr>
                <a:defRPr/>
              </a:pPr>
              <a:endParaRPr lang="zh-CN" altLang="en-US">
                <a:ea typeface="微软雅黑 Light" pitchFamily="2" charset="-122"/>
              </a:endParaRPr>
            </a:p>
          </p:txBody>
        </p:sp>
      </p:grpSp>
      <p:sp>
        <p:nvSpPr>
          <p:cNvPr id="9232" name="矩形 43"/>
          <p:cNvSpPr>
            <a:spLocks noChangeArrowheads="1"/>
          </p:cNvSpPr>
          <p:nvPr/>
        </p:nvSpPr>
        <p:spPr bwMode="auto">
          <a:xfrm>
            <a:off x="5282006" y="3511860"/>
            <a:ext cx="2301838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lnSpc>
                <a:spcPct val="120000"/>
              </a:lnSpc>
              <a:buFont typeface="Arial" panose="020B0604020202020204" pitchFamily="34" charset="0"/>
              <a:buNone/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掌握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学生学习状况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加强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与学生的</a:t>
            </a:r>
            <a:r>
              <a:rPr lang="zh-CN" altLang="zh-CN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沟通交流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及时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了解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学生对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所学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知识的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226" name="组合 37"/>
          <p:cNvGrpSpPr>
            <a:grpSpLocks/>
          </p:cNvGrpSpPr>
          <p:nvPr/>
        </p:nvGrpSpPr>
        <p:grpSpPr bwMode="auto">
          <a:xfrm>
            <a:off x="9482248" y="2154274"/>
            <a:ext cx="1103277" cy="1073020"/>
            <a:chOff x="0" y="0"/>
            <a:chExt cx="1667430" cy="1571623"/>
          </a:xfrm>
        </p:grpSpPr>
        <p:pic>
          <p:nvPicPr>
            <p:cNvPr id="9229" name="组合 1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7491" y="-33258"/>
              <a:ext cx="1682496" cy="16885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30" name="组合 33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02861" y="448326"/>
              <a:ext cx="658368" cy="731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227" name="矩形 44"/>
          <p:cNvSpPr>
            <a:spLocks noChangeArrowheads="1"/>
          </p:cNvSpPr>
          <p:nvPr/>
        </p:nvSpPr>
        <p:spPr bwMode="auto">
          <a:xfrm>
            <a:off x="9020044" y="3490520"/>
            <a:ext cx="2216337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授课方式灵活，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不同的知识点</a:t>
            </a:r>
            <a:r>
              <a:rPr lang="zh-CN" altLang="zh-CN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合理分配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理论与训练</a:t>
            </a:r>
            <a:r>
              <a:rPr lang="zh-CN" altLang="en-US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</a:t>
            </a:r>
            <a:r>
              <a:rPr lang="zh-CN" altLang="en-US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endParaRPr lang="zh-CN" altLang="en-US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87"/>
          <p:cNvGrpSpPr>
            <a:grpSpLocks/>
          </p:cNvGrpSpPr>
          <p:nvPr/>
        </p:nvGrpSpPr>
        <p:grpSpPr bwMode="auto">
          <a:xfrm>
            <a:off x="-50800" y="282575"/>
            <a:ext cx="4283075" cy="809625"/>
            <a:chOff x="0" y="0"/>
            <a:chExt cx="4281735" cy="808970"/>
          </a:xfrm>
        </p:grpSpPr>
        <p:sp>
          <p:nvSpPr>
            <p:cNvPr id="31" name="文本框 91"/>
            <p:cNvSpPr txBox="1">
              <a:spLocks noChangeArrowheads="1"/>
            </p:cNvSpPr>
            <p:nvPr/>
          </p:nvSpPr>
          <p:spPr bwMode="auto">
            <a:xfrm>
              <a:off x="284187" y="0"/>
              <a:ext cx="1620450" cy="522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课程设计</a:t>
              </a:r>
              <a:endParaRPr lang="zh-CN" altLang="en-US" sz="28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2" name="直接连接符 92"/>
            <p:cNvCxnSpPr>
              <a:cxnSpLocks noChangeShapeType="1"/>
            </p:cNvCxnSpPr>
            <p:nvPr/>
          </p:nvCxnSpPr>
          <p:spPr bwMode="auto">
            <a:xfrm>
              <a:off x="0" y="808970"/>
              <a:ext cx="4281735" cy="0"/>
            </a:xfrm>
            <a:prstGeom prst="line">
              <a:avLst/>
            </a:prstGeom>
            <a:noFill/>
            <a:ln w="6350">
              <a:solidFill>
                <a:srgbClr val="BFBFBF"/>
              </a:solidFill>
              <a:prstDash val="dash"/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3" name="组合 3"/>
          <p:cNvGrpSpPr>
            <a:grpSpLocks/>
          </p:cNvGrpSpPr>
          <p:nvPr/>
        </p:nvGrpSpPr>
        <p:grpSpPr bwMode="auto">
          <a:xfrm>
            <a:off x="-273050" y="5538788"/>
            <a:ext cx="12738100" cy="1579562"/>
            <a:chOff x="0" y="0"/>
            <a:chExt cx="12737232" cy="1579028"/>
          </a:xfrm>
        </p:grpSpPr>
        <p:pic>
          <p:nvPicPr>
            <p:cNvPr id="34" name="图片 55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5579102" y="-5579102"/>
              <a:ext cx="1579028" cy="127372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文本框 99"/>
            <p:cNvSpPr txBox="1">
              <a:spLocks noChangeArrowheads="1"/>
            </p:cNvSpPr>
            <p:nvPr/>
          </p:nvSpPr>
          <p:spPr bwMode="auto">
            <a:xfrm>
              <a:off x="4688322" y="708327"/>
              <a:ext cx="3775136" cy="5230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2800" b="1" dirty="0" smtClean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教学重难点分析与处理</a:t>
              </a:r>
              <a:endParaRPr lang="zh-CN" altLang="en-US" sz="2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60499" y="1324825"/>
            <a:ext cx="5710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zh-CN" sz="20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课程的</a:t>
            </a:r>
            <a:r>
              <a:rPr lang="zh-CN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重难点，主要采取以下三种解决方法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116361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7" grpId="0"/>
      <p:bldP spid="9232" grpId="0"/>
      <p:bldP spid="922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5350" y="-3913188"/>
            <a:ext cx="7308850" cy="7467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组合 16"/>
          <p:cNvGrpSpPr>
            <a:grpSpLocks/>
          </p:cNvGrpSpPr>
          <p:nvPr/>
        </p:nvGrpSpPr>
        <p:grpSpPr bwMode="auto">
          <a:xfrm>
            <a:off x="6151267" y="920751"/>
            <a:ext cx="4549928" cy="818623"/>
            <a:chOff x="0" y="-1587"/>
            <a:chExt cx="4549928" cy="818649"/>
          </a:xfrm>
        </p:grpSpPr>
        <p:grpSp>
          <p:nvGrpSpPr>
            <p:cNvPr id="7207" name="组合 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1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8" name="组合 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1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1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209" name="组合 12"/>
            <p:cNvGrpSpPr>
              <a:grpSpLocks/>
            </p:cNvGrpSpPr>
            <p:nvPr/>
          </p:nvGrpSpPr>
          <p:grpSpPr bwMode="auto">
            <a:xfrm>
              <a:off x="851398" y="-1587"/>
              <a:ext cx="3698530" cy="471596"/>
              <a:chOff x="96656" y="-1587"/>
              <a:chExt cx="3698530" cy="471596"/>
            </a:xfrm>
          </p:grpSpPr>
          <p:cxnSp>
            <p:nvCxnSpPr>
              <p:cNvPr id="7210" name="直接连接符 13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11" name="文本框 14"/>
              <p:cNvSpPr txBox="1">
                <a:spLocks noChangeArrowheads="1"/>
              </p:cNvSpPr>
              <p:nvPr/>
            </p:nvSpPr>
            <p:spPr bwMode="auto">
              <a:xfrm>
                <a:off x="342406" y="-1587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课程设置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6" name="组合 17"/>
          <p:cNvGrpSpPr>
            <a:grpSpLocks/>
          </p:cNvGrpSpPr>
          <p:nvPr/>
        </p:nvGrpSpPr>
        <p:grpSpPr bwMode="auto">
          <a:xfrm>
            <a:off x="6151267" y="2263126"/>
            <a:ext cx="4549928" cy="817036"/>
            <a:chOff x="0" y="0"/>
            <a:chExt cx="4549928" cy="817062"/>
          </a:xfrm>
        </p:grpSpPr>
        <p:grpSp>
          <p:nvGrpSpPr>
            <p:cNvPr id="7197" name="组合 18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20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8" name="组合 19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20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20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99" name="组合 20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200" name="直接连接符 21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201" name="文本框 22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教学对象分析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0" name="组合 28"/>
          <p:cNvGrpSpPr>
            <a:grpSpLocks/>
          </p:cNvGrpSpPr>
          <p:nvPr/>
        </p:nvGrpSpPr>
        <p:grpSpPr bwMode="auto">
          <a:xfrm>
            <a:off x="6151267" y="3646737"/>
            <a:ext cx="4549928" cy="817036"/>
            <a:chOff x="0" y="0"/>
            <a:chExt cx="4549928" cy="817062"/>
          </a:xfrm>
        </p:grpSpPr>
        <p:grpSp>
          <p:nvGrpSpPr>
            <p:cNvPr id="7187" name="组合 29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9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8" name="组合 30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9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9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89" name="组合 31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90" name="直接连接符 32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91" name="文本框 33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dirty="0" smtClean="0">
                    <a:solidFill>
                      <a:srgbClr val="40404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课程设计</a:t>
                </a:r>
                <a:endParaRPr lang="zh-CN" altLang="en-US" sz="2400" dirty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4" name="组合 61"/>
          <p:cNvGrpSpPr>
            <a:grpSpLocks/>
          </p:cNvGrpSpPr>
          <p:nvPr/>
        </p:nvGrpSpPr>
        <p:grpSpPr bwMode="auto">
          <a:xfrm>
            <a:off x="6151267" y="5009027"/>
            <a:ext cx="4549928" cy="817037"/>
            <a:chOff x="0" y="0"/>
            <a:chExt cx="4549928" cy="817062"/>
          </a:xfrm>
        </p:grpSpPr>
        <p:grpSp>
          <p:nvGrpSpPr>
            <p:cNvPr id="7177" name="组合 62"/>
            <p:cNvGrpSpPr>
              <a:grpSpLocks/>
            </p:cNvGrpSpPr>
            <p:nvPr/>
          </p:nvGrpSpPr>
          <p:grpSpPr bwMode="auto">
            <a:xfrm>
              <a:off x="0" y="0"/>
              <a:ext cx="754743" cy="482600"/>
              <a:chOff x="0" y="0"/>
              <a:chExt cx="754743" cy="482600"/>
            </a:xfrm>
          </p:grpSpPr>
          <p:sp>
            <p:nvSpPr>
              <p:cNvPr id="7185" name="等腰三角形 6"/>
              <p:cNvSpPr>
                <a:spLocks/>
              </p:cNvSpPr>
              <p:nvPr/>
            </p:nvSpPr>
            <p:spPr bwMode="auto">
              <a:xfrm>
                <a:off x="0" y="3629"/>
                <a:ext cx="754743" cy="478971"/>
              </a:xfrm>
              <a:custGeom>
                <a:avLst/>
                <a:gdLst>
                  <a:gd name="T0" fmla="*/ 0 w 754743"/>
                  <a:gd name="T1" fmla="*/ 348342 h 478971"/>
                  <a:gd name="T2" fmla="*/ 246743 w 754743"/>
                  <a:gd name="T3" fmla="*/ 0 h 478971"/>
                  <a:gd name="T4" fmla="*/ 754743 w 754743"/>
                  <a:gd name="T5" fmla="*/ 478971 h 478971"/>
                  <a:gd name="T6" fmla="*/ 0 w 754743"/>
                  <a:gd name="T7" fmla="*/ 348342 h 47897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54743"/>
                  <a:gd name="T13" fmla="*/ 0 h 478971"/>
                  <a:gd name="T14" fmla="*/ 754743 w 754743"/>
                  <a:gd name="T15" fmla="*/ 478971 h 47897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54743" h="478971">
                    <a:moveTo>
                      <a:pt x="0" y="348342"/>
                    </a:moveTo>
                    <a:lnTo>
                      <a:pt x="246743" y="0"/>
                    </a:lnTo>
                    <a:lnTo>
                      <a:pt x="754743" y="478971"/>
                    </a:lnTo>
                    <a:lnTo>
                      <a:pt x="0" y="34834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6" name="等腰三角形 7"/>
              <p:cNvSpPr>
                <a:spLocks/>
              </p:cNvSpPr>
              <p:nvPr/>
            </p:nvSpPr>
            <p:spPr bwMode="auto">
              <a:xfrm>
                <a:off x="242207" y="0"/>
                <a:ext cx="512535" cy="482600"/>
              </a:xfrm>
              <a:custGeom>
                <a:avLst/>
                <a:gdLst>
                  <a:gd name="T0" fmla="*/ 512535 w 512535"/>
                  <a:gd name="T1" fmla="*/ 482600 h 482600"/>
                  <a:gd name="T2" fmla="*/ 0 w 512535"/>
                  <a:gd name="T3" fmla="*/ 12700 h 482600"/>
                  <a:gd name="T4" fmla="*/ 198664 w 512535"/>
                  <a:gd name="T5" fmla="*/ 0 h 482600"/>
                  <a:gd name="T6" fmla="*/ 512535 w 512535"/>
                  <a:gd name="T7" fmla="*/ 482600 h 482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2535"/>
                  <a:gd name="T13" fmla="*/ 0 h 482600"/>
                  <a:gd name="T14" fmla="*/ 512535 w 512535"/>
                  <a:gd name="T15" fmla="*/ 482600 h 482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2535" h="482600">
                    <a:moveTo>
                      <a:pt x="512535" y="482600"/>
                    </a:moveTo>
                    <a:lnTo>
                      <a:pt x="0" y="12700"/>
                    </a:lnTo>
                    <a:lnTo>
                      <a:pt x="198664" y="0"/>
                    </a:lnTo>
                    <a:lnTo>
                      <a:pt x="512535" y="482600"/>
                    </a:lnTo>
                    <a:close/>
                  </a:path>
                </a:pathLst>
              </a:custGeom>
              <a:solidFill>
                <a:srgbClr val="96324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8" name="组合 63"/>
            <p:cNvGrpSpPr>
              <a:grpSpLocks/>
            </p:cNvGrpSpPr>
            <p:nvPr/>
          </p:nvGrpSpPr>
          <p:grpSpPr bwMode="auto">
            <a:xfrm rot="10346141">
              <a:off x="90601" y="581660"/>
              <a:ext cx="573538" cy="235402"/>
              <a:chOff x="0" y="0"/>
              <a:chExt cx="513443" cy="275771"/>
            </a:xfrm>
          </p:grpSpPr>
          <p:sp>
            <p:nvSpPr>
              <p:cNvPr id="7183" name="等腰三角形 6"/>
              <p:cNvSpPr>
                <a:spLocks/>
              </p:cNvSpPr>
              <p:nvPr/>
            </p:nvSpPr>
            <p:spPr bwMode="auto">
              <a:xfrm>
                <a:off x="0" y="16329"/>
                <a:ext cx="513443" cy="259442"/>
              </a:xfrm>
              <a:custGeom>
                <a:avLst/>
                <a:gdLst>
                  <a:gd name="T0" fmla="*/ 0 w 513443"/>
                  <a:gd name="T1" fmla="*/ 259442 h 259442"/>
                  <a:gd name="T2" fmla="*/ 246743 w 513443"/>
                  <a:gd name="T3" fmla="*/ 0 h 259442"/>
                  <a:gd name="T4" fmla="*/ 513443 w 513443"/>
                  <a:gd name="T5" fmla="*/ 240846 h 259442"/>
                  <a:gd name="T6" fmla="*/ 0 w 513443"/>
                  <a:gd name="T7" fmla="*/ 259442 h 25944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13443"/>
                  <a:gd name="T13" fmla="*/ 0 h 259442"/>
                  <a:gd name="T14" fmla="*/ 513443 w 513443"/>
                  <a:gd name="T15" fmla="*/ 259442 h 25944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13443" h="259442">
                    <a:moveTo>
                      <a:pt x="0" y="259442"/>
                    </a:moveTo>
                    <a:lnTo>
                      <a:pt x="246743" y="0"/>
                    </a:lnTo>
                    <a:lnTo>
                      <a:pt x="513443" y="240846"/>
                    </a:lnTo>
                    <a:lnTo>
                      <a:pt x="0" y="25944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7184" name="等腰三角形 7"/>
              <p:cNvSpPr>
                <a:spLocks/>
              </p:cNvSpPr>
              <p:nvPr/>
            </p:nvSpPr>
            <p:spPr bwMode="auto">
              <a:xfrm>
                <a:off x="243795" y="0"/>
                <a:ext cx="266472" cy="260350"/>
              </a:xfrm>
              <a:custGeom>
                <a:avLst/>
                <a:gdLst>
                  <a:gd name="T0" fmla="*/ 266472 w 266472"/>
                  <a:gd name="T1" fmla="*/ 260350 h 260350"/>
                  <a:gd name="T2" fmla="*/ 0 w 266472"/>
                  <a:gd name="T3" fmla="*/ 19843 h 260350"/>
                  <a:gd name="T4" fmla="*/ 197076 w 266472"/>
                  <a:gd name="T5" fmla="*/ 0 h 260350"/>
                  <a:gd name="T6" fmla="*/ 266472 w 266472"/>
                  <a:gd name="T7" fmla="*/ 260350 h 26035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66472"/>
                  <a:gd name="T13" fmla="*/ 0 h 260350"/>
                  <a:gd name="T14" fmla="*/ 266472 w 266472"/>
                  <a:gd name="T15" fmla="*/ 260350 h 26035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66472" h="260350">
                    <a:moveTo>
                      <a:pt x="266472" y="260350"/>
                    </a:moveTo>
                    <a:lnTo>
                      <a:pt x="0" y="19843"/>
                    </a:lnTo>
                    <a:lnTo>
                      <a:pt x="197076" y="0"/>
                    </a:lnTo>
                    <a:lnTo>
                      <a:pt x="266472" y="260350"/>
                    </a:lnTo>
                    <a:close/>
                  </a:path>
                </a:pathLst>
              </a:custGeom>
              <a:solidFill>
                <a:srgbClr val="2734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7179" name="组合 64"/>
            <p:cNvGrpSpPr>
              <a:grpSpLocks/>
            </p:cNvGrpSpPr>
            <p:nvPr/>
          </p:nvGrpSpPr>
          <p:grpSpPr bwMode="auto">
            <a:xfrm>
              <a:off x="851398" y="0"/>
              <a:ext cx="3698530" cy="470009"/>
              <a:chOff x="96656" y="0"/>
              <a:chExt cx="3698530" cy="470009"/>
            </a:xfrm>
          </p:grpSpPr>
          <p:cxnSp>
            <p:nvCxnSpPr>
              <p:cNvPr id="7180" name="直接连接符 65"/>
              <p:cNvCxnSpPr>
                <a:cxnSpLocks noChangeShapeType="1"/>
              </p:cNvCxnSpPr>
              <p:nvPr/>
            </p:nvCxnSpPr>
            <p:spPr bwMode="auto">
              <a:xfrm>
                <a:off x="96656" y="470009"/>
                <a:ext cx="3698530" cy="0"/>
              </a:xfrm>
              <a:prstGeom prst="line">
                <a:avLst/>
              </a:prstGeom>
              <a:noFill/>
              <a:ln w="6350">
                <a:solidFill>
                  <a:srgbClr val="7F7F7F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181" name="文本框 66"/>
              <p:cNvSpPr txBox="1">
                <a:spLocks noChangeArrowheads="1"/>
              </p:cNvSpPr>
              <p:nvPr/>
            </p:nvSpPr>
            <p:spPr bwMode="auto">
              <a:xfrm>
                <a:off x="342406" y="0"/>
                <a:ext cx="345278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微软雅黑 Light" panose="020B0502040204020203" pitchFamily="34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2400" b="1" dirty="0" smtClean="0">
                    <a:solidFill>
                      <a:srgbClr val="C63E5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教学实施</a:t>
                </a:r>
                <a:endParaRPr lang="zh-CN" altLang="en-US" sz="24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49" name="文本框 3"/>
          <p:cNvSpPr txBox="1">
            <a:spLocks noChangeArrowheads="1"/>
          </p:cNvSpPr>
          <p:nvPr/>
        </p:nvSpPr>
        <p:spPr bwMode="auto">
          <a:xfrm>
            <a:off x="977294" y="3527208"/>
            <a:ext cx="306446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3600" dirty="0" smtClean="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课程教学设计</a:t>
            </a:r>
            <a:endParaRPr lang="zh-CN" altLang="en-US" sz="3600" dirty="0">
              <a:solidFill>
                <a:srgbClr val="4454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427771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1540417" y="3113446"/>
            <a:ext cx="1873250" cy="942975"/>
            <a:chOff x="0" y="0"/>
            <a:chExt cx="1872943" cy="942975"/>
          </a:xfrm>
        </p:grpSpPr>
        <p:sp>
          <p:nvSpPr>
            <p:cNvPr id="22580" name="圆角矩形 5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81" name="文本框 58"/>
            <p:cNvSpPr txBox="1">
              <a:spLocks noChangeArrowheads="1"/>
            </p:cNvSpPr>
            <p:nvPr/>
          </p:nvSpPr>
          <p:spPr bwMode="auto">
            <a:xfrm>
              <a:off x="203056" y="240654"/>
              <a:ext cx="14668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案例教学法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12"/>
          <p:cNvGrpSpPr>
            <a:grpSpLocks/>
          </p:cNvGrpSpPr>
          <p:nvPr/>
        </p:nvGrpSpPr>
        <p:grpSpPr bwMode="auto">
          <a:xfrm>
            <a:off x="4816144" y="3113446"/>
            <a:ext cx="1873250" cy="942975"/>
            <a:chOff x="0" y="0"/>
            <a:chExt cx="1872943" cy="942975"/>
          </a:xfrm>
        </p:grpSpPr>
        <p:sp>
          <p:nvSpPr>
            <p:cNvPr id="22578" name="圆角矩形 6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9" name="文本框 59"/>
            <p:cNvSpPr txBox="1">
              <a:spLocks noChangeArrowheads="1"/>
            </p:cNvSpPr>
            <p:nvPr/>
          </p:nvSpPr>
          <p:spPr bwMode="auto">
            <a:xfrm>
              <a:off x="203058" y="240654"/>
              <a:ext cx="14668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分层次教学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7973190" y="3113446"/>
            <a:ext cx="1873250" cy="942975"/>
            <a:chOff x="0" y="0"/>
            <a:chExt cx="1872943" cy="942975"/>
          </a:xfrm>
        </p:grpSpPr>
        <p:sp>
          <p:nvSpPr>
            <p:cNvPr id="22576" name="圆角矩形 7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rgbClr val="C63E5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7" name="文本框 60"/>
            <p:cNvSpPr txBox="1">
              <a:spLocks noChangeArrowheads="1"/>
            </p:cNvSpPr>
            <p:nvPr/>
          </p:nvSpPr>
          <p:spPr bwMode="auto">
            <a:xfrm>
              <a:off x="171662" y="240654"/>
              <a:ext cx="146682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多媒体教学</a:t>
              </a:r>
              <a:endPara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40417" y="1116073"/>
            <a:ext cx="1873250" cy="1935815"/>
            <a:chOff x="1854433" y="1116073"/>
            <a:chExt cx="1873250" cy="1935815"/>
          </a:xfrm>
        </p:grpSpPr>
        <p:sp>
          <p:nvSpPr>
            <p:cNvPr id="22570" name="任意多边形 21"/>
            <p:cNvSpPr>
              <a:spLocks/>
            </p:cNvSpPr>
            <p:nvPr/>
          </p:nvSpPr>
          <p:spPr bwMode="auto">
            <a:xfrm flipV="1">
              <a:off x="1854433" y="1116073"/>
              <a:ext cx="1873250" cy="1935815"/>
            </a:xfrm>
            <a:custGeom>
              <a:avLst/>
              <a:gdLst>
                <a:gd name="T0" fmla="*/ 157166 w 1872943"/>
                <a:gd name="T1" fmla="*/ 1100138 h 1100138"/>
                <a:gd name="T2" fmla="*/ 1715777 w 1872943"/>
                <a:gd name="T3" fmla="*/ 1100138 h 1100138"/>
                <a:gd name="T4" fmla="*/ 1872943 w 1872943"/>
                <a:gd name="T5" fmla="*/ 942972 h 1100138"/>
                <a:gd name="T6" fmla="*/ 1872943 w 1872943"/>
                <a:gd name="T7" fmla="*/ 314329 h 1100138"/>
                <a:gd name="T8" fmla="*/ 1715777 w 1872943"/>
                <a:gd name="T9" fmla="*/ 157163 h 1100138"/>
                <a:gd name="T10" fmla="*/ 1011202 w 1872943"/>
                <a:gd name="T11" fmla="*/ 157163 h 1100138"/>
                <a:gd name="T12" fmla="*/ 920047 w 1872943"/>
                <a:gd name="T13" fmla="*/ 0 h 1100138"/>
                <a:gd name="T14" fmla="*/ 828893 w 1872943"/>
                <a:gd name="T15" fmla="*/ 157163 h 1100138"/>
                <a:gd name="T16" fmla="*/ 157166 w 1872943"/>
                <a:gd name="T17" fmla="*/ 157163 h 1100138"/>
                <a:gd name="T18" fmla="*/ 0 w 1872943"/>
                <a:gd name="T19" fmla="*/ 314329 h 1100138"/>
                <a:gd name="T20" fmla="*/ 0 w 1872943"/>
                <a:gd name="T21" fmla="*/ 942972 h 1100138"/>
                <a:gd name="T22" fmla="*/ 157166 w 1872943"/>
                <a:gd name="T23" fmla="*/ 1100138 h 11001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72943" h="1100138">
                  <a:moveTo>
                    <a:pt x="157166" y="1100138"/>
                  </a:moveTo>
                  <a:lnTo>
                    <a:pt x="1715777" y="1100138"/>
                  </a:lnTo>
                  <a:cubicBezTo>
                    <a:pt x="1802577" y="1100138"/>
                    <a:pt x="1872943" y="1029772"/>
                    <a:pt x="1872943" y="942972"/>
                  </a:cubicBezTo>
                  <a:lnTo>
                    <a:pt x="1872943" y="314329"/>
                  </a:lnTo>
                  <a:cubicBezTo>
                    <a:pt x="1872943" y="227529"/>
                    <a:pt x="1802577" y="157163"/>
                    <a:pt x="1715777" y="157163"/>
                  </a:cubicBezTo>
                  <a:lnTo>
                    <a:pt x="1011202" y="157163"/>
                  </a:lnTo>
                  <a:lnTo>
                    <a:pt x="920047" y="0"/>
                  </a:lnTo>
                  <a:lnTo>
                    <a:pt x="828893" y="157163"/>
                  </a:lnTo>
                  <a:lnTo>
                    <a:pt x="157166" y="157163"/>
                  </a:lnTo>
                  <a:cubicBezTo>
                    <a:pt x="70366" y="157163"/>
                    <a:pt x="0" y="227529"/>
                    <a:pt x="0" y="314329"/>
                  </a:cubicBezTo>
                  <a:lnTo>
                    <a:pt x="0" y="942972"/>
                  </a:lnTo>
                  <a:cubicBezTo>
                    <a:pt x="0" y="1029772"/>
                    <a:pt x="70366" y="1100138"/>
                    <a:pt x="157166" y="1100138"/>
                  </a:cubicBezTo>
                  <a:close/>
                </a:path>
              </a:pathLst>
            </a:custGeom>
            <a:solidFill>
              <a:srgbClr val="E8B2BB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3998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微软雅黑 Light" pitchFamily="2" charset="-122"/>
              </a:endParaRPr>
            </a:p>
          </p:txBody>
        </p:sp>
        <p:sp>
          <p:nvSpPr>
            <p:cNvPr id="22571" name="矩形 63"/>
            <p:cNvSpPr>
              <a:spLocks noChangeArrowheads="1"/>
            </p:cNvSpPr>
            <p:nvPr/>
          </p:nvSpPr>
          <p:spPr bwMode="auto">
            <a:xfrm>
              <a:off x="1948224" y="1125465"/>
              <a:ext cx="1685663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联系生活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尤其是与军事科学相关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的例</a:t>
              </a:r>
              <a:r>
                <a:rPr lang="zh-CN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子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以增强学生的感性认识</a:t>
              </a:r>
              <a:endPara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4816144" y="4267558"/>
            <a:ext cx="1873251" cy="1403814"/>
            <a:chOff x="4816144" y="4267558"/>
            <a:chExt cx="1873251" cy="1403814"/>
          </a:xfrm>
        </p:grpSpPr>
        <p:sp>
          <p:nvSpPr>
            <p:cNvPr id="22568" name="任意多边形 31"/>
            <p:cNvSpPr>
              <a:spLocks/>
            </p:cNvSpPr>
            <p:nvPr/>
          </p:nvSpPr>
          <p:spPr bwMode="auto">
            <a:xfrm>
              <a:off x="4816144" y="4267558"/>
              <a:ext cx="1873250" cy="1403814"/>
            </a:xfrm>
            <a:custGeom>
              <a:avLst/>
              <a:gdLst>
                <a:gd name="T0" fmla="*/ 157166 w 1872943"/>
                <a:gd name="T1" fmla="*/ 1100138 h 1100138"/>
                <a:gd name="T2" fmla="*/ 1715777 w 1872943"/>
                <a:gd name="T3" fmla="*/ 1100138 h 1100138"/>
                <a:gd name="T4" fmla="*/ 1872943 w 1872943"/>
                <a:gd name="T5" fmla="*/ 942972 h 1100138"/>
                <a:gd name="T6" fmla="*/ 1872943 w 1872943"/>
                <a:gd name="T7" fmla="*/ 314329 h 1100138"/>
                <a:gd name="T8" fmla="*/ 1715777 w 1872943"/>
                <a:gd name="T9" fmla="*/ 157163 h 1100138"/>
                <a:gd name="T10" fmla="*/ 1011202 w 1872943"/>
                <a:gd name="T11" fmla="*/ 157163 h 1100138"/>
                <a:gd name="T12" fmla="*/ 920047 w 1872943"/>
                <a:gd name="T13" fmla="*/ 0 h 1100138"/>
                <a:gd name="T14" fmla="*/ 828893 w 1872943"/>
                <a:gd name="T15" fmla="*/ 157163 h 1100138"/>
                <a:gd name="T16" fmla="*/ 157166 w 1872943"/>
                <a:gd name="T17" fmla="*/ 157163 h 1100138"/>
                <a:gd name="T18" fmla="*/ 0 w 1872943"/>
                <a:gd name="T19" fmla="*/ 314329 h 1100138"/>
                <a:gd name="T20" fmla="*/ 0 w 1872943"/>
                <a:gd name="T21" fmla="*/ 942972 h 1100138"/>
                <a:gd name="T22" fmla="*/ 157166 w 1872943"/>
                <a:gd name="T23" fmla="*/ 1100138 h 11001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72943" h="1100138">
                  <a:moveTo>
                    <a:pt x="157166" y="1100138"/>
                  </a:moveTo>
                  <a:lnTo>
                    <a:pt x="1715777" y="1100138"/>
                  </a:lnTo>
                  <a:cubicBezTo>
                    <a:pt x="1802577" y="1100138"/>
                    <a:pt x="1872943" y="1029772"/>
                    <a:pt x="1872943" y="942972"/>
                  </a:cubicBezTo>
                  <a:lnTo>
                    <a:pt x="1872943" y="314329"/>
                  </a:lnTo>
                  <a:cubicBezTo>
                    <a:pt x="1872943" y="227529"/>
                    <a:pt x="1802577" y="157163"/>
                    <a:pt x="1715777" y="157163"/>
                  </a:cubicBezTo>
                  <a:lnTo>
                    <a:pt x="1011202" y="157163"/>
                  </a:lnTo>
                  <a:lnTo>
                    <a:pt x="920047" y="0"/>
                  </a:lnTo>
                  <a:lnTo>
                    <a:pt x="828893" y="157163"/>
                  </a:lnTo>
                  <a:lnTo>
                    <a:pt x="157166" y="157163"/>
                  </a:lnTo>
                  <a:cubicBezTo>
                    <a:pt x="70366" y="157163"/>
                    <a:pt x="0" y="227529"/>
                    <a:pt x="0" y="314329"/>
                  </a:cubicBezTo>
                  <a:lnTo>
                    <a:pt x="0" y="942972"/>
                  </a:lnTo>
                  <a:cubicBezTo>
                    <a:pt x="0" y="1029772"/>
                    <a:pt x="70366" y="1100138"/>
                    <a:pt x="157166" y="1100138"/>
                  </a:cubicBezTo>
                  <a:close/>
                </a:path>
              </a:pathLst>
            </a:custGeom>
            <a:solidFill>
              <a:srgbClr val="A1AED7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3998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微软雅黑 Light" pitchFamily="2" charset="-122"/>
              </a:endParaRPr>
            </a:p>
          </p:txBody>
        </p:sp>
        <p:sp>
          <p:nvSpPr>
            <p:cNvPr id="22569" name="矩形 64"/>
            <p:cNvSpPr>
              <a:spLocks noChangeArrowheads="1"/>
            </p:cNvSpPr>
            <p:nvPr/>
          </p:nvSpPr>
          <p:spPr bwMode="auto">
            <a:xfrm>
              <a:off x="4816145" y="4512928"/>
              <a:ext cx="1873250" cy="9787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针对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学习内容和学生的不同情况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</a:t>
              </a:r>
              <a:r>
                <a:rPr lang="zh-CN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内容调整</a:t>
              </a:r>
              <a:endPara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973189" y="1125465"/>
            <a:ext cx="1787755" cy="1926423"/>
            <a:chOff x="7973189" y="1125465"/>
            <a:chExt cx="1787755" cy="1926423"/>
          </a:xfrm>
        </p:grpSpPr>
        <p:sp>
          <p:nvSpPr>
            <p:cNvPr id="22562" name="任意多边形 34"/>
            <p:cNvSpPr>
              <a:spLocks/>
            </p:cNvSpPr>
            <p:nvPr/>
          </p:nvSpPr>
          <p:spPr bwMode="auto">
            <a:xfrm flipV="1">
              <a:off x="7973189" y="1125465"/>
              <a:ext cx="1787755" cy="1926423"/>
            </a:xfrm>
            <a:custGeom>
              <a:avLst/>
              <a:gdLst>
                <a:gd name="T0" fmla="*/ 157166 w 1872943"/>
                <a:gd name="T1" fmla="*/ 1100138 h 1100138"/>
                <a:gd name="T2" fmla="*/ 1715777 w 1872943"/>
                <a:gd name="T3" fmla="*/ 1100138 h 1100138"/>
                <a:gd name="T4" fmla="*/ 1872943 w 1872943"/>
                <a:gd name="T5" fmla="*/ 942972 h 1100138"/>
                <a:gd name="T6" fmla="*/ 1872943 w 1872943"/>
                <a:gd name="T7" fmla="*/ 314329 h 1100138"/>
                <a:gd name="T8" fmla="*/ 1715777 w 1872943"/>
                <a:gd name="T9" fmla="*/ 157163 h 1100138"/>
                <a:gd name="T10" fmla="*/ 1011202 w 1872943"/>
                <a:gd name="T11" fmla="*/ 157163 h 1100138"/>
                <a:gd name="T12" fmla="*/ 920047 w 1872943"/>
                <a:gd name="T13" fmla="*/ 0 h 1100138"/>
                <a:gd name="T14" fmla="*/ 828893 w 1872943"/>
                <a:gd name="T15" fmla="*/ 157163 h 1100138"/>
                <a:gd name="T16" fmla="*/ 157166 w 1872943"/>
                <a:gd name="T17" fmla="*/ 157163 h 1100138"/>
                <a:gd name="T18" fmla="*/ 0 w 1872943"/>
                <a:gd name="T19" fmla="*/ 314329 h 1100138"/>
                <a:gd name="T20" fmla="*/ 0 w 1872943"/>
                <a:gd name="T21" fmla="*/ 942972 h 1100138"/>
                <a:gd name="T22" fmla="*/ 157166 w 1872943"/>
                <a:gd name="T23" fmla="*/ 1100138 h 110013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872943" h="1100138">
                  <a:moveTo>
                    <a:pt x="157166" y="1100138"/>
                  </a:moveTo>
                  <a:lnTo>
                    <a:pt x="1715777" y="1100138"/>
                  </a:lnTo>
                  <a:cubicBezTo>
                    <a:pt x="1802577" y="1100138"/>
                    <a:pt x="1872943" y="1029772"/>
                    <a:pt x="1872943" y="942972"/>
                  </a:cubicBezTo>
                  <a:lnTo>
                    <a:pt x="1872943" y="314329"/>
                  </a:lnTo>
                  <a:cubicBezTo>
                    <a:pt x="1872943" y="227529"/>
                    <a:pt x="1802577" y="157163"/>
                    <a:pt x="1715777" y="157163"/>
                  </a:cubicBezTo>
                  <a:lnTo>
                    <a:pt x="1011202" y="157163"/>
                  </a:lnTo>
                  <a:lnTo>
                    <a:pt x="920047" y="0"/>
                  </a:lnTo>
                  <a:lnTo>
                    <a:pt x="828893" y="157163"/>
                  </a:lnTo>
                  <a:lnTo>
                    <a:pt x="157166" y="157163"/>
                  </a:lnTo>
                  <a:cubicBezTo>
                    <a:pt x="70366" y="157163"/>
                    <a:pt x="0" y="227529"/>
                    <a:pt x="0" y="314329"/>
                  </a:cubicBezTo>
                  <a:lnTo>
                    <a:pt x="0" y="942972"/>
                  </a:lnTo>
                  <a:cubicBezTo>
                    <a:pt x="0" y="1029772"/>
                    <a:pt x="70366" y="1100138"/>
                    <a:pt x="157166" y="1100138"/>
                  </a:cubicBezTo>
                  <a:close/>
                </a:path>
              </a:pathLst>
            </a:custGeom>
            <a:solidFill>
              <a:srgbClr val="E8B2BB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3998"/>
                </a:srgbClr>
              </a:outerShdw>
            </a:effectLst>
          </p:spPr>
          <p:txBody>
            <a:bodyPr anchor="ctr"/>
            <a:lstStyle/>
            <a:p>
              <a:pPr>
                <a:defRPr/>
              </a:pPr>
              <a:endParaRPr lang="zh-CN" altLang="en-US">
                <a:solidFill>
                  <a:srgbClr val="000000"/>
                </a:solidFill>
                <a:ea typeface="微软雅黑 Light" pitchFamily="2" charset="-122"/>
              </a:endParaRPr>
            </a:p>
          </p:txBody>
        </p:sp>
        <p:sp>
          <p:nvSpPr>
            <p:cNvPr id="22563" name="矩形 66"/>
            <p:cNvSpPr>
              <a:spLocks noChangeArrowheads="1"/>
            </p:cNvSpPr>
            <p:nvPr/>
          </p:nvSpPr>
          <p:spPr bwMode="auto">
            <a:xfrm>
              <a:off x="8055242" y="1125465"/>
              <a:ext cx="1705702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利用多媒体手段对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某些</a:t>
              </a:r>
              <a:r>
                <a:rPr lang="zh-CN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数学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内容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进行展示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，引导</a:t>
              </a:r>
              <a:r>
                <a:rPr lang="zh-CN" altLang="zh-CN" sz="16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学生学习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使用</a:t>
              </a:r>
              <a:r>
                <a:rPr lang="zh-CN" altLang="en-US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数学</a:t>
              </a:r>
              <a:r>
                <a:rPr lang="zh-CN" altLang="zh-CN" sz="1600" b="1" dirty="0" smtClean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软件</a:t>
              </a:r>
              <a:endParaRPr lang="en-US" altLang="zh-CN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22548" name="直接连接符 46"/>
          <p:cNvCxnSpPr>
            <a:cxnSpLocks noChangeShapeType="1"/>
          </p:cNvCxnSpPr>
          <p:nvPr/>
        </p:nvCxnSpPr>
        <p:spPr bwMode="auto">
          <a:xfrm flipV="1">
            <a:off x="335504" y="991518"/>
            <a:ext cx="4683731" cy="3642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文本框 91"/>
          <p:cNvSpPr txBox="1">
            <a:spLocks noChangeArrowheads="1"/>
          </p:cNvSpPr>
          <p:nvPr/>
        </p:nvSpPr>
        <p:spPr bwMode="auto">
          <a:xfrm>
            <a:off x="233476" y="282575"/>
            <a:ext cx="2396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教学实施</a:t>
            </a:r>
            <a:r>
              <a:rPr lang="en-US" altLang="zh-CN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93"/>
          <p:cNvSpPr txBox="1">
            <a:spLocks noChangeArrowheads="1"/>
          </p:cNvSpPr>
          <p:nvPr/>
        </p:nvSpPr>
        <p:spPr bwMode="auto">
          <a:xfrm>
            <a:off x="2477042" y="319600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教学方法和手段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17"/>
          <p:cNvCxnSpPr/>
          <p:nvPr/>
        </p:nvCxnSpPr>
        <p:spPr bwMode="auto">
          <a:xfrm>
            <a:off x="2530827" y="308842"/>
            <a:ext cx="0" cy="486195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 bwMode="auto">
          <a:xfrm>
            <a:off x="3780507" y="299877"/>
            <a:ext cx="0" cy="486195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 bwMode="auto">
          <a:xfrm>
            <a:off x="2530827" y="781265"/>
            <a:ext cx="1266622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 bwMode="auto">
          <a:xfrm>
            <a:off x="2521862" y="288206"/>
            <a:ext cx="1266622" cy="0"/>
          </a:xfrm>
          <a:prstGeom prst="line">
            <a:avLst/>
          </a:prstGeom>
          <a:ln w="28575">
            <a:solidFill>
              <a:schemeClr val="accent1"/>
            </a:solidFill>
            <a:headEnd type="none" w="med" len="med"/>
            <a:tailEnd type="none" w="med" len="med"/>
          </a:ln>
          <a:extLst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51765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"/>
                            </p:stCondLst>
                            <p:childTnLst>
                              <p:par>
                                <p:cTn id="2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1247887" y="1728956"/>
            <a:ext cx="2598399" cy="2918372"/>
            <a:chOff x="1247887" y="1728956"/>
            <a:chExt cx="2598399" cy="2918372"/>
          </a:xfrm>
        </p:grpSpPr>
        <p:grpSp>
          <p:nvGrpSpPr>
            <p:cNvPr id="2" name="组合 1"/>
            <p:cNvGrpSpPr/>
            <p:nvPr/>
          </p:nvGrpSpPr>
          <p:grpSpPr>
            <a:xfrm>
              <a:off x="1741705" y="1728956"/>
              <a:ext cx="1275407" cy="1280902"/>
              <a:chOff x="1741705" y="1728956"/>
              <a:chExt cx="1689415" cy="1688306"/>
            </a:xfrm>
          </p:grpSpPr>
          <p:pic>
            <p:nvPicPr>
              <p:cNvPr id="9243" name="组合 2"/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41705" y="1728956"/>
                <a:ext cx="1689415" cy="16883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44" name="Freeform 61"/>
              <p:cNvSpPr>
                <a:spLocks noEditPoints="1"/>
              </p:cNvSpPr>
              <p:nvPr/>
            </p:nvSpPr>
            <p:spPr bwMode="auto">
              <a:xfrm>
                <a:off x="2229057" y="2305134"/>
                <a:ext cx="754063" cy="485775"/>
              </a:xfrm>
              <a:custGeom>
                <a:avLst/>
                <a:gdLst>
                  <a:gd name="T0" fmla="*/ 706374 w 140"/>
                  <a:gd name="T1" fmla="*/ 415615 h 90"/>
                  <a:gd name="T2" fmla="*/ 48530 w 140"/>
                  <a:gd name="T3" fmla="*/ 415615 h 90"/>
                  <a:gd name="T4" fmla="*/ 0 w 140"/>
                  <a:gd name="T5" fmla="*/ 453398 h 90"/>
                  <a:gd name="T6" fmla="*/ 48530 w 140"/>
                  <a:gd name="T7" fmla="*/ 485784 h 90"/>
                  <a:gd name="T8" fmla="*/ 706374 w 140"/>
                  <a:gd name="T9" fmla="*/ 485784 h 90"/>
                  <a:gd name="T10" fmla="*/ 754904 w 140"/>
                  <a:gd name="T11" fmla="*/ 453398 h 90"/>
                  <a:gd name="T12" fmla="*/ 706374 w 140"/>
                  <a:gd name="T13" fmla="*/ 415615 h 90"/>
                  <a:gd name="T14" fmla="*/ 134804 w 140"/>
                  <a:gd name="T15" fmla="*/ 388627 h 90"/>
                  <a:gd name="T16" fmla="*/ 620100 w 140"/>
                  <a:gd name="T17" fmla="*/ 388627 h 90"/>
                  <a:gd name="T18" fmla="*/ 684806 w 140"/>
                  <a:gd name="T19" fmla="*/ 329254 h 90"/>
                  <a:gd name="T20" fmla="*/ 684806 w 140"/>
                  <a:gd name="T21" fmla="*/ 53976 h 90"/>
                  <a:gd name="T22" fmla="*/ 663237 w 140"/>
                  <a:gd name="T23" fmla="*/ 16193 h 90"/>
                  <a:gd name="T24" fmla="*/ 620100 w 140"/>
                  <a:gd name="T25" fmla="*/ 0 h 90"/>
                  <a:gd name="T26" fmla="*/ 134804 w 140"/>
                  <a:gd name="T27" fmla="*/ 0 h 90"/>
                  <a:gd name="T28" fmla="*/ 70098 w 140"/>
                  <a:gd name="T29" fmla="*/ 53976 h 90"/>
                  <a:gd name="T30" fmla="*/ 70098 w 140"/>
                  <a:gd name="T31" fmla="*/ 329254 h 90"/>
                  <a:gd name="T32" fmla="*/ 134804 w 140"/>
                  <a:gd name="T33" fmla="*/ 388627 h 90"/>
                  <a:gd name="T34" fmla="*/ 102451 w 140"/>
                  <a:gd name="T35" fmla="*/ 70169 h 90"/>
                  <a:gd name="T36" fmla="*/ 156373 w 140"/>
                  <a:gd name="T37" fmla="*/ 21590 h 90"/>
                  <a:gd name="T38" fmla="*/ 593139 w 140"/>
                  <a:gd name="T39" fmla="*/ 21590 h 90"/>
                  <a:gd name="T40" fmla="*/ 647061 w 140"/>
                  <a:gd name="T41" fmla="*/ 48578 h 90"/>
                  <a:gd name="T42" fmla="*/ 652453 w 140"/>
                  <a:gd name="T43" fmla="*/ 70169 h 90"/>
                  <a:gd name="T44" fmla="*/ 652453 w 140"/>
                  <a:gd name="T45" fmla="*/ 318458 h 90"/>
                  <a:gd name="T46" fmla="*/ 593139 w 140"/>
                  <a:gd name="T47" fmla="*/ 367037 h 90"/>
                  <a:gd name="T48" fmla="*/ 156373 w 140"/>
                  <a:gd name="T49" fmla="*/ 367037 h 90"/>
                  <a:gd name="T50" fmla="*/ 102451 w 140"/>
                  <a:gd name="T51" fmla="*/ 318458 h 90"/>
                  <a:gd name="T52" fmla="*/ 102451 w 140"/>
                  <a:gd name="T53" fmla="*/ 70169 h 9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140" h="90">
                    <a:moveTo>
                      <a:pt x="131" y="77"/>
                    </a:moveTo>
                    <a:cubicBezTo>
                      <a:pt x="9" y="77"/>
                      <a:pt x="9" y="77"/>
                      <a:pt x="9" y="77"/>
                    </a:cubicBezTo>
                    <a:cubicBezTo>
                      <a:pt x="4" y="77"/>
                      <a:pt x="0" y="80"/>
                      <a:pt x="0" y="84"/>
                    </a:cubicBezTo>
                    <a:cubicBezTo>
                      <a:pt x="0" y="87"/>
                      <a:pt x="4" y="90"/>
                      <a:pt x="9" y="90"/>
                    </a:cubicBezTo>
                    <a:cubicBezTo>
                      <a:pt x="131" y="90"/>
                      <a:pt x="131" y="90"/>
                      <a:pt x="131" y="90"/>
                    </a:cubicBezTo>
                    <a:cubicBezTo>
                      <a:pt x="136" y="90"/>
                      <a:pt x="140" y="87"/>
                      <a:pt x="140" y="84"/>
                    </a:cubicBezTo>
                    <a:cubicBezTo>
                      <a:pt x="140" y="80"/>
                      <a:pt x="136" y="77"/>
                      <a:pt x="131" y="77"/>
                    </a:cubicBezTo>
                    <a:close/>
                    <a:moveTo>
                      <a:pt x="25" y="72"/>
                    </a:moveTo>
                    <a:cubicBezTo>
                      <a:pt x="115" y="72"/>
                      <a:pt x="115" y="72"/>
                      <a:pt x="115" y="72"/>
                    </a:cubicBezTo>
                    <a:cubicBezTo>
                      <a:pt x="121" y="72"/>
                      <a:pt x="127" y="67"/>
                      <a:pt x="127" y="61"/>
                    </a:cubicBezTo>
                    <a:cubicBezTo>
                      <a:pt x="127" y="10"/>
                      <a:pt x="127" y="10"/>
                      <a:pt x="127" y="10"/>
                    </a:cubicBezTo>
                    <a:cubicBezTo>
                      <a:pt x="127" y="7"/>
                      <a:pt x="125" y="5"/>
                      <a:pt x="123" y="3"/>
                    </a:cubicBezTo>
                    <a:cubicBezTo>
                      <a:pt x="121" y="1"/>
                      <a:pt x="118" y="0"/>
                      <a:pt x="115" y="0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8" y="0"/>
                      <a:pt x="13" y="5"/>
                      <a:pt x="13" y="10"/>
                    </a:cubicBezTo>
                    <a:cubicBezTo>
                      <a:pt x="13" y="61"/>
                      <a:pt x="13" y="61"/>
                      <a:pt x="13" y="61"/>
                    </a:cubicBezTo>
                    <a:cubicBezTo>
                      <a:pt x="13" y="67"/>
                      <a:pt x="18" y="72"/>
                      <a:pt x="25" y="72"/>
                    </a:cubicBezTo>
                    <a:close/>
                    <a:moveTo>
                      <a:pt x="19" y="13"/>
                    </a:moveTo>
                    <a:cubicBezTo>
                      <a:pt x="19" y="8"/>
                      <a:pt x="23" y="4"/>
                      <a:pt x="29" y="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5" y="4"/>
                      <a:pt x="119" y="6"/>
                      <a:pt x="120" y="9"/>
                    </a:cubicBezTo>
                    <a:cubicBezTo>
                      <a:pt x="121" y="10"/>
                      <a:pt x="121" y="12"/>
                      <a:pt x="121" y="13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121" y="64"/>
                      <a:pt x="116" y="68"/>
                      <a:pt x="110" y="68"/>
                    </a:cubicBezTo>
                    <a:cubicBezTo>
                      <a:pt x="29" y="68"/>
                      <a:pt x="29" y="68"/>
                      <a:pt x="29" y="68"/>
                    </a:cubicBezTo>
                    <a:cubicBezTo>
                      <a:pt x="23" y="68"/>
                      <a:pt x="19" y="64"/>
                      <a:pt x="19" y="59"/>
                    </a:cubicBezTo>
                    <a:lnTo>
                      <a:pt x="19" y="13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outerShdw dist="25400" dir="5400000" algn="ctr" rotWithShape="0">
                  <a:srgbClr val="000000">
                    <a:alpha val="39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微软雅黑 Light" pitchFamily="2" charset="-122"/>
                </a:endParaRPr>
              </a:p>
            </p:txBody>
          </p:sp>
        </p:grpSp>
        <p:sp>
          <p:nvSpPr>
            <p:cNvPr id="9245" name="矩形 39"/>
            <p:cNvSpPr>
              <a:spLocks noChangeArrowheads="1"/>
            </p:cNvSpPr>
            <p:nvPr/>
          </p:nvSpPr>
          <p:spPr bwMode="auto">
            <a:xfrm>
              <a:off x="1247887" y="3446999"/>
              <a:ext cx="2598399" cy="12003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以学生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  <a:r>
                <a:rPr lang="zh-CN" altLang="en-US" sz="2000" b="1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中心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，注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重</a:t>
              </a:r>
              <a:r>
                <a:rPr lang="zh-CN" altLang="zh-CN" sz="20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理论</a:t>
              </a:r>
              <a:r>
                <a:rPr lang="zh-CN" altLang="zh-CN" sz="20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与实践相</a:t>
              </a:r>
              <a:r>
                <a:rPr lang="zh-CN" altLang="zh-CN" sz="20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</a:t>
              </a:r>
              <a:r>
                <a:rPr lang="zh-CN" altLang="en-US" sz="20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，讲解与练习同步</a:t>
              </a:r>
              <a:endParaRPr lang="zh-CN" altLang="en-US" sz="2000" b="1" dirty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4678385" y="1733801"/>
            <a:ext cx="2303327" cy="3335247"/>
            <a:chOff x="4678385" y="1733801"/>
            <a:chExt cx="2303327" cy="3335247"/>
          </a:xfrm>
        </p:grpSpPr>
        <p:grpSp>
          <p:nvGrpSpPr>
            <p:cNvPr id="9236" name="组合 36"/>
            <p:cNvGrpSpPr>
              <a:grpSpLocks/>
            </p:cNvGrpSpPr>
            <p:nvPr/>
          </p:nvGrpSpPr>
          <p:grpSpPr bwMode="auto">
            <a:xfrm>
              <a:off x="5202170" y="1733801"/>
              <a:ext cx="1258480" cy="1192279"/>
              <a:chOff x="0" y="0"/>
              <a:chExt cx="1667430" cy="1571623"/>
            </a:xfrm>
          </p:grpSpPr>
          <p:pic>
            <p:nvPicPr>
              <p:cNvPr id="9239" name="组合 7"/>
              <p:cNvPicPr>
                <a:picLocks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3392" y="-33258"/>
                <a:ext cx="1688592" cy="1688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40" name="Freeform 71"/>
              <p:cNvSpPr>
                <a:spLocks noEditPoints="1"/>
              </p:cNvSpPr>
              <p:nvPr/>
            </p:nvSpPr>
            <p:spPr bwMode="auto">
              <a:xfrm>
                <a:off x="484373" y="485814"/>
                <a:ext cx="543067" cy="598535"/>
              </a:xfrm>
              <a:custGeom>
                <a:avLst/>
                <a:gdLst>
                  <a:gd name="T0" fmla="*/ 498152 w 110"/>
                  <a:gd name="T1" fmla="*/ 93234 h 122"/>
                  <a:gd name="T2" fmla="*/ 212085 w 110"/>
                  <a:gd name="T3" fmla="*/ 93234 h 122"/>
                  <a:gd name="T4" fmla="*/ 325525 w 110"/>
                  <a:gd name="T5" fmla="*/ 9814 h 122"/>
                  <a:gd name="T6" fmla="*/ 379779 w 110"/>
                  <a:gd name="T7" fmla="*/ 9814 h 122"/>
                  <a:gd name="T8" fmla="*/ 498152 w 110"/>
                  <a:gd name="T9" fmla="*/ 93234 h 122"/>
                  <a:gd name="T10" fmla="*/ 503084 w 110"/>
                  <a:gd name="T11" fmla="*/ 127584 h 122"/>
                  <a:gd name="T12" fmla="*/ 207152 w 110"/>
                  <a:gd name="T13" fmla="*/ 127584 h 122"/>
                  <a:gd name="T14" fmla="*/ 167695 w 110"/>
                  <a:gd name="T15" fmla="*/ 314052 h 122"/>
                  <a:gd name="T16" fmla="*/ 335390 w 110"/>
                  <a:gd name="T17" fmla="*/ 598662 h 122"/>
                  <a:gd name="T18" fmla="*/ 340322 w 110"/>
                  <a:gd name="T19" fmla="*/ 598662 h 122"/>
                  <a:gd name="T20" fmla="*/ 340322 w 110"/>
                  <a:gd name="T21" fmla="*/ 387658 h 122"/>
                  <a:gd name="T22" fmla="*/ 305796 w 110"/>
                  <a:gd name="T23" fmla="*/ 343495 h 122"/>
                  <a:gd name="T24" fmla="*/ 355118 w 110"/>
                  <a:gd name="T25" fmla="*/ 294424 h 122"/>
                  <a:gd name="T26" fmla="*/ 404440 w 110"/>
                  <a:gd name="T27" fmla="*/ 343495 h 122"/>
                  <a:gd name="T28" fmla="*/ 369915 w 110"/>
                  <a:gd name="T29" fmla="*/ 387658 h 122"/>
                  <a:gd name="T30" fmla="*/ 369915 w 110"/>
                  <a:gd name="T31" fmla="*/ 598662 h 122"/>
                  <a:gd name="T32" fmla="*/ 374847 w 110"/>
                  <a:gd name="T33" fmla="*/ 598662 h 122"/>
                  <a:gd name="T34" fmla="*/ 542542 w 110"/>
                  <a:gd name="T35" fmla="*/ 314052 h 122"/>
                  <a:gd name="T36" fmla="*/ 503084 w 110"/>
                  <a:gd name="T37" fmla="*/ 127584 h 122"/>
                  <a:gd name="T38" fmla="*/ 281135 w 110"/>
                  <a:gd name="T39" fmla="*/ 569220 h 122"/>
                  <a:gd name="T40" fmla="*/ 4932 w 110"/>
                  <a:gd name="T41" fmla="*/ 569220 h 122"/>
                  <a:gd name="T42" fmla="*/ 0 w 110"/>
                  <a:gd name="T43" fmla="*/ 583941 h 122"/>
                  <a:gd name="T44" fmla="*/ 4932 w 110"/>
                  <a:gd name="T45" fmla="*/ 598662 h 122"/>
                  <a:gd name="T46" fmla="*/ 281135 w 110"/>
                  <a:gd name="T47" fmla="*/ 598662 h 122"/>
                  <a:gd name="T48" fmla="*/ 291000 w 110"/>
                  <a:gd name="T49" fmla="*/ 583941 h 122"/>
                  <a:gd name="T50" fmla="*/ 281135 w 110"/>
                  <a:gd name="T51" fmla="*/ 569220 h 12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110" h="122">
                    <a:moveTo>
                      <a:pt x="101" y="19"/>
                    </a:moveTo>
                    <a:cubicBezTo>
                      <a:pt x="43" y="19"/>
                      <a:pt x="43" y="19"/>
                      <a:pt x="43" y="19"/>
                    </a:cubicBezTo>
                    <a:cubicBezTo>
                      <a:pt x="43" y="0"/>
                      <a:pt x="44" y="2"/>
                      <a:pt x="66" y="2"/>
                    </a:cubicBezTo>
                    <a:cubicBezTo>
                      <a:pt x="77" y="2"/>
                      <a:pt x="77" y="2"/>
                      <a:pt x="77" y="2"/>
                    </a:cubicBezTo>
                    <a:cubicBezTo>
                      <a:pt x="100" y="2"/>
                      <a:pt x="101" y="0"/>
                      <a:pt x="101" y="19"/>
                    </a:cubicBezTo>
                    <a:close/>
                    <a:moveTo>
                      <a:pt x="102" y="26"/>
                    </a:moveTo>
                    <a:cubicBezTo>
                      <a:pt x="42" y="26"/>
                      <a:pt x="42" y="26"/>
                      <a:pt x="42" y="26"/>
                    </a:cubicBezTo>
                    <a:cubicBezTo>
                      <a:pt x="34" y="64"/>
                      <a:pt x="34" y="64"/>
                      <a:pt x="34" y="64"/>
                    </a:cubicBezTo>
                    <a:cubicBezTo>
                      <a:pt x="64" y="64"/>
                      <a:pt x="58" y="122"/>
                      <a:pt x="68" y="122"/>
                    </a:cubicBezTo>
                    <a:cubicBezTo>
                      <a:pt x="68" y="122"/>
                      <a:pt x="69" y="122"/>
                      <a:pt x="69" y="122"/>
                    </a:cubicBezTo>
                    <a:cubicBezTo>
                      <a:pt x="69" y="79"/>
                      <a:pt x="69" y="79"/>
                      <a:pt x="69" y="79"/>
                    </a:cubicBezTo>
                    <a:cubicBezTo>
                      <a:pt x="65" y="78"/>
                      <a:pt x="62" y="74"/>
                      <a:pt x="62" y="70"/>
                    </a:cubicBezTo>
                    <a:cubicBezTo>
                      <a:pt x="62" y="65"/>
                      <a:pt x="67" y="60"/>
                      <a:pt x="72" y="60"/>
                    </a:cubicBezTo>
                    <a:cubicBezTo>
                      <a:pt x="77" y="60"/>
                      <a:pt x="82" y="65"/>
                      <a:pt x="82" y="70"/>
                    </a:cubicBezTo>
                    <a:cubicBezTo>
                      <a:pt x="82" y="74"/>
                      <a:pt x="79" y="78"/>
                      <a:pt x="75" y="79"/>
                    </a:cubicBezTo>
                    <a:cubicBezTo>
                      <a:pt x="75" y="122"/>
                      <a:pt x="75" y="122"/>
                      <a:pt x="75" y="122"/>
                    </a:cubicBezTo>
                    <a:cubicBezTo>
                      <a:pt x="75" y="122"/>
                      <a:pt x="76" y="122"/>
                      <a:pt x="76" y="122"/>
                    </a:cubicBezTo>
                    <a:cubicBezTo>
                      <a:pt x="85" y="122"/>
                      <a:pt x="79" y="64"/>
                      <a:pt x="110" y="64"/>
                    </a:cubicBezTo>
                    <a:lnTo>
                      <a:pt x="102" y="26"/>
                    </a:lnTo>
                    <a:close/>
                    <a:moveTo>
                      <a:pt x="57" y="116"/>
                    </a:moveTo>
                    <a:cubicBezTo>
                      <a:pt x="1" y="116"/>
                      <a:pt x="1" y="116"/>
                      <a:pt x="1" y="116"/>
                    </a:cubicBezTo>
                    <a:cubicBezTo>
                      <a:pt x="0" y="116"/>
                      <a:pt x="0" y="117"/>
                      <a:pt x="0" y="119"/>
                    </a:cubicBezTo>
                    <a:cubicBezTo>
                      <a:pt x="0" y="121"/>
                      <a:pt x="0" y="122"/>
                      <a:pt x="1" y="122"/>
                    </a:cubicBezTo>
                    <a:cubicBezTo>
                      <a:pt x="57" y="122"/>
                      <a:pt x="57" y="122"/>
                      <a:pt x="57" y="122"/>
                    </a:cubicBezTo>
                    <a:cubicBezTo>
                      <a:pt x="58" y="122"/>
                      <a:pt x="59" y="121"/>
                      <a:pt x="59" y="119"/>
                    </a:cubicBezTo>
                    <a:cubicBezTo>
                      <a:pt x="59" y="117"/>
                      <a:pt x="58" y="116"/>
                      <a:pt x="57" y="11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outerShdw dist="25400" dir="5400000" algn="ctr" rotWithShape="0">
                  <a:srgbClr val="000000">
                    <a:alpha val="39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微软雅黑 Light" pitchFamily="2" charset="-122"/>
                </a:endParaRPr>
              </a:p>
            </p:txBody>
          </p:sp>
        </p:grpSp>
        <p:sp>
          <p:nvSpPr>
            <p:cNvPr id="9237" name="矩形 42"/>
            <p:cNvSpPr>
              <a:spLocks noChangeArrowheads="1"/>
            </p:cNvSpPr>
            <p:nvPr/>
          </p:nvSpPr>
          <p:spPr bwMode="auto">
            <a:xfrm>
              <a:off x="4678385" y="3499388"/>
              <a:ext cx="2303327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利用</a:t>
              </a:r>
              <a:r>
                <a:rPr lang="zh-CN" altLang="zh-CN" sz="2000" b="1" dirty="0" smtClean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多媒体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教学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手段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，结合具体实例，努力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调动</a:t>
              </a: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课堂气氛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和学习</a:t>
              </a: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积极性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7953408" y="1733801"/>
            <a:ext cx="2287096" cy="3335247"/>
            <a:chOff x="7953408" y="1733801"/>
            <a:chExt cx="2287096" cy="3335247"/>
          </a:xfrm>
        </p:grpSpPr>
        <p:grpSp>
          <p:nvGrpSpPr>
            <p:cNvPr id="9231" name="组合 38"/>
            <p:cNvGrpSpPr>
              <a:grpSpLocks/>
            </p:cNvGrpSpPr>
            <p:nvPr/>
          </p:nvGrpSpPr>
          <p:grpSpPr bwMode="auto">
            <a:xfrm>
              <a:off x="8477192" y="1733801"/>
              <a:ext cx="1258480" cy="1192279"/>
              <a:chOff x="0" y="0"/>
              <a:chExt cx="1667430" cy="1571623"/>
            </a:xfrm>
          </p:grpSpPr>
          <p:pic>
            <p:nvPicPr>
              <p:cNvPr id="9234" name="组合 12"/>
              <p:cNvPicPr>
                <a:picLocks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30441" y="-33258"/>
                <a:ext cx="1688592" cy="16885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235" name="Freeform 67"/>
              <p:cNvSpPr>
                <a:spLocks noEditPoints="1"/>
              </p:cNvSpPr>
              <p:nvPr/>
            </p:nvSpPr>
            <p:spPr bwMode="auto">
              <a:xfrm>
                <a:off x="458966" y="506453"/>
                <a:ext cx="617700" cy="617588"/>
              </a:xfrm>
              <a:custGeom>
                <a:avLst/>
                <a:gdLst>
                  <a:gd name="T0" fmla="*/ 612358 w 122"/>
                  <a:gd name="T1" fmla="*/ 556687 h 122"/>
                  <a:gd name="T2" fmla="*/ 460534 w 122"/>
                  <a:gd name="T3" fmla="*/ 399803 h 122"/>
                  <a:gd name="T4" fmla="*/ 445351 w 122"/>
                  <a:gd name="T5" fmla="*/ 399803 h 122"/>
                  <a:gd name="T6" fmla="*/ 394743 w 122"/>
                  <a:gd name="T7" fmla="*/ 349195 h 122"/>
                  <a:gd name="T8" fmla="*/ 344135 w 122"/>
                  <a:gd name="T9" fmla="*/ 298587 h 122"/>
                  <a:gd name="T10" fmla="*/ 344135 w 122"/>
                  <a:gd name="T11" fmla="*/ 298587 h 122"/>
                  <a:gd name="T12" fmla="*/ 379561 w 122"/>
                  <a:gd name="T13" fmla="*/ 187249 h 122"/>
                  <a:gd name="T14" fmla="*/ 192311 w 122"/>
                  <a:gd name="T15" fmla="*/ 0 h 122"/>
                  <a:gd name="T16" fmla="*/ 0 w 122"/>
                  <a:gd name="T17" fmla="*/ 187249 h 122"/>
                  <a:gd name="T18" fmla="*/ 192311 w 122"/>
                  <a:gd name="T19" fmla="*/ 374499 h 122"/>
                  <a:gd name="T20" fmla="*/ 298588 w 122"/>
                  <a:gd name="T21" fmla="*/ 339073 h 122"/>
                  <a:gd name="T22" fmla="*/ 298588 w 122"/>
                  <a:gd name="T23" fmla="*/ 339073 h 122"/>
                  <a:gd name="T24" fmla="*/ 349196 w 122"/>
                  <a:gd name="T25" fmla="*/ 389681 h 122"/>
                  <a:gd name="T26" fmla="*/ 404865 w 122"/>
                  <a:gd name="T27" fmla="*/ 445350 h 122"/>
                  <a:gd name="T28" fmla="*/ 404865 w 122"/>
                  <a:gd name="T29" fmla="*/ 455472 h 122"/>
                  <a:gd name="T30" fmla="*/ 556689 w 122"/>
                  <a:gd name="T31" fmla="*/ 607295 h 122"/>
                  <a:gd name="T32" fmla="*/ 592115 w 122"/>
                  <a:gd name="T33" fmla="*/ 592113 h 122"/>
                  <a:gd name="T34" fmla="*/ 597176 w 122"/>
                  <a:gd name="T35" fmla="*/ 592113 h 122"/>
                  <a:gd name="T36" fmla="*/ 612358 w 122"/>
                  <a:gd name="T37" fmla="*/ 556687 h 122"/>
                  <a:gd name="T38" fmla="*/ 192311 w 122"/>
                  <a:gd name="T39" fmla="*/ 334012 h 122"/>
                  <a:gd name="T40" fmla="*/ 45547 w 122"/>
                  <a:gd name="T41" fmla="*/ 187249 h 122"/>
                  <a:gd name="T42" fmla="*/ 192311 w 122"/>
                  <a:gd name="T43" fmla="*/ 40486 h 122"/>
                  <a:gd name="T44" fmla="*/ 339074 w 122"/>
                  <a:gd name="T45" fmla="*/ 187249 h 122"/>
                  <a:gd name="T46" fmla="*/ 192311 w 122"/>
                  <a:gd name="T47" fmla="*/ 334012 h 122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22" h="122">
                    <a:moveTo>
                      <a:pt x="121" y="110"/>
                    </a:moveTo>
                    <a:cubicBezTo>
                      <a:pt x="91" y="79"/>
                      <a:pt x="91" y="79"/>
                      <a:pt x="91" y="79"/>
                    </a:cubicBezTo>
                    <a:cubicBezTo>
                      <a:pt x="90" y="79"/>
                      <a:pt x="89" y="79"/>
                      <a:pt x="88" y="79"/>
                    </a:cubicBezTo>
                    <a:cubicBezTo>
                      <a:pt x="78" y="69"/>
                      <a:pt x="78" y="69"/>
                      <a:pt x="78" y="69"/>
                    </a:cubicBezTo>
                    <a:cubicBezTo>
                      <a:pt x="68" y="59"/>
                      <a:pt x="68" y="59"/>
                      <a:pt x="68" y="59"/>
                    </a:cubicBezTo>
                    <a:cubicBezTo>
                      <a:pt x="68" y="59"/>
                      <a:pt x="68" y="59"/>
                      <a:pt x="68" y="59"/>
                    </a:cubicBezTo>
                    <a:cubicBezTo>
                      <a:pt x="72" y="53"/>
                      <a:pt x="75" y="45"/>
                      <a:pt x="75" y="37"/>
                    </a:cubicBezTo>
                    <a:cubicBezTo>
                      <a:pt x="75" y="17"/>
                      <a:pt x="58" y="0"/>
                      <a:pt x="38" y="0"/>
                    </a:cubicBezTo>
                    <a:cubicBezTo>
                      <a:pt x="17" y="0"/>
                      <a:pt x="0" y="17"/>
                      <a:pt x="0" y="37"/>
                    </a:cubicBezTo>
                    <a:cubicBezTo>
                      <a:pt x="0" y="58"/>
                      <a:pt x="17" y="74"/>
                      <a:pt x="38" y="74"/>
                    </a:cubicBezTo>
                    <a:cubicBezTo>
                      <a:pt x="46" y="74"/>
                      <a:pt x="53" y="72"/>
                      <a:pt x="59" y="67"/>
                    </a:cubicBezTo>
                    <a:cubicBezTo>
                      <a:pt x="59" y="67"/>
                      <a:pt x="59" y="67"/>
                      <a:pt x="59" y="67"/>
                    </a:cubicBezTo>
                    <a:cubicBezTo>
                      <a:pt x="69" y="77"/>
                      <a:pt x="69" y="77"/>
                      <a:pt x="69" y="77"/>
                    </a:cubicBezTo>
                    <a:cubicBezTo>
                      <a:pt x="80" y="88"/>
                      <a:pt x="80" y="88"/>
                      <a:pt x="80" y="88"/>
                    </a:cubicBezTo>
                    <a:cubicBezTo>
                      <a:pt x="79" y="89"/>
                      <a:pt x="79" y="90"/>
                      <a:pt x="80" y="90"/>
                    </a:cubicBezTo>
                    <a:cubicBezTo>
                      <a:pt x="110" y="120"/>
                      <a:pt x="110" y="120"/>
                      <a:pt x="110" y="120"/>
                    </a:cubicBezTo>
                    <a:cubicBezTo>
                      <a:pt x="111" y="122"/>
                      <a:pt x="115" y="120"/>
                      <a:pt x="117" y="117"/>
                    </a:cubicBezTo>
                    <a:cubicBezTo>
                      <a:pt x="118" y="117"/>
                      <a:pt x="118" y="117"/>
                      <a:pt x="118" y="117"/>
                    </a:cubicBezTo>
                    <a:cubicBezTo>
                      <a:pt x="121" y="114"/>
                      <a:pt x="122" y="111"/>
                      <a:pt x="121" y="110"/>
                    </a:cubicBezTo>
                    <a:close/>
                    <a:moveTo>
                      <a:pt x="38" y="66"/>
                    </a:moveTo>
                    <a:cubicBezTo>
                      <a:pt x="22" y="66"/>
                      <a:pt x="9" y="53"/>
                      <a:pt x="9" y="37"/>
                    </a:cubicBezTo>
                    <a:cubicBezTo>
                      <a:pt x="9" y="21"/>
                      <a:pt x="22" y="8"/>
                      <a:pt x="38" y="8"/>
                    </a:cubicBezTo>
                    <a:cubicBezTo>
                      <a:pt x="54" y="8"/>
                      <a:pt x="67" y="21"/>
                      <a:pt x="67" y="37"/>
                    </a:cubicBezTo>
                    <a:cubicBezTo>
                      <a:pt x="67" y="53"/>
                      <a:pt x="54" y="66"/>
                      <a:pt x="38" y="66"/>
                    </a:cubicBez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  <a:round/>
                <a:headEnd/>
                <a:tailEnd/>
              </a:ln>
              <a:effectLst>
                <a:outerShdw dist="25400" dir="5400000" algn="ctr" rotWithShape="0">
                  <a:srgbClr val="000000">
                    <a:alpha val="39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ea typeface="微软雅黑 Light" pitchFamily="2" charset="-122"/>
                </a:endParaRPr>
              </a:p>
            </p:txBody>
          </p:sp>
        </p:grpSp>
        <p:sp>
          <p:nvSpPr>
            <p:cNvPr id="9232" name="矩形 43"/>
            <p:cNvSpPr>
              <a:spLocks noChangeArrowheads="1"/>
            </p:cNvSpPr>
            <p:nvPr/>
          </p:nvSpPr>
          <p:spPr bwMode="auto">
            <a:xfrm>
              <a:off x="7953408" y="3499388"/>
              <a:ext cx="2287096" cy="15696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采取</a:t>
              </a:r>
              <a:r>
                <a:rPr lang="zh-CN" altLang="zh-CN" sz="2000" b="1" dirty="0">
                  <a:solidFill>
                    <a:srgbClr val="C63E5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多种方式</a:t>
              </a: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，如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分层讲解、</a:t>
              </a:r>
              <a:r>
                <a:rPr lang="zh-CN" altLang="en-US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随堂</a:t>
              </a:r>
              <a:r>
                <a:rPr lang="zh-CN" altLang="zh-CN" sz="2000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练习</a:t>
              </a:r>
              <a:r>
                <a:rPr lang="zh-CN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等，确保学生掌握基本知识与理论</a:t>
              </a:r>
              <a:endParaRPr lang="zh-CN" altLang="en-US" sz="20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文本框 91"/>
          <p:cNvSpPr txBox="1">
            <a:spLocks noChangeArrowheads="1"/>
          </p:cNvSpPr>
          <p:nvPr/>
        </p:nvSpPr>
        <p:spPr bwMode="auto">
          <a:xfrm>
            <a:off x="233476" y="282575"/>
            <a:ext cx="2396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教学实施</a:t>
            </a:r>
            <a:r>
              <a:rPr lang="en-US" altLang="zh-CN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93"/>
          <p:cNvSpPr txBox="1">
            <a:spLocks noChangeArrowheads="1"/>
          </p:cNvSpPr>
          <p:nvPr/>
        </p:nvSpPr>
        <p:spPr bwMode="auto">
          <a:xfrm>
            <a:off x="2477042" y="319600"/>
            <a:ext cx="23391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教学方法和手段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3" name="直接连接符 46"/>
          <p:cNvCxnSpPr>
            <a:cxnSpLocks noChangeShapeType="1"/>
          </p:cNvCxnSpPr>
          <p:nvPr/>
        </p:nvCxnSpPr>
        <p:spPr bwMode="auto">
          <a:xfrm flipV="1">
            <a:off x="335504" y="991518"/>
            <a:ext cx="4683731" cy="3642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直接连接符 5"/>
          <p:cNvCxnSpPr/>
          <p:nvPr/>
        </p:nvCxnSpPr>
        <p:spPr bwMode="auto">
          <a:xfrm>
            <a:off x="4098275" y="319600"/>
            <a:ext cx="0" cy="48619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直接连接符 21"/>
          <p:cNvCxnSpPr/>
          <p:nvPr/>
        </p:nvCxnSpPr>
        <p:spPr bwMode="auto">
          <a:xfrm>
            <a:off x="4757451" y="317764"/>
            <a:ext cx="0" cy="48619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9" name="直接连接符 8"/>
          <p:cNvCxnSpPr/>
          <p:nvPr/>
        </p:nvCxnSpPr>
        <p:spPr bwMode="auto">
          <a:xfrm flipV="1">
            <a:off x="4098275" y="803959"/>
            <a:ext cx="659176" cy="183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直接连接符 25"/>
          <p:cNvCxnSpPr/>
          <p:nvPr/>
        </p:nvCxnSpPr>
        <p:spPr bwMode="auto">
          <a:xfrm flipV="1">
            <a:off x="4107456" y="317381"/>
            <a:ext cx="659176" cy="1836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燕尾形 11"/>
          <p:cNvSpPr>
            <a:spLocks noChangeArrowheads="1"/>
          </p:cNvSpPr>
          <p:nvPr/>
        </p:nvSpPr>
        <p:spPr bwMode="auto">
          <a:xfrm>
            <a:off x="2641600" y="3297238"/>
            <a:ext cx="233363" cy="409575"/>
          </a:xfrm>
          <a:prstGeom prst="chevron">
            <a:avLst>
              <a:gd name="adj" fmla="val 77051"/>
            </a:avLst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1507" name="燕尾形 14"/>
          <p:cNvSpPr>
            <a:spLocks noChangeArrowheads="1"/>
          </p:cNvSpPr>
          <p:nvPr/>
        </p:nvSpPr>
        <p:spPr bwMode="auto">
          <a:xfrm>
            <a:off x="4976813" y="3297238"/>
            <a:ext cx="233362" cy="409575"/>
          </a:xfrm>
          <a:prstGeom prst="chevron">
            <a:avLst>
              <a:gd name="adj" fmla="val 77051"/>
            </a:avLst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1508" name="燕尾形 15"/>
          <p:cNvSpPr>
            <a:spLocks noChangeArrowheads="1"/>
          </p:cNvSpPr>
          <p:nvPr/>
        </p:nvSpPr>
        <p:spPr bwMode="auto">
          <a:xfrm>
            <a:off x="7319963" y="3297238"/>
            <a:ext cx="233362" cy="409575"/>
          </a:xfrm>
          <a:prstGeom prst="chevron">
            <a:avLst>
              <a:gd name="adj" fmla="val 77051"/>
            </a:avLst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21509" name="燕尾形 16"/>
          <p:cNvSpPr>
            <a:spLocks noChangeArrowheads="1"/>
          </p:cNvSpPr>
          <p:nvPr/>
        </p:nvSpPr>
        <p:spPr bwMode="auto">
          <a:xfrm>
            <a:off x="9655175" y="3297238"/>
            <a:ext cx="233363" cy="409575"/>
          </a:xfrm>
          <a:prstGeom prst="chevron">
            <a:avLst>
              <a:gd name="adj" fmla="val 77051"/>
            </a:avLst>
          </a:prstGeom>
          <a:solidFill>
            <a:srgbClr val="A6A6A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/>
          </a:p>
        </p:txBody>
      </p:sp>
      <p:grpSp>
        <p:nvGrpSpPr>
          <p:cNvPr id="2" name="组合 10"/>
          <p:cNvGrpSpPr>
            <a:grpSpLocks/>
          </p:cNvGrpSpPr>
          <p:nvPr/>
        </p:nvGrpSpPr>
        <p:grpSpPr bwMode="auto">
          <a:xfrm>
            <a:off x="641350" y="3030538"/>
            <a:ext cx="1873250" cy="942975"/>
            <a:chOff x="0" y="0"/>
            <a:chExt cx="1872943" cy="942975"/>
          </a:xfrm>
        </p:grpSpPr>
        <p:sp>
          <p:nvSpPr>
            <p:cNvPr id="22580" name="圆角矩形 5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81" name="文本框 58"/>
            <p:cNvSpPr txBox="1">
              <a:spLocks noChangeArrowheads="1"/>
            </p:cNvSpPr>
            <p:nvPr/>
          </p:nvSpPr>
          <p:spPr bwMode="auto">
            <a:xfrm>
              <a:off x="341282" y="148321"/>
              <a:ext cx="110781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简单</a:t>
              </a: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回顾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</a:t>
              </a: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节内容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12"/>
          <p:cNvGrpSpPr>
            <a:grpSpLocks/>
          </p:cNvGrpSpPr>
          <p:nvPr/>
        </p:nvGrpSpPr>
        <p:grpSpPr bwMode="auto">
          <a:xfrm>
            <a:off x="2984499" y="3030538"/>
            <a:ext cx="1873250" cy="942975"/>
            <a:chOff x="0" y="0"/>
            <a:chExt cx="1872943" cy="942975"/>
          </a:xfrm>
        </p:grpSpPr>
        <p:sp>
          <p:nvSpPr>
            <p:cNvPr id="22578" name="圆角矩形 6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9" name="文本框 59"/>
            <p:cNvSpPr txBox="1">
              <a:spLocks noChangeArrowheads="1"/>
            </p:cNvSpPr>
            <p:nvPr/>
          </p:nvSpPr>
          <p:spPr bwMode="auto">
            <a:xfrm>
              <a:off x="357047" y="162248"/>
              <a:ext cx="1107814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结合</a:t>
              </a: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实例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引入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课题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13"/>
          <p:cNvGrpSpPr>
            <a:grpSpLocks/>
          </p:cNvGrpSpPr>
          <p:nvPr/>
        </p:nvGrpSpPr>
        <p:grpSpPr bwMode="auto">
          <a:xfrm>
            <a:off x="5318125" y="3030538"/>
            <a:ext cx="1873250" cy="942975"/>
            <a:chOff x="0" y="0"/>
            <a:chExt cx="1872943" cy="942975"/>
          </a:xfrm>
        </p:grpSpPr>
        <p:sp>
          <p:nvSpPr>
            <p:cNvPr id="22576" name="圆角矩形 7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rgbClr val="C63E5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7" name="文本框 60"/>
            <p:cNvSpPr txBox="1">
              <a:spLocks noChangeArrowheads="1"/>
            </p:cNvSpPr>
            <p:nvPr/>
          </p:nvSpPr>
          <p:spPr bwMode="auto">
            <a:xfrm>
              <a:off x="352368" y="266700"/>
              <a:ext cx="110781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讲解新</a:t>
              </a: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组合 17"/>
          <p:cNvGrpSpPr>
            <a:grpSpLocks/>
          </p:cNvGrpSpPr>
          <p:nvPr/>
        </p:nvGrpSpPr>
        <p:grpSpPr bwMode="auto">
          <a:xfrm>
            <a:off x="7651751" y="3030538"/>
            <a:ext cx="1871663" cy="942975"/>
            <a:chOff x="0" y="0"/>
            <a:chExt cx="1872943" cy="942975"/>
          </a:xfrm>
        </p:grpSpPr>
        <p:sp>
          <p:nvSpPr>
            <p:cNvPr id="22574" name="圆角矩形 8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rgbClr val="34457A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5" name="文本框 61"/>
            <p:cNvSpPr txBox="1">
              <a:spLocks noChangeArrowheads="1"/>
            </p:cNvSpPr>
            <p:nvPr/>
          </p:nvSpPr>
          <p:spPr bwMode="auto">
            <a:xfrm>
              <a:off x="362198" y="151231"/>
              <a:ext cx="110875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加强重点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技能</a:t>
              </a: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练习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组合 18"/>
          <p:cNvGrpSpPr>
            <a:grpSpLocks/>
          </p:cNvGrpSpPr>
          <p:nvPr/>
        </p:nvGrpSpPr>
        <p:grpSpPr bwMode="auto">
          <a:xfrm>
            <a:off x="10004427" y="3030538"/>
            <a:ext cx="1873250" cy="942975"/>
            <a:chOff x="0" y="0"/>
            <a:chExt cx="1872943" cy="942975"/>
          </a:xfrm>
        </p:grpSpPr>
        <p:sp>
          <p:nvSpPr>
            <p:cNvPr id="22572" name="圆角矩形 9"/>
            <p:cNvSpPr>
              <a:spLocks noChangeArrowheads="1"/>
            </p:cNvSpPr>
            <p:nvPr/>
          </p:nvSpPr>
          <p:spPr bwMode="auto">
            <a:xfrm>
              <a:off x="0" y="0"/>
              <a:ext cx="1872943" cy="942975"/>
            </a:xfrm>
            <a:prstGeom prst="roundRect">
              <a:avLst>
                <a:gd name="adj" fmla="val 16667"/>
              </a:avLst>
            </a:prstGeom>
            <a:solidFill>
              <a:srgbClr val="C63E55"/>
            </a:solidFill>
            <a:ln w="9525">
              <a:noFill/>
              <a:round/>
              <a:headEnd/>
              <a:tailEnd/>
            </a:ln>
            <a:effectLst>
              <a:outerShdw dist="63500" dir="5400000" algn="ctr" rotWithShape="0">
                <a:srgbClr val="000000">
                  <a:alpha val="10999"/>
                </a:srgbClr>
              </a:outerShdw>
            </a:effectLst>
          </p:spPr>
          <p:txBody>
            <a:bodyPr anchor="ctr"/>
            <a:lstStyle/>
            <a:p>
              <a:pPr algn="ctr" eaLnBrk="1" hangingPunct="1">
                <a:buFont typeface="Arial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ea typeface="微软雅黑 Light" pitchFamily="2" charset="-122"/>
              </a:endParaRPr>
            </a:p>
          </p:txBody>
        </p:sp>
        <p:sp>
          <p:nvSpPr>
            <p:cNvPr id="22573" name="文本框 62"/>
            <p:cNvSpPr txBox="1">
              <a:spLocks noChangeArrowheads="1"/>
            </p:cNvSpPr>
            <p:nvPr/>
          </p:nvSpPr>
          <p:spPr bwMode="auto">
            <a:xfrm>
              <a:off x="382563" y="162247"/>
              <a:ext cx="1107815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和</a:t>
              </a:r>
              <a:endParaRPr lang="en-US" altLang="zh-CN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布置</a:t>
              </a:r>
              <a:r>
                <a:rPr lang="zh-CN" altLang="zh-CN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作业</a:t>
              </a:r>
              <a:endPara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4" name="文本框 91"/>
          <p:cNvSpPr txBox="1">
            <a:spLocks noChangeArrowheads="1"/>
          </p:cNvSpPr>
          <p:nvPr/>
        </p:nvSpPr>
        <p:spPr bwMode="auto">
          <a:xfrm>
            <a:off x="233476" y="282575"/>
            <a:ext cx="2396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教学实施</a:t>
            </a:r>
            <a:r>
              <a:rPr lang="en-US" altLang="zh-CN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93"/>
          <p:cNvSpPr txBox="1">
            <a:spLocks noChangeArrowheads="1"/>
          </p:cNvSpPr>
          <p:nvPr/>
        </p:nvSpPr>
        <p:spPr bwMode="auto">
          <a:xfrm>
            <a:off x="2477042" y="31960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</a:t>
            </a: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过程设计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连接符 46"/>
          <p:cNvCxnSpPr>
            <a:cxnSpLocks noChangeShapeType="1"/>
          </p:cNvCxnSpPr>
          <p:nvPr/>
        </p:nvCxnSpPr>
        <p:spPr bwMode="auto">
          <a:xfrm flipV="1">
            <a:off x="335504" y="991518"/>
            <a:ext cx="4683731" cy="3642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68928128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5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1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nimBg="1"/>
      <p:bldP spid="21507" grpId="0" animBg="1"/>
      <p:bldP spid="21508" grpId="0" animBg="1"/>
      <p:bldP spid="2150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文本框 91"/>
          <p:cNvSpPr txBox="1">
            <a:spLocks noChangeArrowheads="1"/>
          </p:cNvSpPr>
          <p:nvPr/>
        </p:nvSpPr>
        <p:spPr bwMode="auto">
          <a:xfrm>
            <a:off x="233476" y="282575"/>
            <a:ext cx="23968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教学实施</a:t>
            </a:r>
            <a:r>
              <a:rPr lang="en-US" altLang="zh-CN" sz="2800" b="1" dirty="0" smtClean="0">
                <a:solidFill>
                  <a:srgbClr val="C63E5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endParaRPr lang="zh-CN" altLang="en-US" sz="2800" b="1" dirty="0">
              <a:solidFill>
                <a:srgbClr val="C63E5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93"/>
          <p:cNvSpPr txBox="1">
            <a:spLocks noChangeArrowheads="1"/>
          </p:cNvSpPr>
          <p:nvPr/>
        </p:nvSpPr>
        <p:spPr bwMode="auto">
          <a:xfrm>
            <a:off x="2477042" y="319600"/>
            <a:ext cx="203132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微软雅黑 Light" panose="020B0502040204020203" pitchFamily="34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考核评价方法</a:t>
            </a:r>
            <a:endParaRPr lang="zh-CN" altLang="en-US" sz="2400" b="1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6" name="直接连接符 46"/>
          <p:cNvCxnSpPr>
            <a:cxnSpLocks noChangeShapeType="1"/>
          </p:cNvCxnSpPr>
          <p:nvPr/>
        </p:nvCxnSpPr>
        <p:spPr bwMode="auto">
          <a:xfrm flipV="1">
            <a:off x="335504" y="991518"/>
            <a:ext cx="4683731" cy="36420"/>
          </a:xfrm>
          <a:prstGeom prst="line">
            <a:avLst/>
          </a:prstGeom>
          <a:noFill/>
          <a:ln w="6350">
            <a:solidFill>
              <a:srgbClr val="BFBFBF"/>
            </a:solidFill>
            <a:prstDash val="dash"/>
            <a:round/>
            <a:headEnd type="oval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" name="Plus 20"/>
          <p:cNvSpPr/>
          <p:nvPr/>
        </p:nvSpPr>
        <p:spPr>
          <a:xfrm>
            <a:off x="4170459" y="2965480"/>
            <a:ext cx="746125" cy="744538"/>
          </a:xfrm>
          <a:prstGeom prst="mathPlus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vi-VN">
              <a:solidFill>
                <a:srgbClr val="C00000"/>
              </a:solidFill>
            </a:endParaRPr>
          </a:p>
        </p:txBody>
      </p:sp>
      <p:sp>
        <p:nvSpPr>
          <p:cNvPr id="30" name="Equal 27"/>
          <p:cNvSpPr/>
          <p:nvPr/>
        </p:nvSpPr>
        <p:spPr>
          <a:xfrm>
            <a:off x="7850001" y="2868641"/>
            <a:ext cx="814387" cy="814388"/>
          </a:xfrm>
          <a:prstGeom prst="mathEqual">
            <a:avLst/>
          </a:prstGeom>
          <a:solidFill>
            <a:srgbClr val="C63E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vi-VN">
              <a:solidFill>
                <a:srgbClr val="C00000"/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95959" y="2315399"/>
            <a:ext cx="1795462" cy="1798638"/>
            <a:chOff x="525463" y="2314575"/>
            <a:chExt cx="1795462" cy="1798638"/>
          </a:xfrm>
        </p:grpSpPr>
        <p:grpSp>
          <p:nvGrpSpPr>
            <p:cNvPr id="36" name="Group 14"/>
            <p:cNvGrpSpPr>
              <a:grpSpLocks/>
            </p:cNvGrpSpPr>
            <p:nvPr/>
          </p:nvGrpSpPr>
          <p:grpSpPr bwMode="auto">
            <a:xfrm>
              <a:off x="525463" y="2314575"/>
              <a:ext cx="1795462" cy="1798638"/>
              <a:chOff x="3692576" y="1742634"/>
              <a:chExt cx="2790379" cy="2796023"/>
            </a:xfrm>
          </p:grpSpPr>
          <p:grpSp>
            <p:nvGrpSpPr>
              <p:cNvPr id="37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39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40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38" name="椭圆 80"/>
              <p:cNvSpPr/>
              <p:nvPr/>
            </p:nvSpPr>
            <p:spPr bwMode="auto">
              <a:xfrm>
                <a:off x="4079531" y="2136608"/>
                <a:ext cx="2016472" cy="2020557"/>
              </a:xfrm>
              <a:prstGeom prst="ellipse">
                <a:avLst/>
              </a:prstGeom>
              <a:solidFill>
                <a:schemeClr val="accent1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1" name="Picture 10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00" y="2730500"/>
              <a:ext cx="661988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TextBox 13"/>
            <p:cNvSpPr txBox="1">
              <a:spLocks noChangeArrowheads="1"/>
            </p:cNvSpPr>
            <p:nvPr/>
          </p:nvSpPr>
          <p:spPr bwMode="auto">
            <a:xfrm>
              <a:off x="1000125" y="3336925"/>
              <a:ext cx="118745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平时成绩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86838" y="2344014"/>
            <a:ext cx="1795462" cy="1798638"/>
            <a:chOff x="5486838" y="2344014"/>
            <a:chExt cx="1795462" cy="1798638"/>
          </a:xfrm>
        </p:grpSpPr>
        <p:grpSp>
          <p:nvGrpSpPr>
            <p:cNvPr id="25" name="Group 21"/>
            <p:cNvGrpSpPr>
              <a:grpSpLocks/>
            </p:cNvGrpSpPr>
            <p:nvPr/>
          </p:nvGrpSpPr>
          <p:grpSpPr bwMode="auto">
            <a:xfrm>
              <a:off x="5486838" y="2344014"/>
              <a:ext cx="1795462" cy="1798638"/>
              <a:chOff x="3692576" y="1742634"/>
              <a:chExt cx="2790379" cy="2796023"/>
            </a:xfrm>
          </p:grpSpPr>
          <p:grpSp>
            <p:nvGrpSpPr>
              <p:cNvPr id="26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28" name="任意多边形 82"/>
                <p:cNvSpPr/>
                <p:nvPr/>
              </p:nvSpPr>
              <p:spPr>
                <a:xfrm rot="3738964">
                  <a:off x="6379729" y="2488774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29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27" name="椭圆 80"/>
              <p:cNvSpPr/>
              <p:nvPr/>
            </p:nvSpPr>
            <p:spPr bwMode="auto">
              <a:xfrm>
                <a:off x="4079531" y="2130365"/>
                <a:ext cx="2016472" cy="2020557"/>
              </a:xfrm>
              <a:prstGeom prst="ellipse">
                <a:avLst/>
              </a:prstGeom>
              <a:solidFill>
                <a:srgbClr val="C63E55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3" name="Picture 1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61127" y="2731664"/>
              <a:ext cx="663575" cy="663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TextBox 34"/>
            <p:cNvSpPr txBox="1">
              <a:spLocks noChangeArrowheads="1"/>
            </p:cNvSpPr>
            <p:nvPr/>
          </p:nvSpPr>
          <p:spPr bwMode="auto">
            <a:xfrm>
              <a:off x="5967850" y="3360014"/>
              <a:ext cx="1135063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考试成绩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9225738" y="2345271"/>
            <a:ext cx="1795462" cy="1800225"/>
            <a:chOff x="9917113" y="2276475"/>
            <a:chExt cx="1795462" cy="1800225"/>
          </a:xfrm>
        </p:grpSpPr>
        <p:grpSp>
          <p:nvGrpSpPr>
            <p:cNvPr id="31" name="Group 28"/>
            <p:cNvGrpSpPr>
              <a:grpSpLocks/>
            </p:cNvGrpSpPr>
            <p:nvPr/>
          </p:nvGrpSpPr>
          <p:grpSpPr bwMode="auto">
            <a:xfrm>
              <a:off x="9917113" y="2276475"/>
              <a:ext cx="1795462" cy="1800225"/>
              <a:chOff x="3692576" y="1742634"/>
              <a:chExt cx="2790379" cy="2796023"/>
            </a:xfrm>
          </p:grpSpPr>
          <p:grpSp>
            <p:nvGrpSpPr>
              <p:cNvPr id="32" name="组合 79"/>
              <p:cNvGrpSpPr>
                <a:grpSpLocks/>
              </p:cNvGrpSpPr>
              <p:nvPr/>
            </p:nvGrpSpPr>
            <p:grpSpPr bwMode="auto">
              <a:xfrm>
                <a:off x="3692576" y="1742634"/>
                <a:ext cx="2790379" cy="2796023"/>
                <a:chOff x="6379729" y="2488774"/>
                <a:chExt cx="2513016" cy="2513016"/>
              </a:xfrm>
            </p:grpSpPr>
            <p:sp>
              <p:nvSpPr>
                <p:cNvPr id="34" name="任意多边形 82"/>
                <p:cNvSpPr/>
                <p:nvPr/>
              </p:nvSpPr>
              <p:spPr>
                <a:xfrm rot="3738964">
                  <a:off x="6379728" y="2488775"/>
                  <a:ext cx="2513016" cy="2513016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7000">
                      <a:srgbClr val="FFFFFF"/>
                    </a:gs>
                    <a:gs pos="88000">
                      <a:srgbClr val="FFFFFF">
                        <a:lumMod val="72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outerShdw blurRad="127000" dist="63500" dir="7380000" sx="102000" sy="102000" algn="tr" rotWithShape="0">
                    <a:prstClr val="black">
                      <a:alpha val="39000"/>
                    </a:prstClr>
                  </a:outerShdw>
                </a:effectLst>
              </p:spPr>
              <p:txBody>
                <a:bodyPr anchor="ctr"/>
                <a:lstStyle/>
                <a:p>
                  <a:pPr algn="ctr" eaLnBrk="1" hangingPunct="1">
                    <a:defRPr/>
                  </a:pPr>
                  <a:endParaRPr lang="zh-CN" altLang="en-US" kern="0">
                    <a:solidFill>
                      <a:srgbClr val="C00000"/>
                    </a:solidFill>
                    <a:latin typeface="Arial"/>
                    <a:ea typeface="宋体"/>
                  </a:endParaRPr>
                </a:p>
              </p:txBody>
            </p:sp>
            <p:sp>
              <p:nvSpPr>
                <p:cNvPr id="35" name="任意多边形 83"/>
                <p:cNvSpPr/>
                <p:nvPr/>
              </p:nvSpPr>
              <p:spPr>
                <a:xfrm rot="16377237">
                  <a:off x="6409518" y="2506881"/>
                  <a:ext cx="2476803" cy="2476800"/>
                </a:xfrm>
                <a:custGeom>
                  <a:avLst/>
                  <a:gdLst>
                    <a:gd name="connsiteX0" fmla="*/ 0 w 1800200"/>
                    <a:gd name="connsiteY0" fmla="*/ 900100 h 1800200"/>
                    <a:gd name="connsiteX1" fmla="*/ 263634 w 1800200"/>
                    <a:gd name="connsiteY1" fmla="*/ 263633 h 1800200"/>
                    <a:gd name="connsiteX2" fmla="*/ 900101 w 1800200"/>
                    <a:gd name="connsiteY2" fmla="*/ 1 h 1800200"/>
                    <a:gd name="connsiteX3" fmla="*/ 1536568 w 1800200"/>
                    <a:gd name="connsiteY3" fmla="*/ 263635 h 1800200"/>
                    <a:gd name="connsiteX4" fmla="*/ 1800200 w 1800200"/>
                    <a:gd name="connsiteY4" fmla="*/ 900102 h 1800200"/>
                    <a:gd name="connsiteX5" fmla="*/ 1536567 w 1800200"/>
                    <a:gd name="connsiteY5" fmla="*/ 1536569 h 1800200"/>
                    <a:gd name="connsiteX6" fmla="*/ 900100 w 1800200"/>
                    <a:gd name="connsiteY6" fmla="*/ 1800202 h 1800200"/>
                    <a:gd name="connsiteX7" fmla="*/ 263633 w 1800200"/>
                    <a:gd name="connsiteY7" fmla="*/ 1536568 h 1800200"/>
                    <a:gd name="connsiteX8" fmla="*/ 0 w 1800200"/>
                    <a:gd name="connsiteY8" fmla="*/ 900101 h 1800200"/>
                    <a:gd name="connsiteX9" fmla="*/ 0 w 1800200"/>
                    <a:gd name="connsiteY9" fmla="*/ 900100 h 18002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00200" h="1800200">
                      <a:moveTo>
                        <a:pt x="0" y="900100"/>
                      </a:moveTo>
                      <a:cubicBezTo>
                        <a:pt x="0" y="661379"/>
                        <a:pt x="94832" y="432435"/>
                        <a:pt x="263634" y="263633"/>
                      </a:cubicBezTo>
                      <a:cubicBezTo>
                        <a:pt x="432436" y="94832"/>
                        <a:pt x="661380" y="0"/>
                        <a:pt x="900101" y="1"/>
                      </a:cubicBezTo>
                      <a:cubicBezTo>
                        <a:pt x="1138822" y="1"/>
                        <a:pt x="1367766" y="94833"/>
                        <a:pt x="1536568" y="263635"/>
                      </a:cubicBezTo>
                      <a:cubicBezTo>
                        <a:pt x="1705369" y="432437"/>
                        <a:pt x="1800201" y="661381"/>
                        <a:pt x="1800200" y="900102"/>
                      </a:cubicBezTo>
                      <a:cubicBezTo>
                        <a:pt x="1800200" y="1138823"/>
                        <a:pt x="1705368" y="1367767"/>
                        <a:pt x="1536567" y="1536569"/>
                      </a:cubicBezTo>
                      <a:cubicBezTo>
                        <a:pt x="1367765" y="1705371"/>
                        <a:pt x="1138821" y="1800202"/>
                        <a:pt x="900100" y="1800202"/>
                      </a:cubicBezTo>
                      <a:cubicBezTo>
                        <a:pt x="661379" y="1800202"/>
                        <a:pt x="432435" y="1705370"/>
                        <a:pt x="263633" y="1536568"/>
                      </a:cubicBezTo>
                      <a:cubicBezTo>
                        <a:pt x="94832" y="1367766"/>
                        <a:pt x="0" y="1138822"/>
                        <a:pt x="0" y="900101"/>
                      </a:cubicBezTo>
                      <a:lnTo>
                        <a:pt x="0" y="900100"/>
                      </a:lnTo>
                      <a:close/>
                    </a:path>
                  </a:pathLst>
                </a:custGeom>
                <a:gradFill flip="none" rotWithShape="1">
                  <a:gsLst>
                    <a:gs pos="29000">
                      <a:srgbClr val="FFFFFF"/>
                    </a:gs>
                    <a:gs pos="98000">
                      <a:srgbClr val="FFFFFF">
                        <a:lumMod val="75000"/>
                      </a:srgbClr>
                    </a:gs>
                  </a:gsLst>
                  <a:lin ang="2700000" scaled="1"/>
                  <a:tileRect/>
                </a:gradFill>
                <a:ln w="25400" cap="flat" cmpd="sng" algn="ctr">
                  <a:noFill/>
                  <a:prstDash val="solid"/>
                </a:ln>
                <a:effectLst>
                  <a:softEdge rad="0"/>
                </a:effectLst>
              </p:spPr>
              <p:txBody>
                <a:bodyPr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defRPr/>
                  </a:pPr>
                  <a:endParaRPr lang="zh-CN" altLang="en-US" kern="0" smtClean="0">
                    <a:solidFill>
                      <a:srgbClr val="C00000"/>
                    </a:solidFill>
                  </a:endParaRPr>
                </a:p>
              </p:txBody>
            </p:sp>
          </p:grpSp>
          <p:sp>
            <p:nvSpPr>
              <p:cNvPr id="33" name="椭圆 80"/>
              <p:cNvSpPr/>
              <p:nvPr/>
            </p:nvSpPr>
            <p:spPr bwMode="auto">
              <a:xfrm>
                <a:off x="4079531" y="2130365"/>
                <a:ext cx="2016472" cy="2020557"/>
              </a:xfrm>
              <a:prstGeom prst="ellipse">
                <a:avLst/>
              </a:prstGeom>
              <a:solidFill>
                <a:srgbClr val="003366"/>
              </a:solidFill>
              <a:ln w="25400" cap="flat" cmpd="sng" algn="ctr">
                <a:noFill/>
                <a:prstDash val="solid"/>
              </a:ln>
              <a:effectLst>
                <a:innerShdw blurRad="63500" dist="25400" dir="18660000">
                  <a:prstClr val="black">
                    <a:alpha val="35000"/>
                  </a:prstClr>
                </a:innerShdw>
              </a:effectLst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kern="0" smtClean="0">
                  <a:solidFill>
                    <a:srgbClr val="C00000"/>
                  </a:solidFill>
                </a:endParaRPr>
              </a:p>
            </p:txBody>
          </p:sp>
        </p:grpSp>
        <p:pic>
          <p:nvPicPr>
            <p:cNvPr id="45" name="Picture 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83850" y="2730500"/>
              <a:ext cx="661988" cy="661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" name="TextBox 35"/>
            <p:cNvSpPr txBox="1">
              <a:spLocks noChangeArrowheads="1"/>
            </p:cNvSpPr>
            <p:nvPr/>
          </p:nvSpPr>
          <p:spPr bwMode="auto">
            <a:xfrm>
              <a:off x="10409238" y="3336925"/>
              <a:ext cx="1003300" cy="307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微软雅黑" pitchFamily="34" charset="-122"/>
                  <a:ea typeface="微软雅黑" pitchFamily="34" charset="-122"/>
                </a:defRPr>
              </a:lvl9pPr>
            </a:lstStyle>
            <a:p>
              <a:pPr eaLnBrk="1" hangingPunct="1"/>
              <a:r>
                <a:rPr lang="zh-CN" altLang="en-US" sz="1400" b="1" dirty="0" smtClean="0">
                  <a:solidFill>
                    <a:schemeClr val="bg1"/>
                  </a:solidFill>
                  <a:cs typeface="Arial" pitchFamily="34" charset="0"/>
                </a:rPr>
                <a:t>考核成绩</a:t>
              </a:r>
              <a:endParaRPr lang="vi-VN" altLang="zh-CN" sz="14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1772741" y="4315522"/>
            <a:ext cx="185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平时成绩占</a:t>
            </a:r>
            <a:r>
              <a:rPr lang="en-US" altLang="zh-CN" dirty="0"/>
              <a:t>30%</a:t>
            </a:r>
            <a:endParaRPr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>
            <a:off x="5446927" y="4384736"/>
            <a:ext cx="1858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考试</a:t>
            </a:r>
            <a:r>
              <a:rPr lang="zh-CN" altLang="zh-CN" dirty="0" smtClean="0"/>
              <a:t>成绩占</a:t>
            </a:r>
            <a:r>
              <a:rPr lang="en-US" altLang="zh-CN" dirty="0" smtClean="0"/>
              <a:t>70</a:t>
            </a:r>
            <a:r>
              <a:rPr lang="en-US" altLang="zh-CN" dirty="0"/>
              <a:t>%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61976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0" grpId="0" animBg="1"/>
      <p:bldP spid="10" grpId="0"/>
      <p:bldP spid="51" grpId="0"/>
    </p:bldLst>
  </p:timing>
</p:sld>
</file>

<file path=ppt/theme/theme1.xml><?xml version="1.0" encoding="utf-8"?>
<a:theme xmlns:a="http://schemas.openxmlformats.org/drawingml/2006/main" name="微软雅黑">
  <a:themeElements>
    <a:clrScheme name="微软雅黑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3E55"/>
      </a:accent1>
      <a:accent2>
        <a:srgbClr val="34457A"/>
      </a:accent2>
      <a:accent3>
        <a:srgbClr val="FFFFFF"/>
      </a:accent3>
      <a:accent4>
        <a:srgbClr val="000000"/>
      </a:accent4>
      <a:accent5>
        <a:srgbClr val="DFAFB4"/>
      </a:accent5>
      <a:accent6>
        <a:srgbClr val="2E3E6E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lnDef>
  </a:objectDefaults>
  <a:extraClrSchemeLst>
    <a:extraClrScheme>
      <a:clrScheme name="微软雅黑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C63E55"/>
        </a:accent1>
        <a:accent2>
          <a:srgbClr val="34457A"/>
        </a:accent2>
        <a:accent3>
          <a:srgbClr val="FFFFFF"/>
        </a:accent3>
        <a:accent4>
          <a:srgbClr val="000000"/>
        </a:accent4>
        <a:accent5>
          <a:srgbClr val="DFAFB4"/>
        </a:accent5>
        <a:accent6>
          <a:srgbClr val="2E3E6E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微软雅黑">
  <a:themeElements>
    <a:clrScheme name="1_微软雅黑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3E55"/>
      </a:accent1>
      <a:accent2>
        <a:srgbClr val="34457A"/>
      </a:accent2>
      <a:accent3>
        <a:srgbClr val="FFFFFF"/>
      </a:accent3>
      <a:accent4>
        <a:srgbClr val="000000"/>
      </a:accent4>
      <a:accent5>
        <a:srgbClr val="DFAFB4"/>
      </a:accent5>
      <a:accent6>
        <a:srgbClr val="2E3E6E"/>
      </a:accent6>
      <a:hlink>
        <a:srgbClr val="0563C1"/>
      </a:hlink>
      <a:folHlink>
        <a:srgbClr val="954F72"/>
      </a:folHlink>
    </a:clrScheme>
    <a:fontScheme name="1_微软雅黑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lnDef>
  </a:objectDefaults>
  <a:extraClrSchemeLst>
    <a:extraClrScheme>
      <a:clrScheme name="1_微软雅黑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C63E55"/>
        </a:accent1>
        <a:accent2>
          <a:srgbClr val="34457A"/>
        </a:accent2>
        <a:accent3>
          <a:srgbClr val="FFFFFF"/>
        </a:accent3>
        <a:accent4>
          <a:srgbClr val="000000"/>
        </a:accent4>
        <a:accent5>
          <a:srgbClr val="DFAFB4"/>
        </a:accent5>
        <a:accent6>
          <a:srgbClr val="2E3E6E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微软雅黑">
  <a:themeElements>
    <a:clrScheme name="2_微软雅黑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C63E55"/>
      </a:accent1>
      <a:accent2>
        <a:srgbClr val="34457A"/>
      </a:accent2>
      <a:accent3>
        <a:srgbClr val="FFFFFF"/>
      </a:accent3>
      <a:accent4>
        <a:srgbClr val="000000"/>
      </a:accent4>
      <a:accent5>
        <a:srgbClr val="DFAFB4"/>
      </a:accent5>
      <a:accent6>
        <a:srgbClr val="2E3E6E"/>
      </a:accent6>
      <a:hlink>
        <a:srgbClr val="0563C1"/>
      </a:hlink>
      <a:folHlink>
        <a:srgbClr val="954F72"/>
      </a:folHlink>
    </a:clrScheme>
    <a:fontScheme name="2_微软雅黑">
      <a:majorFont>
        <a:latin typeface="微软雅黑 Light"/>
        <a:ea typeface="微软雅黑 Light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tabLst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微软雅黑 Light" pitchFamily="2" charset="-122"/>
          </a:defRPr>
        </a:defPPr>
      </a:lstStyle>
    </a:lnDef>
  </a:objectDefaults>
  <a:extraClrSchemeLst>
    <a:extraClrScheme>
      <a:clrScheme name="2_微软雅黑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C63E55"/>
        </a:accent1>
        <a:accent2>
          <a:srgbClr val="34457A"/>
        </a:accent2>
        <a:accent3>
          <a:srgbClr val="FFFFFF"/>
        </a:accent3>
        <a:accent4>
          <a:srgbClr val="000000"/>
        </a:accent4>
        <a:accent5>
          <a:srgbClr val="DFAFB4"/>
        </a:accent5>
        <a:accent6>
          <a:srgbClr val="2E3E6E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662</TotalTime>
  <Pages>0</Pages>
  <Words>735</Words>
  <Characters>0</Characters>
  <Application>Microsoft Office PowerPoint</Application>
  <DocSecurity>0</DocSecurity>
  <PresentationFormat>自定义</PresentationFormat>
  <Lines>0</Lines>
  <Paragraphs>134</Paragraphs>
  <Slides>17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3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微软雅黑</vt:lpstr>
      <vt:lpstr>1_微软雅黑</vt:lpstr>
      <vt:lpstr>2_微软雅黑</vt:lpstr>
      <vt:lpstr>Microsoft Word Document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LSG</cp:lastModifiedBy>
  <cp:revision>109</cp:revision>
  <dcterms:created xsi:type="dcterms:W3CDTF">2015-03-28T14:16:19Z</dcterms:created>
  <dcterms:modified xsi:type="dcterms:W3CDTF">2018-03-01T04:01:10Z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2052-9.1.0.5108</vt:lpwstr>
  </property>
</Properties>
</file>