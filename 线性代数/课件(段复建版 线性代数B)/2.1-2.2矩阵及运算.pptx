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48"/>
  </p:notesMasterIdLst>
  <p:sldIdLst>
    <p:sldId id="297" r:id="rId3"/>
    <p:sldId id="299" r:id="rId4"/>
    <p:sldId id="300" r:id="rId5"/>
    <p:sldId id="338" r:id="rId6"/>
    <p:sldId id="339" r:id="rId7"/>
    <p:sldId id="340" r:id="rId8"/>
    <p:sldId id="355" r:id="rId9"/>
    <p:sldId id="356" r:id="rId10"/>
    <p:sldId id="285" r:id="rId11"/>
    <p:sldId id="353" r:id="rId12"/>
    <p:sldId id="354" r:id="rId13"/>
    <p:sldId id="288" r:id="rId14"/>
    <p:sldId id="295" r:id="rId15"/>
    <p:sldId id="290" r:id="rId16"/>
    <p:sldId id="341" r:id="rId17"/>
    <p:sldId id="291" r:id="rId18"/>
    <p:sldId id="342" r:id="rId19"/>
    <p:sldId id="343" r:id="rId20"/>
    <p:sldId id="344" r:id="rId21"/>
    <p:sldId id="345" r:id="rId22"/>
    <p:sldId id="292" r:id="rId23"/>
    <p:sldId id="370" r:id="rId24"/>
    <p:sldId id="371" r:id="rId25"/>
    <p:sldId id="346" r:id="rId26"/>
    <p:sldId id="372" r:id="rId27"/>
    <p:sldId id="347" r:id="rId28"/>
    <p:sldId id="357" r:id="rId29"/>
    <p:sldId id="358" r:id="rId30"/>
    <p:sldId id="359" r:id="rId31"/>
    <p:sldId id="360" r:id="rId32"/>
    <p:sldId id="352" r:id="rId33"/>
    <p:sldId id="348" r:id="rId34"/>
    <p:sldId id="349" r:id="rId35"/>
    <p:sldId id="351" r:id="rId36"/>
    <p:sldId id="334" r:id="rId37"/>
    <p:sldId id="361" r:id="rId38"/>
    <p:sldId id="362" r:id="rId39"/>
    <p:sldId id="296" r:id="rId40"/>
    <p:sldId id="337" r:id="rId41"/>
    <p:sldId id="363" r:id="rId42"/>
    <p:sldId id="369" r:id="rId43"/>
    <p:sldId id="365" r:id="rId44"/>
    <p:sldId id="366" r:id="rId45"/>
    <p:sldId id="367" r:id="rId46"/>
    <p:sldId id="368" r:id="rId4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F8C"/>
    <a:srgbClr val="FA0000"/>
    <a:srgbClr val="7F7F7F"/>
    <a:srgbClr val="86AC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60"/>
  </p:normalViewPr>
  <p:slideViewPr>
    <p:cSldViewPr snapToGrid="0">
      <p:cViewPr>
        <p:scale>
          <a:sx n="91" d="100"/>
          <a:sy n="91" d="100"/>
        </p:scale>
        <p:origin x="-72" y="4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image" Target="../media/image9.emf"/><Relationship Id="rId5" Type="http://schemas.openxmlformats.org/officeDocument/2006/relationships/image" Target="../media/image13.wmf"/><Relationship Id="rId4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image" Target="../media/image16.emf"/><Relationship Id="rId7" Type="http://schemas.openxmlformats.org/officeDocument/2006/relationships/image" Target="../media/image20.emf"/><Relationship Id="rId12" Type="http://schemas.openxmlformats.org/officeDocument/2006/relationships/image" Target="../media/image25.emf"/><Relationship Id="rId2" Type="http://schemas.openxmlformats.org/officeDocument/2006/relationships/image" Target="../media/image15.emf"/><Relationship Id="rId1" Type="http://schemas.openxmlformats.org/officeDocument/2006/relationships/image" Target="../media/image14.emf"/><Relationship Id="rId6" Type="http://schemas.openxmlformats.org/officeDocument/2006/relationships/image" Target="../media/image19.emf"/><Relationship Id="rId11" Type="http://schemas.openxmlformats.org/officeDocument/2006/relationships/image" Target="../media/image24.emf"/><Relationship Id="rId5" Type="http://schemas.openxmlformats.org/officeDocument/2006/relationships/image" Target="../media/image18.emf"/><Relationship Id="rId10" Type="http://schemas.openxmlformats.org/officeDocument/2006/relationships/image" Target="../media/image23.emf"/><Relationship Id="rId4" Type="http://schemas.openxmlformats.org/officeDocument/2006/relationships/image" Target="../media/image17.emf"/><Relationship Id="rId9" Type="http://schemas.openxmlformats.org/officeDocument/2006/relationships/image" Target="../media/image22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28.wmf"/><Relationship Id="rId7" Type="http://schemas.openxmlformats.org/officeDocument/2006/relationships/image" Target="../media/image32.emf"/><Relationship Id="rId12" Type="http://schemas.openxmlformats.org/officeDocument/2006/relationships/image" Target="../media/image37.e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31.emf"/><Relationship Id="rId11" Type="http://schemas.openxmlformats.org/officeDocument/2006/relationships/image" Target="../media/image36.emf"/><Relationship Id="rId5" Type="http://schemas.openxmlformats.org/officeDocument/2006/relationships/image" Target="../media/image30.emf"/><Relationship Id="rId10" Type="http://schemas.openxmlformats.org/officeDocument/2006/relationships/image" Target="../media/image35.emf"/><Relationship Id="rId4" Type="http://schemas.openxmlformats.org/officeDocument/2006/relationships/image" Target="../media/image29.wmf"/><Relationship Id="rId9" Type="http://schemas.openxmlformats.org/officeDocument/2006/relationships/image" Target="../media/image34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4" Type="http://schemas.openxmlformats.org/officeDocument/2006/relationships/image" Target="../media/image4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3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50.wmf"/><Relationship Id="rId1" Type="http://schemas.openxmlformats.org/officeDocument/2006/relationships/image" Target="../media/image42.wmf"/><Relationship Id="rId5" Type="http://schemas.openxmlformats.org/officeDocument/2006/relationships/image" Target="../media/image52.wmf"/><Relationship Id="rId4" Type="http://schemas.openxmlformats.org/officeDocument/2006/relationships/image" Target="../media/image51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image" Target="../media/image55.wmf"/><Relationship Id="rId7" Type="http://schemas.openxmlformats.org/officeDocument/2006/relationships/image" Target="../media/image59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6" Type="http://schemas.openxmlformats.org/officeDocument/2006/relationships/image" Target="../media/image58.wmf"/><Relationship Id="rId5" Type="http://schemas.openxmlformats.org/officeDocument/2006/relationships/image" Target="../media/image57.wmf"/><Relationship Id="rId10" Type="http://schemas.openxmlformats.org/officeDocument/2006/relationships/image" Target="../media/image62.wmf"/><Relationship Id="rId4" Type="http://schemas.openxmlformats.org/officeDocument/2006/relationships/image" Target="../media/image56.wmf"/><Relationship Id="rId9" Type="http://schemas.openxmlformats.org/officeDocument/2006/relationships/image" Target="../media/image61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image" Target="../media/image65.wmf"/><Relationship Id="rId7" Type="http://schemas.openxmlformats.org/officeDocument/2006/relationships/image" Target="../media/image69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Relationship Id="rId9" Type="http://schemas.openxmlformats.org/officeDocument/2006/relationships/image" Target="../media/image71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image" Target="../media/image74.wmf"/><Relationship Id="rId7" Type="http://schemas.openxmlformats.org/officeDocument/2006/relationships/image" Target="../media/image78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6" Type="http://schemas.openxmlformats.org/officeDocument/2006/relationships/image" Target="../media/image77.wmf"/><Relationship Id="rId5" Type="http://schemas.openxmlformats.org/officeDocument/2006/relationships/image" Target="../media/image76.wmf"/><Relationship Id="rId4" Type="http://schemas.openxmlformats.org/officeDocument/2006/relationships/image" Target="../media/image75.wmf"/><Relationship Id="rId9" Type="http://schemas.openxmlformats.org/officeDocument/2006/relationships/image" Target="../media/image80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4" Type="http://schemas.openxmlformats.org/officeDocument/2006/relationships/image" Target="../media/image9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7" Type="http://schemas.openxmlformats.org/officeDocument/2006/relationships/image" Target="../media/image97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6" Type="http://schemas.openxmlformats.org/officeDocument/2006/relationships/image" Target="../media/image96.wmf"/><Relationship Id="rId5" Type="http://schemas.openxmlformats.org/officeDocument/2006/relationships/image" Target="../media/image95.wmf"/><Relationship Id="rId4" Type="http://schemas.openxmlformats.org/officeDocument/2006/relationships/image" Target="../media/image94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13" Type="http://schemas.openxmlformats.org/officeDocument/2006/relationships/image" Target="../media/image110.wmf"/><Relationship Id="rId18" Type="http://schemas.openxmlformats.org/officeDocument/2006/relationships/image" Target="../media/image115.wmf"/><Relationship Id="rId3" Type="http://schemas.openxmlformats.org/officeDocument/2006/relationships/image" Target="../media/image100.wmf"/><Relationship Id="rId21" Type="http://schemas.openxmlformats.org/officeDocument/2006/relationships/image" Target="../media/image118.wmf"/><Relationship Id="rId7" Type="http://schemas.openxmlformats.org/officeDocument/2006/relationships/image" Target="../media/image104.wmf"/><Relationship Id="rId12" Type="http://schemas.openxmlformats.org/officeDocument/2006/relationships/image" Target="../media/image109.wmf"/><Relationship Id="rId17" Type="http://schemas.openxmlformats.org/officeDocument/2006/relationships/image" Target="../media/image114.wmf"/><Relationship Id="rId2" Type="http://schemas.openxmlformats.org/officeDocument/2006/relationships/image" Target="../media/image99.wmf"/><Relationship Id="rId16" Type="http://schemas.openxmlformats.org/officeDocument/2006/relationships/image" Target="../media/image113.wmf"/><Relationship Id="rId20" Type="http://schemas.openxmlformats.org/officeDocument/2006/relationships/image" Target="../media/image117.wmf"/><Relationship Id="rId1" Type="http://schemas.openxmlformats.org/officeDocument/2006/relationships/image" Target="../media/image98.wmf"/><Relationship Id="rId6" Type="http://schemas.openxmlformats.org/officeDocument/2006/relationships/image" Target="../media/image103.wmf"/><Relationship Id="rId11" Type="http://schemas.openxmlformats.org/officeDocument/2006/relationships/image" Target="../media/image108.wmf"/><Relationship Id="rId5" Type="http://schemas.openxmlformats.org/officeDocument/2006/relationships/image" Target="../media/image102.wmf"/><Relationship Id="rId15" Type="http://schemas.openxmlformats.org/officeDocument/2006/relationships/image" Target="../media/image112.wmf"/><Relationship Id="rId23" Type="http://schemas.openxmlformats.org/officeDocument/2006/relationships/image" Target="../media/image120.wmf"/><Relationship Id="rId10" Type="http://schemas.openxmlformats.org/officeDocument/2006/relationships/image" Target="../media/image107.wmf"/><Relationship Id="rId19" Type="http://schemas.openxmlformats.org/officeDocument/2006/relationships/image" Target="../media/image116.wmf"/><Relationship Id="rId4" Type="http://schemas.openxmlformats.org/officeDocument/2006/relationships/image" Target="../media/image101.wmf"/><Relationship Id="rId9" Type="http://schemas.openxmlformats.org/officeDocument/2006/relationships/image" Target="../media/image106.wmf"/><Relationship Id="rId14" Type="http://schemas.openxmlformats.org/officeDocument/2006/relationships/image" Target="../media/image111.wmf"/><Relationship Id="rId22" Type="http://schemas.openxmlformats.org/officeDocument/2006/relationships/image" Target="../media/image119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3" Type="http://schemas.openxmlformats.org/officeDocument/2006/relationships/image" Target="../media/image122.wmf"/><Relationship Id="rId7" Type="http://schemas.openxmlformats.org/officeDocument/2006/relationships/image" Target="../media/image125.wmf"/><Relationship Id="rId2" Type="http://schemas.openxmlformats.org/officeDocument/2006/relationships/image" Target="../media/image104.wmf"/><Relationship Id="rId1" Type="http://schemas.openxmlformats.org/officeDocument/2006/relationships/image" Target="../media/image121.wmf"/><Relationship Id="rId6" Type="http://schemas.openxmlformats.org/officeDocument/2006/relationships/image" Target="../media/image124.wmf"/><Relationship Id="rId5" Type="http://schemas.openxmlformats.org/officeDocument/2006/relationships/image" Target="../media/image123.wmf"/><Relationship Id="rId4" Type="http://schemas.openxmlformats.org/officeDocument/2006/relationships/image" Target="../media/image106.wmf"/><Relationship Id="rId9" Type="http://schemas.openxmlformats.org/officeDocument/2006/relationships/image" Target="../media/image120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3" Type="http://schemas.openxmlformats.org/officeDocument/2006/relationships/image" Target="../media/image129.wmf"/><Relationship Id="rId7" Type="http://schemas.openxmlformats.org/officeDocument/2006/relationships/image" Target="../media/image120.wmf"/><Relationship Id="rId2" Type="http://schemas.openxmlformats.org/officeDocument/2006/relationships/image" Target="../media/image128.wmf"/><Relationship Id="rId1" Type="http://schemas.openxmlformats.org/officeDocument/2006/relationships/image" Target="../media/image127.wmf"/><Relationship Id="rId6" Type="http://schemas.openxmlformats.org/officeDocument/2006/relationships/image" Target="../media/image132.wmf"/><Relationship Id="rId5" Type="http://schemas.openxmlformats.org/officeDocument/2006/relationships/image" Target="../media/image131.wmf"/><Relationship Id="rId4" Type="http://schemas.openxmlformats.org/officeDocument/2006/relationships/image" Target="../media/image130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wmf"/><Relationship Id="rId2" Type="http://schemas.openxmlformats.org/officeDocument/2006/relationships/image" Target="../media/image136.wmf"/><Relationship Id="rId1" Type="http://schemas.openxmlformats.org/officeDocument/2006/relationships/image" Target="../media/image135.wmf"/><Relationship Id="rId6" Type="http://schemas.openxmlformats.org/officeDocument/2006/relationships/image" Target="../media/image140.wmf"/><Relationship Id="rId5" Type="http://schemas.openxmlformats.org/officeDocument/2006/relationships/image" Target="../media/image139.wmf"/><Relationship Id="rId4" Type="http://schemas.openxmlformats.org/officeDocument/2006/relationships/image" Target="../media/image138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3" Type="http://schemas.openxmlformats.org/officeDocument/2006/relationships/image" Target="../media/image143.wmf"/><Relationship Id="rId7" Type="http://schemas.openxmlformats.org/officeDocument/2006/relationships/image" Target="../media/image147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Relationship Id="rId6" Type="http://schemas.openxmlformats.org/officeDocument/2006/relationships/image" Target="../media/image146.wmf"/><Relationship Id="rId5" Type="http://schemas.openxmlformats.org/officeDocument/2006/relationships/image" Target="../media/image145.wmf"/><Relationship Id="rId10" Type="http://schemas.openxmlformats.org/officeDocument/2006/relationships/image" Target="../media/image150.wmf"/><Relationship Id="rId4" Type="http://schemas.openxmlformats.org/officeDocument/2006/relationships/image" Target="../media/image144.wmf"/><Relationship Id="rId9" Type="http://schemas.openxmlformats.org/officeDocument/2006/relationships/image" Target="../media/image149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wmf"/><Relationship Id="rId2" Type="http://schemas.openxmlformats.org/officeDocument/2006/relationships/image" Target="../media/image152.wmf"/><Relationship Id="rId1" Type="http://schemas.openxmlformats.org/officeDocument/2006/relationships/image" Target="../media/image151.wmf"/><Relationship Id="rId5" Type="http://schemas.openxmlformats.org/officeDocument/2006/relationships/image" Target="../media/image155.wmf"/><Relationship Id="rId4" Type="http://schemas.openxmlformats.org/officeDocument/2006/relationships/image" Target="../media/image154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wmf"/><Relationship Id="rId2" Type="http://schemas.openxmlformats.org/officeDocument/2006/relationships/image" Target="../media/image157.wmf"/><Relationship Id="rId1" Type="http://schemas.openxmlformats.org/officeDocument/2006/relationships/image" Target="../media/image156.wmf"/><Relationship Id="rId5" Type="http://schemas.openxmlformats.org/officeDocument/2006/relationships/image" Target="../media/image160.wmf"/><Relationship Id="rId4" Type="http://schemas.openxmlformats.org/officeDocument/2006/relationships/image" Target="../media/image159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wmf"/><Relationship Id="rId3" Type="http://schemas.openxmlformats.org/officeDocument/2006/relationships/image" Target="../media/image163.wmf"/><Relationship Id="rId7" Type="http://schemas.openxmlformats.org/officeDocument/2006/relationships/image" Target="../media/image167.wmf"/><Relationship Id="rId2" Type="http://schemas.openxmlformats.org/officeDocument/2006/relationships/image" Target="../media/image162.wmf"/><Relationship Id="rId1" Type="http://schemas.openxmlformats.org/officeDocument/2006/relationships/image" Target="../media/image161.wmf"/><Relationship Id="rId6" Type="http://schemas.openxmlformats.org/officeDocument/2006/relationships/image" Target="../media/image166.wmf"/><Relationship Id="rId5" Type="http://schemas.openxmlformats.org/officeDocument/2006/relationships/image" Target="../media/image165.wmf"/><Relationship Id="rId4" Type="http://schemas.openxmlformats.org/officeDocument/2006/relationships/image" Target="../media/image164.wmf"/><Relationship Id="rId9" Type="http://schemas.openxmlformats.org/officeDocument/2006/relationships/image" Target="../media/image169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wmf"/><Relationship Id="rId2" Type="http://schemas.openxmlformats.org/officeDocument/2006/relationships/image" Target="../media/image165.wmf"/><Relationship Id="rId1" Type="http://schemas.openxmlformats.org/officeDocument/2006/relationships/image" Target="../media/image166.wmf"/><Relationship Id="rId6" Type="http://schemas.openxmlformats.org/officeDocument/2006/relationships/image" Target="../media/image172.wmf"/><Relationship Id="rId5" Type="http://schemas.openxmlformats.org/officeDocument/2006/relationships/image" Target="../media/image171.wmf"/><Relationship Id="rId4" Type="http://schemas.openxmlformats.org/officeDocument/2006/relationships/image" Target="../media/image169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wmf"/><Relationship Id="rId2" Type="http://schemas.openxmlformats.org/officeDocument/2006/relationships/image" Target="../media/image174.wmf"/><Relationship Id="rId1" Type="http://schemas.openxmlformats.org/officeDocument/2006/relationships/image" Target="../media/image173.wmf"/><Relationship Id="rId5" Type="http://schemas.openxmlformats.org/officeDocument/2006/relationships/image" Target="../media/image177.wmf"/><Relationship Id="rId4" Type="http://schemas.openxmlformats.org/officeDocument/2006/relationships/image" Target="../media/image176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wmf"/><Relationship Id="rId2" Type="http://schemas.openxmlformats.org/officeDocument/2006/relationships/image" Target="../media/image179.wmf"/><Relationship Id="rId1" Type="http://schemas.openxmlformats.org/officeDocument/2006/relationships/image" Target="../media/image178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wmf"/><Relationship Id="rId2" Type="http://schemas.openxmlformats.org/officeDocument/2006/relationships/image" Target="../media/image182.wmf"/><Relationship Id="rId1" Type="http://schemas.openxmlformats.org/officeDocument/2006/relationships/image" Target="../media/image181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wmf"/><Relationship Id="rId2" Type="http://schemas.openxmlformats.org/officeDocument/2006/relationships/image" Target="../media/image185.wmf"/><Relationship Id="rId1" Type="http://schemas.openxmlformats.org/officeDocument/2006/relationships/image" Target="../media/image184.wmf"/><Relationship Id="rId4" Type="http://schemas.openxmlformats.org/officeDocument/2006/relationships/image" Target="../media/image187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wmf"/><Relationship Id="rId2" Type="http://schemas.openxmlformats.org/officeDocument/2006/relationships/image" Target="../media/image189.wmf"/><Relationship Id="rId1" Type="http://schemas.openxmlformats.org/officeDocument/2006/relationships/image" Target="../media/image188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wmf"/><Relationship Id="rId2" Type="http://schemas.openxmlformats.org/officeDocument/2006/relationships/image" Target="../media/image192.wmf"/><Relationship Id="rId1" Type="http://schemas.openxmlformats.org/officeDocument/2006/relationships/image" Target="../media/image191.wmf"/><Relationship Id="rId4" Type="http://schemas.openxmlformats.org/officeDocument/2006/relationships/image" Target="../media/image194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wmf"/><Relationship Id="rId2" Type="http://schemas.openxmlformats.org/officeDocument/2006/relationships/image" Target="../media/image197.wmf"/><Relationship Id="rId1" Type="http://schemas.openxmlformats.org/officeDocument/2006/relationships/image" Target="../media/image196.wmf"/><Relationship Id="rId4" Type="http://schemas.openxmlformats.org/officeDocument/2006/relationships/image" Target="../media/image199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wmf"/><Relationship Id="rId3" Type="http://schemas.openxmlformats.org/officeDocument/2006/relationships/image" Target="../media/image202.wmf"/><Relationship Id="rId7" Type="http://schemas.openxmlformats.org/officeDocument/2006/relationships/image" Target="../media/image206.wmf"/><Relationship Id="rId2" Type="http://schemas.openxmlformats.org/officeDocument/2006/relationships/image" Target="../media/image201.wmf"/><Relationship Id="rId1" Type="http://schemas.openxmlformats.org/officeDocument/2006/relationships/image" Target="../media/image200.wmf"/><Relationship Id="rId6" Type="http://schemas.openxmlformats.org/officeDocument/2006/relationships/image" Target="../media/image205.wmf"/><Relationship Id="rId5" Type="http://schemas.openxmlformats.org/officeDocument/2006/relationships/image" Target="../media/image204.wmf"/><Relationship Id="rId4" Type="http://schemas.openxmlformats.org/officeDocument/2006/relationships/image" Target="../media/image203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wmf"/><Relationship Id="rId2" Type="http://schemas.openxmlformats.org/officeDocument/2006/relationships/image" Target="../media/image209.wmf"/><Relationship Id="rId1" Type="http://schemas.openxmlformats.org/officeDocument/2006/relationships/image" Target="../media/image208.wmf"/><Relationship Id="rId6" Type="http://schemas.openxmlformats.org/officeDocument/2006/relationships/image" Target="../media/image213.wmf"/><Relationship Id="rId5" Type="http://schemas.openxmlformats.org/officeDocument/2006/relationships/image" Target="../media/image212.wmf"/><Relationship Id="rId4" Type="http://schemas.openxmlformats.org/officeDocument/2006/relationships/image" Target="../media/image211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wmf"/><Relationship Id="rId2" Type="http://schemas.openxmlformats.org/officeDocument/2006/relationships/image" Target="../media/image215.wmf"/><Relationship Id="rId1" Type="http://schemas.openxmlformats.org/officeDocument/2006/relationships/image" Target="../media/image214.wmf"/><Relationship Id="rId5" Type="http://schemas.openxmlformats.org/officeDocument/2006/relationships/image" Target="../media/image218.wmf"/><Relationship Id="rId4" Type="http://schemas.openxmlformats.org/officeDocument/2006/relationships/image" Target="../media/image217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wmf"/><Relationship Id="rId13" Type="http://schemas.openxmlformats.org/officeDocument/2006/relationships/image" Target="../media/image231.wmf"/><Relationship Id="rId3" Type="http://schemas.openxmlformats.org/officeDocument/2006/relationships/image" Target="../media/image221.wmf"/><Relationship Id="rId7" Type="http://schemas.openxmlformats.org/officeDocument/2006/relationships/image" Target="../media/image225.wmf"/><Relationship Id="rId12" Type="http://schemas.openxmlformats.org/officeDocument/2006/relationships/image" Target="../media/image230.wmf"/><Relationship Id="rId2" Type="http://schemas.openxmlformats.org/officeDocument/2006/relationships/image" Target="../media/image220.wmf"/><Relationship Id="rId1" Type="http://schemas.openxmlformats.org/officeDocument/2006/relationships/image" Target="../media/image219.wmf"/><Relationship Id="rId6" Type="http://schemas.openxmlformats.org/officeDocument/2006/relationships/image" Target="../media/image224.wmf"/><Relationship Id="rId11" Type="http://schemas.openxmlformats.org/officeDocument/2006/relationships/image" Target="../media/image229.wmf"/><Relationship Id="rId5" Type="http://schemas.openxmlformats.org/officeDocument/2006/relationships/image" Target="../media/image223.wmf"/><Relationship Id="rId10" Type="http://schemas.openxmlformats.org/officeDocument/2006/relationships/image" Target="../media/image228.wmf"/><Relationship Id="rId4" Type="http://schemas.openxmlformats.org/officeDocument/2006/relationships/image" Target="../media/image222.wmf"/><Relationship Id="rId9" Type="http://schemas.openxmlformats.org/officeDocument/2006/relationships/image" Target="../media/image227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wmf"/><Relationship Id="rId3" Type="http://schemas.openxmlformats.org/officeDocument/2006/relationships/image" Target="../media/image234.wmf"/><Relationship Id="rId7" Type="http://schemas.openxmlformats.org/officeDocument/2006/relationships/image" Target="../media/image238.wmf"/><Relationship Id="rId12" Type="http://schemas.openxmlformats.org/officeDocument/2006/relationships/image" Target="../media/image243.wmf"/><Relationship Id="rId2" Type="http://schemas.openxmlformats.org/officeDocument/2006/relationships/image" Target="../media/image233.wmf"/><Relationship Id="rId1" Type="http://schemas.openxmlformats.org/officeDocument/2006/relationships/image" Target="../media/image232.wmf"/><Relationship Id="rId6" Type="http://schemas.openxmlformats.org/officeDocument/2006/relationships/image" Target="../media/image237.wmf"/><Relationship Id="rId11" Type="http://schemas.openxmlformats.org/officeDocument/2006/relationships/image" Target="../media/image242.wmf"/><Relationship Id="rId5" Type="http://schemas.openxmlformats.org/officeDocument/2006/relationships/image" Target="../media/image236.wmf"/><Relationship Id="rId10" Type="http://schemas.openxmlformats.org/officeDocument/2006/relationships/image" Target="../media/image241.wmf"/><Relationship Id="rId4" Type="http://schemas.openxmlformats.org/officeDocument/2006/relationships/image" Target="../media/image235.wmf"/><Relationship Id="rId9" Type="http://schemas.openxmlformats.org/officeDocument/2006/relationships/image" Target="../media/image240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wmf"/><Relationship Id="rId3" Type="http://schemas.openxmlformats.org/officeDocument/2006/relationships/image" Target="../media/image246.wmf"/><Relationship Id="rId7" Type="http://schemas.openxmlformats.org/officeDocument/2006/relationships/image" Target="../media/image250.wmf"/><Relationship Id="rId2" Type="http://schemas.openxmlformats.org/officeDocument/2006/relationships/image" Target="../media/image245.wmf"/><Relationship Id="rId1" Type="http://schemas.openxmlformats.org/officeDocument/2006/relationships/image" Target="../media/image244.wmf"/><Relationship Id="rId6" Type="http://schemas.openxmlformats.org/officeDocument/2006/relationships/image" Target="../media/image249.wmf"/><Relationship Id="rId5" Type="http://schemas.openxmlformats.org/officeDocument/2006/relationships/image" Target="../media/image248.wmf"/><Relationship Id="rId4" Type="http://schemas.openxmlformats.org/officeDocument/2006/relationships/image" Target="../media/image247.wmf"/><Relationship Id="rId9" Type="http://schemas.openxmlformats.org/officeDocument/2006/relationships/image" Target="../media/image252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wmf"/><Relationship Id="rId3" Type="http://schemas.openxmlformats.org/officeDocument/2006/relationships/image" Target="../media/image255.wmf"/><Relationship Id="rId7" Type="http://schemas.openxmlformats.org/officeDocument/2006/relationships/image" Target="../media/image259.wmf"/><Relationship Id="rId12" Type="http://schemas.openxmlformats.org/officeDocument/2006/relationships/image" Target="../media/image264.wmf"/><Relationship Id="rId2" Type="http://schemas.openxmlformats.org/officeDocument/2006/relationships/image" Target="../media/image254.wmf"/><Relationship Id="rId1" Type="http://schemas.openxmlformats.org/officeDocument/2006/relationships/image" Target="../media/image253.wmf"/><Relationship Id="rId6" Type="http://schemas.openxmlformats.org/officeDocument/2006/relationships/image" Target="../media/image258.wmf"/><Relationship Id="rId11" Type="http://schemas.openxmlformats.org/officeDocument/2006/relationships/image" Target="../media/image263.wmf"/><Relationship Id="rId5" Type="http://schemas.openxmlformats.org/officeDocument/2006/relationships/image" Target="../media/image257.wmf"/><Relationship Id="rId10" Type="http://schemas.openxmlformats.org/officeDocument/2006/relationships/image" Target="../media/image262.wmf"/><Relationship Id="rId4" Type="http://schemas.openxmlformats.org/officeDocument/2006/relationships/image" Target="../media/image256.wmf"/><Relationship Id="rId9" Type="http://schemas.openxmlformats.org/officeDocument/2006/relationships/image" Target="../media/image261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wmf"/><Relationship Id="rId3" Type="http://schemas.openxmlformats.org/officeDocument/2006/relationships/image" Target="../media/image267.wmf"/><Relationship Id="rId7" Type="http://schemas.openxmlformats.org/officeDocument/2006/relationships/image" Target="../media/image271.wmf"/><Relationship Id="rId12" Type="http://schemas.openxmlformats.org/officeDocument/2006/relationships/image" Target="../media/image275.wmf"/><Relationship Id="rId2" Type="http://schemas.openxmlformats.org/officeDocument/2006/relationships/image" Target="../media/image266.wmf"/><Relationship Id="rId1" Type="http://schemas.openxmlformats.org/officeDocument/2006/relationships/image" Target="../media/image265.wmf"/><Relationship Id="rId6" Type="http://schemas.openxmlformats.org/officeDocument/2006/relationships/image" Target="../media/image270.wmf"/><Relationship Id="rId11" Type="http://schemas.openxmlformats.org/officeDocument/2006/relationships/image" Target="../media/image13.wmf"/><Relationship Id="rId5" Type="http://schemas.openxmlformats.org/officeDocument/2006/relationships/image" Target="../media/image269.wmf"/><Relationship Id="rId10" Type="http://schemas.openxmlformats.org/officeDocument/2006/relationships/image" Target="../media/image274.wmf"/><Relationship Id="rId4" Type="http://schemas.openxmlformats.org/officeDocument/2006/relationships/image" Target="../media/image268.wmf"/><Relationship Id="rId9" Type="http://schemas.openxmlformats.org/officeDocument/2006/relationships/image" Target="../media/image273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8.wmf"/><Relationship Id="rId7" Type="http://schemas.openxmlformats.org/officeDocument/2006/relationships/image" Target="../media/image282.wmf"/><Relationship Id="rId2" Type="http://schemas.openxmlformats.org/officeDocument/2006/relationships/image" Target="../media/image277.wmf"/><Relationship Id="rId1" Type="http://schemas.openxmlformats.org/officeDocument/2006/relationships/image" Target="../media/image276.wmf"/><Relationship Id="rId6" Type="http://schemas.openxmlformats.org/officeDocument/2006/relationships/image" Target="../media/image281.wmf"/><Relationship Id="rId5" Type="http://schemas.openxmlformats.org/officeDocument/2006/relationships/image" Target="../media/image280.wmf"/><Relationship Id="rId4" Type="http://schemas.openxmlformats.org/officeDocument/2006/relationships/image" Target="../media/image279.w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3.w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5.wmf"/><Relationship Id="rId1" Type="http://schemas.openxmlformats.org/officeDocument/2006/relationships/image" Target="../media/image284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7.wmf"/><Relationship Id="rId2" Type="http://schemas.openxmlformats.org/officeDocument/2006/relationships/image" Target="../media/image285.wmf"/><Relationship Id="rId1" Type="http://schemas.openxmlformats.org/officeDocument/2006/relationships/image" Target="../media/image28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F3917-3F83-411E-AC77-22E419B16E22}" type="datetimeFigureOut">
              <a:rPr lang="zh-CN" altLang="en-US" smtClean="0"/>
              <a:t>2018/3/25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BB759-FB8C-4783-AE36-659E65BB1F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079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BB759-FB8C-4783-AE36-659E65BB1F8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805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BB759-FB8C-4783-AE36-659E65BB1F8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543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BB759-FB8C-4783-AE36-659E65BB1F8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260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线性代数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445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525195" y="915711"/>
            <a:ext cx="11133406" cy="140677"/>
            <a:chOff x="478302" y="1098594"/>
            <a:chExt cx="11133406" cy="140677"/>
          </a:xfrm>
        </p:grpSpPr>
        <p:cxnSp>
          <p:nvCxnSpPr>
            <p:cNvPr id="12" name="直接连接符 11"/>
            <p:cNvCxnSpPr/>
            <p:nvPr userDrawn="1"/>
          </p:nvCxnSpPr>
          <p:spPr>
            <a:xfrm>
              <a:off x="478302" y="1098594"/>
              <a:ext cx="11133406" cy="0"/>
            </a:xfrm>
            <a:prstGeom prst="line">
              <a:avLst/>
            </a:prstGeom>
            <a:ln w="38100">
              <a:solidFill>
                <a:srgbClr val="004F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 userDrawn="1"/>
          </p:nvSpPr>
          <p:spPr>
            <a:xfrm>
              <a:off x="478302" y="1098594"/>
              <a:ext cx="6386732" cy="140677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26" name="Picture 2" descr="top_img[1]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06"/>
          <a:stretch>
            <a:fillRect/>
          </a:stretch>
        </p:blipFill>
        <p:spPr bwMode="auto">
          <a:xfrm>
            <a:off x="525195" y="0"/>
            <a:ext cx="3649955" cy="88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1385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5463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98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253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990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49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707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395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988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675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7" descr="4校标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" y="36776"/>
            <a:ext cx="6718242" cy="669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11298" y="2181443"/>
            <a:ext cx="12192000" cy="2690766"/>
            <a:chOff x="0" y="1966958"/>
            <a:chExt cx="12192000" cy="2690766"/>
          </a:xfrm>
        </p:grpSpPr>
        <p:sp>
          <p:nvSpPr>
            <p:cNvPr id="8" name="矩形 7"/>
            <p:cNvSpPr/>
            <p:nvPr/>
          </p:nvSpPr>
          <p:spPr bwMode="auto">
            <a:xfrm>
              <a:off x="0" y="1966958"/>
              <a:ext cx="12192000" cy="2690766"/>
            </a:xfrm>
            <a:prstGeom prst="rect">
              <a:avLst/>
            </a:prstGeom>
            <a:solidFill>
              <a:srgbClr val="284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itchFamily="34" charset="0"/>
                <a:ea typeface="微软雅黑" pitchFamily="34" charset="-122"/>
                <a:sym typeface="Arial" pitchFamily="34" charset="0"/>
              </a:endParaRPr>
            </a:p>
          </p:txBody>
        </p:sp>
        <p:pic>
          <p:nvPicPr>
            <p:cNvPr id="9" name="图片 17" descr="4校标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32" y="2159818"/>
              <a:ext cx="2112433" cy="21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直接连接符 9"/>
            <p:cNvCxnSpPr/>
            <p:nvPr userDrawn="1"/>
          </p:nvCxnSpPr>
          <p:spPr>
            <a:xfrm>
              <a:off x="3016249" y="3182938"/>
              <a:ext cx="91440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6"/>
          <p:cNvSpPr txBox="1">
            <a:spLocks noChangeArrowheads="1"/>
          </p:cNvSpPr>
          <p:nvPr userDrawn="1"/>
        </p:nvSpPr>
        <p:spPr bwMode="auto">
          <a:xfrm>
            <a:off x="2779663" y="2548386"/>
            <a:ext cx="9652000" cy="719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线性代数 </a:t>
            </a:r>
            <a:r>
              <a:rPr lang="en-US" altLang="zh-CN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—— </a:t>
            </a:r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第二章 矩阵及其运算</a:t>
            </a:r>
            <a:endParaRPr lang="en-US" altLang="zh-CN" sz="4000" b="1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  <p:sp>
        <p:nvSpPr>
          <p:cNvPr id="12" name="文本框 32"/>
          <p:cNvSpPr txBox="1">
            <a:spLocks noChangeArrowheads="1"/>
          </p:cNvSpPr>
          <p:nvPr userDrawn="1"/>
        </p:nvSpPr>
        <p:spPr bwMode="auto">
          <a:xfrm>
            <a:off x="2333567" y="3526826"/>
            <a:ext cx="9652000" cy="60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l"/>
            <a:r>
              <a:rPr lang="en-US" altLang="zh-CN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                     </a:t>
            </a:r>
            <a:r>
              <a:rPr lang="en-US" altLang="zh-CN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</a:t>
            </a:r>
            <a:r>
              <a:rPr lang="en-US" altLang="zh-CN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2.1 </a:t>
            </a:r>
            <a:r>
              <a:rPr lang="zh-CN" altLang="en-US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矩阵的概念    </a:t>
            </a:r>
            <a:r>
              <a:rPr lang="en-US" altLang="zh-CN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2.2 </a:t>
            </a:r>
            <a:r>
              <a:rPr lang="zh-CN" altLang="en-US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矩阵的运算</a:t>
            </a:r>
            <a:endParaRPr lang="zh-CN" altLang="en-US" sz="3200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627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333375"/>
            <a:ext cx="10972800" cy="57927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23413F-5586-4646-A89E-319FB455982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9565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pic>
        <p:nvPicPr>
          <p:cNvPr id="5" name="Picture 9" descr="gl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67" y="260351"/>
            <a:ext cx="2207684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1BE8B1-7FDE-4384-978C-6523C8C9BBDA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13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59E842-3FF5-4326-9502-8FB865360E5F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1859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667F3B-47BF-4D15-9DDD-ADA16F4BE221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366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4824A7-246A-4B41-B1F9-2E431F900D2B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9025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3AB561-3E1F-4749-B0F0-A23E0D5232E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078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869B09-5F8E-458E-BE53-FC05E7E304C1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2834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9B20EE-D6F5-4EFC-90A9-25F5F50A1A73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7744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A35AA-73D2-4340-8AAD-C39BC358A8AA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82809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3AAD8-9CD9-4D4C-964A-B3859050377D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0056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F29472-1DBC-45F3-9830-4EFC76916DB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36658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AA55B0-C45D-4C33-B0EF-70AACFF86549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41958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1251" y="1752600"/>
            <a:ext cx="5232400" cy="2057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1251" y="3962400"/>
            <a:ext cx="5232400" cy="2057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06540B-FA5F-496A-9BC5-B1D40EC0DE19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89640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E63709-C699-4551-B892-EC03FA06881C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24991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1FD1C7-FC43-4540-AC7D-D529C48FE5F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7575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755651" y="1752600"/>
            <a:ext cx="10668000" cy="42672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E2B16-DECE-4572-B618-A56A241503B9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3605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10668000" cy="2057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55651" y="3962400"/>
            <a:ext cx="10668000" cy="2057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59AF85-FEE8-4064-BC0C-46015B51AE83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3102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image" Target="../media/image4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50789-27F0-408F-9528-9DD877FE9CA3}" type="datetimeFigureOut">
              <a:rPr lang="zh-CN" altLang="en-US" smtClean="0"/>
              <a:t>2018/3/25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72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8" r:id="rId1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1"/>
            <a:endParaRPr lang="zh-CN" altLang="en-US" smtClean="0"/>
          </a:p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1028" name="AutoShape 7"/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2297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2298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b="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2299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B952B8C-3684-4EA6-94CA-794949BE5390}" type="slidenum">
              <a:rPr lang="en-US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1032" name="Picture 10" descr="gl"/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918" y="260351"/>
            <a:ext cx="240030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7747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rgbClr val="000000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rgbClr val="000000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rgbClr val="000000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rgbClr val="000000"/>
          </a:solidFill>
          <a:latin typeface="Verdan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rgbClr val="000000"/>
          </a:solidFill>
          <a:latin typeface="Verdan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rgbClr val="000000"/>
          </a:solidFill>
          <a:latin typeface="Verdan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rgbClr val="000000"/>
          </a:solidFill>
          <a:latin typeface="Verdan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rgbClr val="000000"/>
          </a:solidFill>
          <a:latin typeface="Verdana" pitchFamily="34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e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2.emf"/><Relationship Id="rId4" Type="http://schemas.openxmlformats.org/officeDocument/2006/relationships/image" Target="../media/image9.emf"/><Relationship Id="rId9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21.emf"/><Relationship Id="rId26" Type="http://schemas.openxmlformats.org/officeDocument/2006/relationships/image" Target="../media/image25.emf"/><Relationship Id="rId3" Type="http://schemas.openxmlformats.org/officeDocument/2006/relationships/oleObject" Target="../embeddings/oleObject10.bin"/><Relationship Id="rId21" Type="http://schemas.openxmlformats.org/officeDocument/2006/relationships/oleObject" Target="../embeddings/oleObject19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8.emf"/><Relationship Id="rId17" Type="http://schemas.openxmlformats.org/officeDocument/2006/relationships/oleObject" Target="../embeddings/oleObject17.bin"/><Relationship Id="rId25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0.emf"/><Relationship Id="rId20" Type="http://schemas.openxmlformats.org/officeDocument/2006/relationships/image" Target="../media/image22.e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emf"/><Relationship Id="rId11" Type="http://schemas.openxmlformats.org/officeDocument/2006/relationships/oleObject" Target="../embeddings/oleObject14.bin"/><Relationship Id="rId24" Type="http://schemas.openxmlformats.org/officeDocument/2006/relationships/image" Target="../media/image24.emf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23" Type="http://schemas.openxmlformats.org/officeDocument/2006/relationships/oleObject" Target="../embeddings/oleObject20.bin"/><Relationship Id="rId10" Type="http://schemas.openxmlformats.org/officeDocument/2006/relationships/image" Target="../media/image17.emf"/><Relationship Id="rId19" Type="http://schemas.openxmlformats.org/officeDocument/2006/relationships/oleObject" Target="../embeddings/oleObject18.bin"/><Relationship Id="rId4" Type="http://schemas.openxmlformats.org/officeDocument/2006/relationships/image" Target="../media/image14.e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9.emf"/><Relationship Id="rId22" Type="http://schemas.openxmlformats.org/officeDocument/2006/relationships/image" Target="../media/image23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28.wmf"/><Relationship Id="rId18" Type="http://schemas.openxmlformats.org/officeDocument/2006/relationships/oleObject" Target="../embeddings/oleObject33.bin"/><Relationship Id="rId26" Type="http://schemas.openxmlformats.org/officeDocument/2006/relationships/image" Target="../media/image31.emf"/><Relationship Id="rId3" Type="http://schemas.openxmlformats.org/officeDocument/2006/relationships/oleObject" Target="../embeddings/oleObject22.bin"/><Relationship Id="rId21" Type="http://schemas.openxmlformats.org/officeDocument/2006/relationships/oleObject" Target="../embeddings/oleObject36.bin"/><Relationship Id="rId34" Type="http://schemas.openxmlformats.org/officeDocument/2006/relationships/image" Target="../media/image35.emf"/><Relationship Id="rId7" Type="http://schemas.openxmlformats.org/officeDocument/2006/relationships/oleObject" Target="../embeddings/oleObject24.bin"/><Relationship Id="rId12" Type="http://schemas.openxmlformats.org/officeDocument/2006/relationships/oleObject" Target="../embeddings/oleObject29.bin"/><Relationship Id="rId17" Type="http://schemas.openxmlformats.org/officeDocument/2006/relationships/oleObject" Target="../embeddings/oleObject32.bin"/><Relationship Id="rId25" Type="http://schemas.openxmlformats.org/officeDocument/2006/relationships/oleObject" Target="../embeddings/oleObject39.bin"/><Relationship Id="rId33" Type="http://schemas.openxmlformats.org/officeDocument/2006/relationships/oleObject" Target="../embeddings/oleObject43.bin"/><Relationship Id="rId38" Type="http://schemas.openxmlformats.org/officeDocument/2006/relationships/image" Target="../media/image37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1.bin"/><Relationship Id="rId20" Type="http://schemas.openxmlformats.org/officeDocument/2006/relationships/oleObject" Target="../embeddings/oleObject35.bin"/><Relationship Id="rId29" Type="http://schemas.openxmlformats.org/officeDocument/2006/relationships/oleObject" Target="../embeddings/oleObject41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28.bin"/><Relationship Id="rId24" Type="http://schemas.openxmlformats.org/officeDocument/2006/relationships/image" Target="../media/image30.emf"/><Relationship Id="rId32" Type="http://schemas.openxmlformats.org/officeDocument/2006/relationships/image" Target="../media/image34.emf"/><Relationship Id="rId37" Type="http://schemas.openxmlformats.org/officeDocument/2006/relationships/oleObject" Target="../embeddings/oleObject45.bin"/><Relationship Id="rId5" Type="http://schemas.openxmlformats.org/officeDocument/2006/relationships/oleObject" Target="../embeddings/oleObject23.bin"/><Relationship Id="rId15" Type="http://schemas.openxmlformats.org/officeDocument/2006/relationships/image" Target="../media/image29.wmf"/><Relationship Id="rId23" Type="http://schemas.openxmlformats.org/officeDocument/2006/relationships/oleObject" Target="../embeddings/oleObject38.bin"/><Relationship Id="rId28" Type="http://schemas.openxmlformats.org/officeDocument/2006/relationships/image" Target="../media/image32.emf"/><Relationship Id="rId36" Type="http://schemas.openxmlformats.org/officeDocument/2006/relationships/image" Target="../media/image36.emf"/><Relationship Id="rId10" Type="http://schemas.openxmlformats.org/officeDocument/2006/relationships/oleObject" Target="../embeddings/oleObject27.bin"/><Relationship Id="rId19" Type="http://schemas.openxmlformats.org/officeDocument/2006/relationships/oleObject" Target="../embeddings/oleObject34.bin"/><Relationship Id="rId31" Type="http://schemas.openxmlformats.org/officeDocument/2006/relationships/oleObject" Target="../embeddings/oleObject42.bin"/><Relationship Id="rId4" Type="http://schemas.openxmlformats.org/officeDocument/2006/relationships/image" Target="../media/image26.wmf"/><Relationship Id="rId9" Type="http://schemas.openxmlformats.org/officeDocument/2006/relationships/oleObject" Target="../embeddings/oleObject26.bin"/><Relationship Id="rId14" Type="http://schemas.openxmlformats.org/officeDocument/2006/relationships/oleObject" Target="../embeddings/oleObject30.bin"/><Relationship Id="rId22" Type="http://schemas.openxmlformats.org/officeDocument/2006/relationships/oleObject" Target="../embeddings/oleObject37.bin"/><Relationship Id="rId27" Type="http://schemas.openxmlformats.org/officeDocument/2006/relationships/oleObject" Target="../embeddings/oleObject40.bin"/><Relationship Id="rId30" Type="http://schemas.openxmlformats.org/officeDocument/2006/relationships/image" Target="../media/image33.emf"/><Relationship Id="rId35" Type="http://schemas.openxmlformats.org/officeDocument/2006/relationships/oleObject" Target="../embeddings/oleObject4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41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49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39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13" Type="http://schemas.openxmlformats.org/officeDocument/2006/relationships/image" Target="../media/image48.w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5.wmf"/><Relationship Id="rId12" Type="http://schemas.openxmlformats.org/officeDocument/2006/relationships/oleObject" Target="../embeddings/oleObject5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54.bin"/><Relationship Id="rId11" Type="http://schemas.openxmlformats.org/officeDocument/2006/relationships/image" Target="../media/image47.wmf"/><Relationship Id="rId5" Type="http://schemas.openxmlformats.org/officeDocument/2006/relationships/image" Target="../media/image44.wmf"/><Relationship Id="rId15" Type="http://schemas.openxmlformats.org/officeDocument/2006/relationships/image" Target="../media/image49.wmf"/><Relationship Id="rId10" Type="http://schemas.openxmlformats.org/officeDocument/2006/relationships/oleObject" Target="../embeddings/oleObject56.bin"/><Relationship Id="rId4" Type="http://schemas.openxmlformats.org/officeDocument/2006/relationships/oleObject" Target="../embeddings/oleObject53.bin"/><Relationship Id="rId9" Type="http://schemas.openxmlformats.org/officeDocument/2006/relationships/image" Target="../media/image46.wmf"/><Relationship Id="rId14" Type="http://schemas.openxmlformats.org/officeDocument/2006/relationships/oleObject" Target="../embeddings/oleObject58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5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0" Type="http://schemas.openxmlformats.org/officeDocument/2006/relationships/image" Target="../media/image51.e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62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oleObject" Target="../embeddings/oleObject69.bin"/><Relationship Id="rId18" Type="http://schemas.openxmlformats.org/officeDocument/2006/relationships/image" Target="../media/image60.wmf"/><Relationship Id="rId3" Type="http://schemas.openxmlformats.org/officeDocument/2006/relationships/oleObject" Target="../embeddings/oleObject64.bin"/><Relationship Id="rId21" Type="http://schemas.openxmlformats.org/officeDocument/2006/relationships/oleObject" Target="../embeddings/oleObject73.bin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57.wmf"/><Relationship Id="rId17" Type="http://schemas.openxmlformats.org/officeDocument/2006/relationships/oleObject" Target="../embeddings/oleObject7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9.wmf"/><Relationship Id="rId20" Type="http://schemas.openxmlformats.org/officeDocument/2006/relationships/image" Target="../media/image61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68.bin"/><Relationship Id="rId5" Type="http://schemas.openxmlformats.org/officeDocument/2006/relationships/oleObject" Target="../embeddings/oleObject65.bin"/><Relationship Id="rId15" Type="http://schemas.openxmlformats.org/officeDocument/2006/relationships/oleObject" Target="../embeddings/oleObject70.bin"/><Relationship Id="rId10" Type="http://schemas.openxmlformats.org/officeDocument/2006/relationships/image" Target="../media/image56.wmf"/><Relationship Id="rId19" Type="http://schemas.openxmlformats.org/officeDocument/2006/relationships/oleObject" Target="../embeddings/oleObject72.bin"/><Relationship Id="rId4" Type="http://schemas.openxmlformats.org/officeDocument/2006/relationships/image" Target="../media/image53.wmf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58.wmf"/><Relationship Id="rId22" Type="http://schemas.openxmlformats.org/officeDocument/2006/relationships/image" Target="../media/image62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13" Type="http://schemas.openxmlformats.org/officeDocument/2006/relationships/image" Target="../media/image67.wmf"/><Relationship Id="rId18" Type="http://schemas.openxmlformats.org/officeDocument/2006/relationships/oleObject" Target="../embeddings/oleObject81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71.wmf"/><Relationship Id="rId7" Type="http://schemas.openxmlformats.org/officeDocument/2006/relationships/image" Target="../media/image64.wmf"/><Relationship Id="rId12" Type="http://schemas.openxmlformats.org/officeDocument/2006/relationships/oleObject" Target="../embeddings/oleObject78.bin"/><Relationship Id="rId17" Type="http://schemas.openxmlformats.org/officeDocument/2006/relationships/image" Target="../media/image69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80.bin"/><Relationship Id="rId20" Type="http://schemas.openxmlformats.org/officeDocument/2006/relationships/oleObject" Target="../embeddings/oleObject82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75.bin"/><Relationship Id="rId11" Type="http://schemas.openxmlformats.org/officeDocument/2006/relationships/image" Target="../media/image66.wmf"/><Relationship Id="rId5" Type="http://schemas.openxmlformats.org/officeDocument/2006/relationships/image" Target="../media/image63.wmf"/><Relationship Id="rId15" Type="http://schemas.openxmlformats.org/officeDocument/2006/relationships/image" Target="../media/image68.wmf"/><Relationship Id="rId10" Type="http://schemas.openxmlformats.org/officeDocument/2006/relationships/oleObject" Target="../embeddings/oleObject77.bin"/><Relationship Id="rId19" Type="http://schemas.openxmlformats.org/officeDocument/2006/relationships/image" Target="../media/image70.wmf"/><Relationship Id="rId4" Type="http://schemas.openxmlformats.org/officeDocument/2006/relationships/oleObject" Target="../embeddings/oleObject74.bin"/><Relationship Id="rId9" Type="http://schemas.openxmlformats.org/officeDocument/2006/relationships/image" Target="../media/image65.wmf"/><Relationship Id="rId14" Type="http://schemas.openxmlformats.org/officeDocument/2006/relationships/oleObject" Target="../embeddings/oleObject79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oleObject" Target="../embeddings/oleObject88.bin"/><Relationship Id="rId18" Type="http://schemas.openxmlformats.org/officeDocument/2006/relationships/image" Target="../media/image79.wmf"/><Relationship Id="rId3" Type="http://schemas.openxmlformats.org/officeDocument/2006/relationships/oleObject" Target="../embeddings/oleObject83.bin"/><Relationship Id="rId7" Type="http://schemas.openxmlformats.org/officeDocument/2006/relationships/oleObject" Target="../embeddings/oleObject85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9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8.wmf"/><Relationship Id="rId20" Type="http://schemas.openxmlformats.org/officeDocument/2006/relationships/image" Target="../media/image80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87.bin"/><Relationship Id="rId5" Type="http://schemas.openxmlformats.org/officeDocument/2006/relationships/oleObject" Target="../embeddings/oleObject84.bin"/><Relationship Id="rId15" Type="http://schemas.openxmlformats.org/officeDocument/2006/relationships/oleObject" Target="../embeddings/oleObject89.bin"/><Relationship Id="rId10" Type="http://schemas.openxmlformats.org/officeDocument/2006/relationships/image" Target="../media/image75.wmf"/><Relationship Id="rId19" Type="http://schemas.openxmlformats.org/officeDocument/2006/relationships/oleObject" Target="../embeddings/oleObject91.bin"/><Relationship Id="rId4" Type="http://schemas.openxmlformats.org/officeDocument/2006/relationships/image" Target="../media/image72.wmf"/><Relationship Id="rId9" Type="http://schemas.openxmlformats.org/officeDocument/2006/relationships/oleObject" Target="../embeddings/oleObject86.bin"/><Relationship Id="rId14" Type="http://schemas.openxmlformats.org/officeDocument/2006/relationships/image" Target="../media/image77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13" Type="http://schemas.openxmlformats.org/officeDocument/2006/relationships/oleObject" Target="../embeddings/oleObject97.bin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8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2.wmf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3.bin"/><Relationship Id="rId10" Type="http://schemas.openxmlformats.org/officeDocument/2006/relationships/image" Target="../media/image84.wmf"/><Relationship Id="rId4" Type="http://schemas.openxmlformats.org/officeDocument/2006/relationships/image" Target="../media/image81.w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86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8.wmf"/><Relationship Id="rId5" Type="http://schemas.openxmlformats.org/officeDocument/2006/relationships/oleObject" Target="../embeddings/oleObject99.bin"/><Relationship Id="rId10" Type="http://schemas.openxmlformats.org/officeDocument/2006/relationships/image" Target="../media/image90.wmf"/><Relationship Id="rId4" Type="http://schemas.openxmlformats.org/officeDocument/2006/relationships/image" Target="../media/image87.wmf"/><Relationship Id="rId9" Type="http://schemas.openxmlformats.org/officeDocument/2006/relationships/oleObject" Target="../embeddings/oleObject101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13" Type="http://schemas.openxmlformats.org/officeDocument/2006/relationships/oleObject" Target="../embeddings/oleObject107.bin"/><Relationship Id="rId3" Type="http://schemas.openxmlformats.org/officeDocument/2006/relationships/oleObject" Target="../embeddings/oleObject102.bin"/><Relationship Id="rId7" Type="http://schemas.openxmlformats.org/officeDocument/2006/relationships/oleObject" Target="../embeddings/oleObject104.bin"/><Relationship Id="rId12" Type="http://schemas.openxmlformats.org/officeDocument/2006/relationships/image" Target="../media/image95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7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2.wmf"/><Relationship Id="rId11" Type="http://schemas.openxmlformats.org/officeDocument/2006/relationships/oleObject" Target="../embeddings/oleObject106.bin"/><Relationship Id="rId5" Type="http://schemas.openxmlformats.org/officeDocument/2006/relationships/oleObject" Target="../embeddings/oleObject103.bin"/><Relationship Id="rId15" Type="http://schemas.openxmlformats.org/officeDocument/2006/relationships/oleObject" Target="../embeddings/oleObject108.bin"/><Relationship Id="rId10" Type="http://schemas.openxmlformats.org/officeDocument/2006/relationships/image" Target="../media/image94.wmf"/><Relationship Id="rId4" Type="http://schemas.openxmlformats.org/officeDocument/2006/relationships/image" Target="../media/image91.wmf"/><Relationship Id="rId9" Type="http://schemas.openxmlformats.org/officeDocument/2006/relationships/oleObject" Target="../embeddings/oleObject105.bin"/><Relationship Id="rId14" Type="http://schemas.openxmlformats.org/officeDocument/2006/relationships/image" Target="../media/image96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13" Type="http://schemas.openxmlformats.org/officeDocument/2006/relationships/oleObject" Target="../embeddings/oleObject114.bin"/><Relationship Id="rId18" Type="http://schemas.openxmlformats.org/officeDocument/2006/relationships/image" Target="../media/image105.wmf"/><Relationship Id="rId26" Type="http://schemas.openxmlformats.org/officeDocument/2006/relationships/image" Target="../media/image109.wmf"/><Relationship Id="rId39" Type="http://schemas.openxmlformats.org/officeDocument/2006/relationships/oleObject" Target="../embeddings/oleObject127.bin"/><Relationship Id="rId3" Type="http://schemas.openxmlformats.org/officeDocument/2006/relationships/oleObject" Target="../embeddings/oleObject109.bin"/><Relationship Id="rId21" Type="http://schemas.openxmlformats.org/officeDocument/2006/relationships/oleObject" Target="../embeddings/oleObject118.bin"/><Relationship Id="rId34" Type="http://schemas.openxmlformats.org/officeDocument/2006/relationships/image" Target="../media/image113.wmf"/><Relationship Id="rId42" Type="http://schemas.openxmlformats.org/officeDocument/2006/relationships/image" Target="../media/image117.wmf"/><Relationship Id="rId47" Type="http://schemas.openxmlformats.org/officeDocument/2006/relationships/oleObject" Target="../embeddings/oleObject131.bin"/><Relationship Id="rId7" Type="http://schemas.openxmlformats.org/officeDocument/2006/relationships/oleObject" Target="../embeddings/oleObject111.bin"/><Relationship Id="rId12" Type="http://schemas.openxmlformats.org/officeDocument/2006/relationships/image" Target="../media/image102.wmf"/><Relationship Id="rId17" Type="http://schemas.openxmlformats.org/officeDocument/2006/relationships/oleObject" Target="../embeddings/oleObject116.bin"/><Relationship Id="rId25" Type="http://schemas.openxmlformats.org/officeDocument/2006/relationships/oleObject" Target="../embeddings/oleObject120.bin"/><Relationship Id="rId33" Type="http://schemas.openxmlformats.org/officeDocument/2006/relationships/oleObject" Target="../embeddings/oleObject124.bin"/><Relationship Id="rId38" Type="http://schemas.openxmlformats.org/officeDocument/2006/relationships/image" Target="../media/image115.wmf"/><Relationship Id="rId46" Type="http://schemas.openxmlformats.org/officeDocument/2006/relationships/image" Target="../media/image119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4.wmf"/><Relationship Id="rId20" Type="http://schemas.openxmlformats.org/officeDocument/2006/relationships/image" Target="../media/image106.wmf"/><Relationship Id="rId29" Type="http://schemas.openxmlformats.org/officeDocument/2006/relationships/oleObject" Target="../embeddings/oleObject122.bin"/><Relationship Id="rId41" Type="http://schemas.openxmlformats.org/officeDocument/2006/relationships/oleObject" Target="../embeddings/oleObject128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9.wmf"/><Relationship Id="rId11" Type="http://schemas.openxmlformats.org/officeDocument/2006/relationships/oleObject" Target="../embeddings/oleObject113.bin"/><Relationship Id="rId24" Type="http://schemas.openxmlformats.org/officeDocument/2006/relationships/image" Target="../media/image108.wmf"/><Relationship Id="rId32" Type="http://schemas.openxmlformats.org/officeDocument/2006/relationships/image" Target="../media/image112.wmf"/><Relationship Id="rId37" Type="http://schemas.openxmlformats.org/officeDocument/2006/relationships/oleObject" Target="../embeddings/oleObject126.bin"/><Relationship Id="rId40" Type="http://schemas.openxmlformats.org/officeDocument/2006/relationships/image" Target="../media/image116.wmf"/><Relationship Id="rId45" Type="http://schemas.openxmlformats.org/officeDocument/2006/relationships/oleObject" Target="../embeddings/oleObject130.bin"/><Relationship Id="rId5" Type="http://schemas.openxmlformats.org/officeDocument/2006/relationships/oleObject" Target="../embeddings/oleObject110.bin"/><Relationship Id="rId15" Type="http://schemas.openxmlformats.org/officeDocument/2006/relationships/oleObject" Target="../embeddings/oleObject115.bin"/><Relationship Id="rId23" Type="http://schemas.openxmlformats.org/officeDocument/2006/relationships/oleObject" Target="../embeddings/oleObject119.bin"/><Relationship Id="rId28" Type="http://schemas.openxmlformats.org/officeDocument/2006/relationships/image" Target="../media/image110.wmf"/><Relationship Id="rId36" Type="http://schemas.openxmlformats.org/officeDocument/2006/relationships/image" Target="../media/image114.wmf"/><Relationship Id="rId10" Type="http://schemas.openxmlformats.org/officeDocument/2006/relationships/image" Target="../media/image101.wmf"/><Relationship Id="rId19" Type="http://schemas.openxmlformats.org/officeDocument/2006/relationships/oleObject" Target="../embeddings/oleObject117.bin"/><Relationship Id="rId31" Type="http://schemas.openxmlformats.org/officeDocument/2006/relationships/oleObject" Target="../embeddings/oleObject123.bin"/><Relationship Id="rId44" Type="http://schemas.openxmlformats.org/officeDocument/2006/relationships/image" Target="../media/image118.wmf"/><Relationship Id="rId4" Type="http://schemas.openxmlformats.org/officeDocument/2006/relationships/image" Target="../media/image98.wmf"/><Relationship Id="rId9" Type="http://schemas.openxmlformats.org/officeDocument/2006/relationships/oleObject" Target="../embeddings/oleObject112.bin"/><Relationship Id="rId14" Type="http://schemas.openxmlformats.org/officeDocument/2006/relationships/image" Target="../media/image103.wmf"/><Relationship Id="rId22" Type="http://schemas.openxmlformats.org/officeDocument/2006/relationships/image" Target="../media/image107.wmf"/><Relationship Id="rId27" Type="http://schemas.openxmlformats.org/officeDocument/2006/relationships/oleObject" Target="../embeddings/oleObject121.bin"/><Relationship Id="rId30" Type="http://schemas.openxmlformats.org/officeDocument/2006/relationships/image" Target="../media/image111.wmf"/><Relationship Id="rId35" Type="http://schemas.openxmlformats.org/officeDocument/2006/relationships/oleObject" Target="../embeddings/oleObject125.bin"/><Relationship Id="rId43" Type="http://schemas.openxmlformats.org/officeDocument/2006/relationships/oleObject" Target="../embeddings/oleObject129.bin"/><Relationship Id="rId48" Type="http://schemas.openxmlformats.org/officeDocument/2006/relationships/image" Target="../media/image120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13" Type="http://schemas.openxmlformats.org/officeDocument/2006/relationships/oleObject" Target="../embeddings/oleObject137.bin"/><Relationship Id="rId18" Type="http://schemas.openxmlformats.org/officeDocument/2006/relationships/image" Target="../media/image126.wmf"/><Relationship Id="rId3" Type="http://schemas.openxmlformats.org/officeDocument/2006/relationships/oleObject" Target="../embeddings/oleObject132.bin"/><Relationship Id="rId7" Type="http://schemas.openxmlformats.org/officeDocument/2006/relationships/oleObject" Target="../embeddings/oleObject134.bin"/><Relationship Id="rId12" Type="http://schemas.openxmlformats.org/officeDocument/2006/relationships/image" Target="../media/image123.wmf"/><Relationship Id="rId17" Type="http://schemas.openxmlformats.org/officeDocument/2006/relationships/oleObject" Target="../embeddings/oleObject13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5.wmf"/><Relationship Id="rId20" Type="http://schemas.openxmlformats.org/officeDocument/2006/relationships/image" Target="../media/image120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136.bin"/><Relationship Id="rId5" Type="http://schemas.openxmlformats.org/officeDocument/2006/relationships/oleObject" Target="../embeddings/oleObject133.bin"/><Relationship Id="rId15" Type="http://schemas.openxmlformats.org/officeDocument/2006/relationships/oleObject" Target="../embeddings/oleObject138.bin"/><Relationship Id="rId10" Type="http://schemas.openxmlformats.org/officeDocument/2006/relationships/image" Target="../media/image106.wmf"/><Relationship Id="rId19" Type="http://schemas.openxmlformats.org/officeDocument/2006/relationships/oleObject" Target="../embeddings/oleObject140.bin"/><Relationship Id="rId4" Type="http://schemas.openxmlformats.org/officeDocument/2006/relationships/image" Target="../media/image121.wmf"/><Relationship Id="rId9" Type="http://schemas.openxmlformats.org/officeDocument/2006/relationships/oleObject" Target="../embeddings/oleObject135.bin"/><Relationship Id="rId14" Type="http://schemas.openxmlformats.org/officeDocument/2006/relationships/image" Target="../media/image124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13" Type="http://schemas.openxmlformats.org/officeDocument/2006/relationships/oleObject" Target="../embeddings/oleObject146.bin"/><Relationship Id="rId18" Type="http://schemas.openxmlformats.org/officeDocument/2006/relationships/image" Target="../media/image133.wmf"/><Relationship Id="rId3" Type="http://schemas.openxmlformats.org/officeDocument/2006/relationships/oleObject" Target="../embeddings/oleObject141.bin"/><Relationship Id="rId7" Type="http://schemas.openxmlformats.org/officeDocument/2006/relationships/oleObject" Target="../embeddings/oleObject143.bin"/><Relationship Id="rId12" Type="http://schemas.openxmlformats.org/officeDocument/2006/relationships/image" Target="../media/image131.wmf"/><Relationship Id="rId17" Type="http://schemas.openxmlformats.org/officeDocument/2006/relationships/oleObject" Target="../embeddings/oleObject14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0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28.wmf"/><Relationship Id="rId11" Type="http://schemas.openxmlformats.org/officeDocument/2006/relationships/oleObject" Target="../embeddings/oleObject145.bin"/><Relationship Id="rId5" Type="http://schemas.openxmlformats.org/officeDocument/2006/relationships/oleObject" Target="../embeddings/oleObject142.bin"/><Relationship Id="rId15" Type="http://schemas.openxmlformats.org/officeDocument/2006/relationships/oleObject" Target="../embeddings/oleObject147.bin"/><Relationship Id="rId10" Type="http://schemas.openxmlformats.org/officeDocument/2006/relationships/image" Target="../media/image130.wmf"/><Relationship Id="rId19" Type="http://schemas.openxmlformats.org/officeDocument/2006/relationships/image" Target="../media/image134.png"/><Relationship Id="rId4" Type="http://schemas.openxmlformats.org/officeDocument/2006/relationships/image" Target="../media/image127.wmf"/><Relationship Id="rId9" Type="http://schemas.openxmlformats.org/officeDocument/2006/relationships/oleObject" Target="../embeddings/oleObject144.bin"/><Relationship Id="rId14" Type="http://schemas.openxmlformats.org/officeDocument/2006/relationships/image" Target="../media/image132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wmf"/><Relationship Id="rId13" Type="http://schemas.openxmlformats.org/officeDocument/2006/relationships/oleObject" Target="../embeddings/oleObject154.bin"/><Relationship Id="rId3" Type="http://schemas.openxmlformats.org/officeDocument/2006/relationships/oleObject" Target="../embeddings/oleObject149.bin"/><Relationship Id="rId7" Type="http://schemas.openxmlformats.org/officeDocument/2006/relationships/oleObject" Target="../embeddings/oleObject151.bin"/><Relationship Id="rId12" Type="http://schemas.openxmlformats.org/officeDocument/2006/relationships/image" Target="../media/image13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36.wmf"/><Relationship Id="rId11" Type="http://schemas.openxmlformats.org/officeDocument/2006/relationships/oleObject" Target="../embeddings/oleObject153.bin"/><Relationship Id="rId5" Type="http://schemas.openxmlformats.org/officeDocument/2006/relationships/oleObject" Target="../embeddings/oleObject150.bin"/><Relationship Id="rId10" Type="http://schemas.openxmlformats.org/officeDocument/2006/relationships/image" Target="../media/image138.wmf"/><Relationship Id="rId4" Type="http://schemas.openxmlformats.org/officeDocument/2006/relationships/image" Target="../media/image135.wmf"/><Relationship Id="rId9" Type="http://schemas.openxmlformats.org/officeDocument/2006/relationships/oleObject" Target="../embeddings/oleObject152.bin"/><Relationship Id="rId14" Type="http://schemas.openxmlformats.org/officeDocument/2006/relationships/image" Target="../media/image140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13" Type="http://schemas.openxmlformats.org/officeDocument/2006/relationships/oleObject" Target="../embeddings/oleObject160.bin"/><Relationship Id="rId18" Type="http://schemas.openxmlformats.org/officeDocument/2006/relationships/image" Target="../media/image148.wmf"/><Relationship Id="rId3" Type="http://schemas.openxmlformats.org/officeDocument/2006/relationships/oleObject" Target="../embeddings/oleObject155.bin"/><Relationship Id="rId21" Type="http://schemas.openxmlformats.org/officeDocument/2006/relationships/oleObject" Target="../embeddings/oleObject164.bin"/><Relationship Id="rId7" Type="http://schemas.openxmlformats.org/officeDocument/2006/relationships/oleObject" Target="../embeddings/oleObject157.bin"/><Relationship Id="rId12" Type="http://schemas.openxmlformats.org/officeDocument/2006/relationships/image" Target="../media/image145.wmf"/><Relationship Id="rId17" Type="http://schemas.openxmlformats.org/officeDocument/2006/relationships/oleObject" Target="../embeddings/oleObject16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7.wmf"/><Relationship Id="rId20" Type="http://schemas.openxmlformats.org/officeDocument/2006/relationships/image" Target="../media/image149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42.wmf"/><Relationship Id="rId11" Type="http://schemas.openxmlformats.org/officeDocument/2006/relationships/oleObject" Target="../embeddings/oleObject159.bin"/><Relationship Id="rId5" Type="http://schemas.openxmlformats.org/officeDocument/2006/relationships/oleObject" Target="../embeddings/oleObject156.bin"/><Relationship Id="rId15" Type="http://schemas.openxmlformats.org/officeDocument/2006/relationships/oleObject" Target="../embeddings/oleObject161.bin"/><Relationship Id="rId10" Type="http://schemas.openxmlformats.org/officeDocument/2006/relationships/image" Target="../media/image144.wmf"/><Relationship Id="rId19" Type="http://schemas.openxmlformats.org/officeDocument/2006/relationships/oleObject" Target="../embeddings/oleObject163.bin"/><Relationship Id="rId4" Type="http://schemas.openxmlformats.org/officeDocument/2006/relationships/image" Target="../media/image141.wmf"/><Relationship Id="rId9" Type="http://schemas.openxmlformats.org/officeDocument/2006/relationships/oleObject" Target="../embeddings/oleObject158.bin"/><Relationship Id="rId14" Type="http://schemas.openxmlformats.org/officeDocument/2006/relationships/image" Target="../media/image146.wmf"/><Relationship Id="rId22" Type="http://schemas.openxmlformats.org/officeDocument/2006/relationships/image" Target="../media/image150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3" Type="http://schemas.openxmlformats.org/officeDocument/2006/relationships/oleObject" Target="../embeddings/oleObject165.bin"/><Relationship Id="rId7" Type="http://schemas.openxmlformats.org/officeDocument/2006/relationships/oleObject" Target="../embeddings/oleObject167.bin"/><Relationship Id="rId12" Type="http://schemas.openxmlformats.org/officeDocument/2006/relationships/image" Target="../media/image15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52.wmf"/><Relationship Id="rId11" Type="http://schemas.openxmlformats.org/officeDocument/2006/relationships/oleObject" Target="../embeddings/oleObject169.bin"/><Relationship Id="rId5" Type="http://schemas.openxmlformats.org/officeDocument/2006/relationships/oleObject" Target="../embeddings/oleObject166.bin"/><Relationship Id="rId10" Type="http://schemas.openxmlformats.org/officeDocument/2006/relationships/image" Target="../media/image154.wmf"/><Relationship Id="rId4" Type="http://schemas.openxmlformats.org/officeDocument/2006/relationships/image" Target="../media/image151.wmf"/><Relationship Id="rId9" Type="http://schemas.openxmlformats.org/officeDocument/2006/relationships/oleObject" Target="../embeddings/oleObject168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wmf"/><Relationship Id="rId3" Type="http://schemas.openxmlformats.org/officeDocument/2006/relationships/oleObject" Target="../embeddings/oleObject170.bin"/><Relationship Id="rId7" Type="http://schemas.openxmlformats.org/officeDocument/2006/relationships/oleObject" Target="../embeddings/oleObject172.bin"/><Relationship Id="rId12" Type="http://schemas.openxmlformats.org/officeDocument/2006/relationships/image" Target="../media/image16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57.wmf"/><Relationship Id="rId11" Type="http://schemas.openxmlformats.org/officeDocument/2006/relationships/oleObject" Target="../embeddings/oleObject174.bin"/><Relationship Id="rId5" Type="http://schemas.openxmlformats.org/officeDocument/2006/relationships/oleObject" Target="../embeddings/oleObject171.bin"/><Relationship Id="rId10" Type="http://schemas.openxmlformats.org/officeDocument/2006/relationships/image" Target="../media/image159.wmf"/><Relationship Id="rId4" Type="http://schemas.openxmlformats.org/officeDocument/2006/relationships/image" Target="../media/image156.wmf"/><Relationship Id="rId9" Type="http://schemas.openxmlformats.org/officeDocument/2006/relationships/oleObject" Target="../embeddings/oleObject173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wmf"/><Relationship Id="rId13" Type="http://schemas.openxmlformats.org/officeDocument/2006/relationships/oleObject" Target="../embeddings/oleObject180.bin"/><Relationship Id="rId18" Type="http://schemas.openxmlformats.org/officeDocument/2006/relationships/image" Target="../media/image168.wmf"/><Relationship Id="rId3" Type="http://schemas.openxmlformats.org/officeDocument/2006/relationships/oleObject" Target="../embeddings/oleObject175.bin"/><Relationship Id="rId7" Type="http://schemas.openxmlformats.org/officeDocument/2006/relationships/oleObject" Target="../embeddings/oleObject177.bin"/><Relationship Id="rId12" Type="http://schemas.openxmlformats.org/officeDocument/2006/relationships/image" Target="../media/image165.wmf"/><Relationship Id="rId17" Type="http://schemas.openxmlformats.org/officeDocument/2006/relationships/oleObject" Target="../embeddings/oleObject18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7.wmf"/><Relationship Id="rId20" Type="http://schemas.openxmlformats.org/officeDocument/2006/relationships/image" Target="../media/image169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62.wmf"/><Relationship Id="rId11" Type="http://schemas.openxmlformats.org/officeDocument/2006/relationships/oleObject" Target="../embeddings/oleObject179.bin"/><Relationship Id="rId5" Type="http://schemas.openxmlformats.org/officeDocument/2006/relationships/oleObject" Target="../embeddings/oleObject176.bin"/><Relationship Id="rId15" Type="http://schemas.openxmlformats.org/officeDocument/2006/relationships/oleObject" Target="../embeddings/oleObject181.bin"/><Relationship Id="rId10" Type="http://schemas.openxmlformats.org/officeDocument/2006/relationships/image" Target="../media/image164.wmf"/><Relationship Id="rId19" Type="http://schemas.openxmlformats.org/officeDocument/2006/relationships/oleObject" Target="../embeddings/oleObject183.bin"/><Relationship Id="rId4" Type="http://schemas.openxmlformats.org/officeDocument/2006/relationships/image" Target="../media/image161.wmf"/><Relationship Id="rId9" Type="http://schemas.openxmlformats.org/officeDocument/2006/relationships/oleObject" Target="../embeddings/oleObject178.bin"/><Relationship Id="rId14" Type="http://schemas.openxmlformats.org/officeDocument/2006/relationships/image" Target="../media/image166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13" Type="http://schemas.openxmlformats.org/officeDocument/2006/relationships/oleObject" Target="../embeddings/oleObject189.bin"/><Relationship Id="rId3" Type="http://schemas.openxmlformats.org/officeDocument/2006/relationships/oleObject" Target="../embeddings/oleObject184.bin"/><Relationship Id="rId7" Type="http://schemas.openxmlformats.org/officeDocument/2006/relationships/oleObject" Target="../embeddings/oleObject186.bin"/><Relationship Id="rId12" Type="http://schemas.openxmlformats.org/officeDocument/2006/relationships/image" Target="../media/image17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65.wmf"/><Relationship Id="rId11" Type="http://schemas.openxmlformats.org/officeDocument/2006/relationships/oleObject" Target="../embeddings/oleObject188.bin"/><Relationship Id="rId5" Type="http://schemas.openxmlformats.org/officeDocument/2006/relationships/oleObject" Target="../embeddings/oleObject185.bin"/><Relationship Id="rId10" Type="http://schemas.openxmlformats.org/officeDocument/2006/relationships/image" Target="../media/image169.wmf"/><Relationship Id="rId4" Type="http://schemas.openxmlformats.org/officeDocument/2006/relationships/image" Target="../media/image166.wmf"/><Relationship Id="rId9" Type="http://schemas.openxmlformats.org/officeDocument/2006/relationships/oleObject" Target="../embeddings/oleObject187.bin"/><Relationship Id="rId14" Type="http://schemas.openxmlformats.org/officeDocument/2006/relationships/image" Target="../media/image172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wmf"/><Relationship Id="rId3" Type="http://schemas.openxmlformats.org/officeDocument/2006/relationships/oleObject" Target="../embeddings/oleObject190.bin"/><Relationship Id="rId7" Type="http://schemas.openxmlformats.org/officeDocument/2006/relationships/oleObject" Target="../embeddings/oleObject192.bin"/><Relationship Id="rId12" Type="http://schemas.openxmlformats.org/officeDocument/2006/relationships/image" Target="../media/image17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74.wmf"/><Relationship Id="rId11" Type="http://schemas.openxmlformats.org/officeDocument/2006/relationships/oleObject" Target="../embeddings/oleObject194.bin"/><Relationship Id="rId5" Type="http://schemas.openxmlformats.org/officeDocument/2006/relationships/oleObject" Target="../embeddings/oleObject191.bin"/><Relationship Id="rId10" Type="http://schemas.openxmlformats.org/officeDocument/2006/relationships/image" Target="../media/image176.wmf"/><Relationship Id="rId4" Type="http://schemas.openxmlformats.org/officeDocument/2006/relationships/image" Target="../media/image173.wmf"/><Relationship Id="rId9" Type="http://schemas.openxmlformats.org/officeDocument/2006/relationships/oleObject" Target="../embeddings/oleObject193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wmf"/><Relationship Id="rId3" Type="http://schemas.openxmlformats.org/officeDocument/2006/relationships/oleObject" Target="../embeddings/oleObject195.bin"/><Relationship Id="rId7" Type="http://schemas.openxmlformats.org/officeDocument/2006/relationships/oleObject" Target="../embeddings/oleObject19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79.wmf"/><Relationship Id="rId5" Type="http://schemas.openxmlformats.org/officeDocument/2006/relationships/oleObject" Target="../embeddings/oleObject196.bin"/><Relationship Id="rId4" Type="http://schemas.openxmlformats.org/officeDocument/2006/relationships/image" Target="../media/image178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wmf"/><Relationship Id="rId3" Type="http://schemas.openxmlformats.org/officeDocument/2006/relationships/oleObject" Target="../embeddings/oleObject198.bin"/><Relationship Id="rId7" Type="http://schemas.openxmlformats.org/officeDocument/2006/relationships/oleObject" Target="../embeddings/oleObject20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82.wmf"/><Relationship Id="rId5" Type="http://schemas.openxmlformats.org/officeDocument/2006/relationships/oleObject" Target="../embeddings/oleObject199.bin"/><Relationship Id="rId4" Type="http://schemas.openxmlformats.org/officeDocument/2006/relationships/image" Target="../media/image181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wmf"/><Relationship Id="rId3" Type="http://schemas.openxmlformats.org/officeDocument/2006/relationships/oleObject" Target="../embeddings/oleObject201.bin"/><Relationship Id="rId7" Type="http://schemas.openxmlformats.org/officeDocument/2006/relationships/oleObject" Target="../embeddings/oleObject20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85.wmf"/><Relationship Id="rId5" Type="http://schemas.openxmlformats.org/officeDocument/2006/relationships/oleObject" Target="../embeddings/oleObject202.bin"/><Relationship Id="rId10" Type="http://schemas.openxmlformats.org/officeDocument/2006/relationships/image" Target="../media/image187.wmf"/><Relationship Id="rId4" Type="http://schemas.openxmlformats.org/officeDocument/2006/relationships/image" Target="../media/image184.wmf"/><Relationship Id="rId9" Type="http://schemas.openxmlformats.org/officeDocument/2006/relationships/oleObject" Target="../embeddings/oleObject204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wmf"/><Relationship Id="rId3" Type="http://schemas.openxmlformats.org/officeDocument/2006/relationships/oleObject" Target="../embeddings/oleObject205.bin"/><Relationship Id="rId7" Type="http://schemas.openxmlformats.org/officeDocument/2006/relationships/oleObject" Target="../embeddings/oleObject20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89.wmf"/><Relationship Id="rId5" Type="http://schemas.openxmlformats.org/officeDocument/2006/relationships/oleObject" Target="../embeddings/oleObject206.bin"/><Relationship Id="rId4" Type="http://schemas.openxmlformats.org/officeDocument/2006/relationships/image" Target="../media/image188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0.bin"/><Relationship Id="rId3" Type="http://schemas.openxmlformats.org/officeDocument/2006/relationships/oleObject" Target="../embeddings/oleObject208.bin"/><Relationship Id="rId7" Type="http://schemas.openxmlformats.org/officeDocument/2006/relationships/image" Target="../media/image19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92.wmf"/><Relationship Id="rId11" Type="http://schemas.openxmlformats.org/officeDocument/2006/relationships/image" Target="../media/image194.wmf"/><Relationship Id="rId5" Type="http://schemas.openxmlformats.org/officeDocument/2006/relationships/oleObject" Target="../embeddings/oleObject209.bin"/><Relationship Id="rId10" Type="http://schemas.openxmlformats.org/officeDocument/2006/relationships/oleObject" Target="../embeddings/oleObject211.bin"/><Relationship Id="rId4" Type="http://schemas.openxmlformats.org/officeDocument/2006/relationships/image" Target="../media/image191.wmf"/><Relationship Id="rId9" Type="http://schemas.openxmlformats.org/officeDocument/2006/relationships/image" Target="../media/image193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3" Type="http://schemas.openxmlformats.org/officeDocument/2006/relationships/oleObject" Target="../embeddings/oleObject212.bin"/><Relationship Id="rId7" Type="http://schemas.openxmlformats.org/officeDocument/2006/relationships/oleObject" Target="../embeddings/oleObject2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97.wmf"/><Relationship Id="rId5" Type="http://schemas.openxmlformats.org/officeDocument/2006/relationships/oleObject" Target="../embeddings/oleObject213.bin"/><Relationship Id="rId10" Type="http://schemas.openxmlformats.org/officeDocument/2006/relationships/image" Target="../media/image199.wmf"/><Relationship Id="rId4" Type="http://schemas.openxmlformats.org/officeDocument/2006/relationships/image" Target="../media/image196.wmf"/><Relationship Id="rId9" Type="http://schemas.openxmlformats.org/officeDocument/2006/relationships/oleObject" Target="../embeddings/oleObject215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wmf"/><Relationship Id="rId13" Type="http://schemas.openxmlformats.org/officeDocument/2006/relationships/oleObject" Target="../embeddings/oleObject221.bin"/><Relationship Id="rId18" Type="http://schemas.openxmlformats.org/officeDocument/2006/relationships/image" Target="../media/image207.wmf"/><Relationship Id="rId3" Type="http://schemas.openxmlformats.org/officeDocument/2006/relationships/oleObject" Target="../embeddings/oleObject216.bin"/><Relationship Id="rId7" Type="http://schemas.openxmlformats.org/officeDocument/2006/relationships/oleObject" Target="../embeddings/oleObject218.bin"/><Relationship Id="rId12" Type="http://schemas.openxmlformats.org/officeDocument/2006/relationships/image" Target="../media/image204.wmf"/><Relationship Id="rId17" Type="http://schemas.openxmlformats.org/officeDocument/2006/relationships/oleObject" Target="../embeddings/oleObject22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06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01.wmf"/><Relationship Id="rId11" Type="http://schemas.openxmlformats.org/officeDocument/2006/relationships/oleObject" Target="../embeddings/oleObject220.bin"/><Relationship Id="rId5" Type="http://schemas.openxmlformats.org/officeDocument/2006/relationships/oleObject" Target="../embeddings/oleObject217.bin"/><Relationship Id="rId15" Type="http://schemas.openxmlformats.org/officeDocument/2006/relationships/oleObject" Target="../embeddings/oleObject222.bin"/><Relationship Id="rId10" Type="http://schemas.openxmlformats.org/officeDocument/2006/relationships/image" Target="../media/image203.wmf"/><Relationship Id="rId4" Type="http://schemas.openxmlformats.org/officeDocument/2006/relationships/image" Target="../media/image200.wmf"/><Relationship Id="rId9" Type="http://schemas.openxmlformats.org/officeDocument/2006/relationships/oleObject" Target="../embeddings/oleObject219.bin"/><Relationship Id="rId14" Type="http://schemas.openxmlformats.org/officeDocument/2006/relationships/image" Target="../media/image205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wmf"/><Relationship Id="rId13" Type="http://schemas.openxmlformats.org/officeDocument/2006/relationships/oleObject" Target="../embeddings/oleObject229.bin"/><Relationship Id="rId3" Type="http://schemas.openxmlformats.org/officeDocument/2006/relationships/oleObject" Target="../embeddings/oleObject224.bin"/><Relationship Id="rId7" Type="http://schemas.openxmlformats.org/officeDocument/2006/relationships/oleObject" Target="../embeddings/oleObject226.bin"/><Relationship Id="rId12" Type="http://schemas.openxmlformats.org/officeDocument/2006/relationships/image" Target="../media/image2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09.wmf"/><Relationship Id="rId11" Type="http://schemas.openxmlformats.org/officeDocument/2006/relationships/oleObject" Target="../embeddings/oleObject228.bin"/><Relationship Id="rId5" Type="http://schemas.openxmlformats.org/officeDocument/2006/relationships/oleObject" Target="../embeddings/oleObject225.bin"/><Relationship Id="rId10" Type="http://schemas.openxmlformats.org/officeDocument/2006/relationships/image" Target="../media/image211.wmf"/><Relationship Id="rId4" Type="http://schemas.openxmlformats.org/officeDocument/2006/relationships/image" Target="../media/image208.wmf"/><Relationship Id="rId9" Type="http://schemas.openxmlformats.org/officeDocument/2006/relationships/oleObject" Target="../embeddings/oleObject227.bin"/><Relationship Id="rId14" Type="http://schemas.openxmlformats.org/officeDocument/2006/relationships/image" Target="../media/image213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wmf"/><Relationship Id="rId3" Type="http://schemas.openxmlformats.org/officeDocument/2006/relationships/oleObject" Target="../embeddings/oleObject230.bin"/><Relationship Id="rId7" Type="http://schemas.openxmlformats.org/officeDocument/2006/relationships/oleObject" Target="../embeddings/oleObject232.bin"/><Relationship Id="rId12" Type="http://schemas.openxmlformats.org/officeDocument/2006/relationships/image" Target="../media/image2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15.wmf"/><Relationship Id="rId11" Type="http://schemas.openxmlformats.org/officeDocument/2006/relationships/oleObject" Target="../embeddings/oleObject234.bin"/><Relationship Id="rId5" Type="http://schemas.openxmlformats.org/officeDocument/2006/relationships/oleObject" Target="../embeddings/oleObject231.bin"/><Relationship Id="rId10" Type="http://schemas.openxmlformats.org/officeDocument/2006/relationships/image" Target="../media/image217.wmf"/><Relationship Id="rId4" Type="http://schemas.openxmlformats.org/officeDocument/2006/relationships/image" Target="../media/image214.wmf"/><Relationship Id="rId9" Type="http://schemas.openxmlformats.org/officeDocument/2006/relationships/oleObject" Target="../embeddings/oleObject233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wmf"/><Relationship Id="rId13" Type="http://schemas.openxmlformats.org/officeDocument/2006/relationships/oleObject" Target="../embeddings/oleObject240.bin"/><Relationship Id="rId18" Type="http://schemas.openxmlformats.org/officeDocument/2006/relationships/image" Target="../media/image226.wmf"/><Relationship Id="rId26" Type="http://schemas.openxmlformats.org/officeDocument/2006/relationships/image" Target="../media/image230.wmf"/><Relationship Id="rId3" Type="http://schemas.openxmlformats.org/officeDocument/2006/relationships/oleObject" Target="../embeddings/oleObject235.bin"/><Relationship Id="rId21" Type="http://schemas.openxmlformats.org/officeDocument/2006/relationships/oleObject" Target="../embeddings/oleObject244.bin"/><Relationship Id="rId7" Type="http://schemas.openxmlformats.org/officeDocument/2006/relationships/oleObject" Target="../embeddings/oleObject237.bin"/><Relationship Id="rId12" Type="http://schemas.openxmlformats.org/officeDocument/2006/relationships/image" Target="../media/image223.wmf"/><Relationship Id="rId17" Type="http://schemas.openxmlformats.org/officeDocument/2006/relationships/oleObject" Target="../embeddings/oleObject242.bin"/><Relationship Id="rId25" Type="http://schemas.openxmlformats.org/officeDocument/2006/relationships/oleObject" Target="../embeddings/oleObject24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25.wmf"/><Relationship Id="rId20" Type="http://schemas.openxmlformats.org/officeDocument/2006/relationships/image" Target="../media/image227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20.wmf"/><Relationship Id="rId11" Type="http://schemas.openxmlformats.org/officeDocument/2006/relationships/oleObject" Target="../embeddings/oleObject239.bin"/><Relationship Id="rId24" Type="http://schemas.openxmlformats.org/officeDocument/2006/relationships/image" Target="../media/image229.wmf"/><Relationship Id="rId5" Type="http://schemas.openxmlformats.org/officeDocument/2006/relationships/oleObject" Target="../embeddings/oleObject236.bin"/><Relationship Id="rId15" Type="http://schemas.openxmlformats.org/officeDocument/2006/relationships/oleObject" Target="../embeddings/oleObject241.bin"/><Relationship Id="rId23" Type="http://schemas.openxmlformats.org/officeDocument/2006/relationships/oleObject" Target="../embeddings/oleObject245.bin"/><Relationship Id="rId28" Type="http://schemas.openxmlformats.org/officeDocument/2006/relationships/image" Target="../media/image231.wmf"/><Relationship Id="rId10" Type="http://schemas.openxmlformats.org/officeDocument/2006/relationships/image" Target="../media/image222.wmf"/><Relationship Id="rId19" Type="http://schemas.openxmlformats.org/officeDocument/2006/relationships/oleObject" Target="../embeddings/oleObject243.bin"/><Relationship Id="rId4" Type="http://schemas.openxmlformats.org/officeDocument/2006/relationships/image" Target="../media/image219.wmf"/><Relationship Id="rId9" Type="http://schemas.openxmlformats.org/officeDocument/2006/relationships/oleObject" Target="../embeddings/oleObject238.bin"/><Relationship Id="rId14" Type="http://schemas.openxmlformats.org/officeDocument/2006/relationships/image" Target="../media/image224.wmf"/><Relationship Id="rId22" Type="http://schemas.openxmlformats.org/officeDocument/2006/relationships/image" Target="../media/image228.wmf"/><Relationship Id="rId27" Type="http://schemas.openxmlformats.org/officeDocument/2006/relationships/oleObject" Target="../embeddings/oleObject247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wmf"/><Relationship Id="rId13" Type="http://schemas.openxmlformats.org/officeDocument/2006/relationships/oleObject" Target="../embeddings/oleObject253.bin"/><Relationship Id="rId18" Type="http://schemas.openxmlformats.org/officeDocument/2006/relationships/image" Target="../media/image239.wmf"/><Relationship Id="rId26" Type="http://schemas.openxmlformats.org/officeDocument/2006/relationships/image" Target="../media/image243.wmf"/><Relationship Id="rId3" Type="http://schemas.openxmlformats.org/officeDocument/2006/relationships/oleObject" Target="../embeddings/oleObject248.bin"/><Relationship Id="rId21" Type="http://schemas.openxmlformats.org/officeDocument/2006/relationships/oleObject" Target="../embeddings/oleObject257.bin"/><Relationship Id="rId7" Type="http://schemas.openxmlformats.org/officeDocument/2006/relationships/oleObject" Target="../embeddings/oleObject250.bin"/><Relationship Id="rId12" Type="http://schemas.openxmlformats.org/officeDocument/2006/relationships/image" Target="../media/image236.wmf"/><Relationship Id="rId17" Type="http://schemas.openxmlformats.org/officeDocument/2006/relationships/oleObject" Target="../embeddings/oleObject255.bin"/><Relationship Id="rId25" Type="http://schemas.openxmlformats.org/officeDocument/2006/relationships/oleObject" Target="../embeddings/oleObject25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38.wmf"/><Relationship Id="rId20" Type="http://schemas.openxmlformats.org/officeDocument/2006/relationships/image" Target="../media/image240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33.wmf"/><Relationship Id="rId11" Type="http://schemas.openxmlformats.org/officeDocument/2006/relationships/oleObject" Target="../embeddings/oleObject252.bin"/><Relationship Id="rId24" Type="http://schemas.openxmlformats.org/officeDocument/2006/relationships/image" Target="../media/image242.wmf"/><Relationship Id="rId5" Type="http://schemas.openxmlformats.org/officeDocument/2006/relationships/oleObject" Target="../embeddings/oleObject249.bin"/><Relationship Id="rId15" Type="http://schemas.openxmlformats.org/officeDocument/2006/relationships/oleObject" Target="../embeddings/oleObject254.bin"/><Relationship Id="rId23" Type="http://schemas.openxmlformats.org/officeDocument/2006/relationships/oleObject" Target="../embeddings/oleObject258.bin"/><Relationship Id="rId10" Type="http://schemas.openxmlformats.org/officeDocument/2006/relationships/image" Target="../media/image235.wmf"/><Relationship Id="rId19" Type="http://schemas.openxmlformats.org/officeDocument/2006/relationships/oleObject" Target="../embeddings/oleObject256.bin"/><Relationship Id="rId4" Type="http://schemas.openxmlformats.org/officeDocument/2006/relationships/image" Target="../media/image232.wmf"/><Relationship Id="rId9" Type="http://schemas.openxmlformats.org/officeDocument/2006/relationships/oleObject" Target="../embeddings/oleObject251.bin"/><Relationship Id="rId14" Type="http://schemas.openxmlformats.org/officeDocument/2006/relationships/image" Target="../media/image237.wmf"/><Relationship Id="rId22" Type="http://schemas.openxmlformats.org/officeDocument/2006/relationships/image" Target="../media/image241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wmf"/><Relationship Id="rId13" Type="http://schemas.openxmlformats.org/officeDocument/2006/relationships/oleObject" Target="../embeddings/oleObject265.bin"/><Relationship Id="rId18" Type="http://schemas.openxmlformats.org/officeDocument/2006/relationships/image" Target="../media/image251.wmf"/><Relationship Id="rId3" Type="http://schemas.openxmlformats.org/officeDocument/2006/relationships/oleObject" Target="../embeddings/oleObject260.bin"/><Relationship Id="rId7" Type="http://schemas.openxmlformats.org/officeDocument/2006/relationships/oleObject" Target="../embeddings/oleObject262.bin"/><Relationship Id="rId12" Type="http://schemas.openxmlformats.org/officeDocument/2006/relationships/image" Target="../media/image248.wmf"/><Relationship Id="rId17" Type="http://schemas.openxmlformats.org/officeDocument/2006/relationships/oleObject" Target="../embeddings/oleObject26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50.wmf"/><Relationship Id="rId20" Type="http://schemas.openxmlformats.org/officeDocument/2006/relationships/image" Target="../media/image252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45.wmf"/><Relationship Id="rId11" Type="http://schemas.openxmlformats.org/officeDocument/2006/relationships/oleObject" Target="../embeddings/oleObject264.bin"/><Relationship Id="rId5" Type="http://schemas.openxmlformats.org/officeDocument/2006/relationships/oleObject" Target="../embeddings/oleObject261.bin"/><Relationship Id="rId15" Type="http://schemas.openxmlformats.org/officeDocument/2006/relationships/oleObject" Target="../embeddings/oleObject266.bin"/><Relationship Id="rId10" Type="http://schemas.openxmlformats.org/officeDocument/2006/relationships/image" Target="../media/image247.wmf"/><Relationship Id="rId19" Type="http://schemas.openxmlformats.org/officeDocument/2006/relationships/oleObject" Target="../embeddings/oleObject268.bin"/><Relationship Id="rId4" Type="http://schemas.openxmlformats.org/officeDocument/2006/relationships/image" Target="../media/image244.wmf"/><Relationship Id="rId9" Type="http://schemas.openxmlformats.org/officeDocument/2006/relationships/oleObject" Target="../embeddings/oleObject263.bin"/><Relationship Id="rId14" Type="http://schemas.openxmlformats.org/officeDocument/2006/relationships/image" Target="../media/image249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wmf"/><Relationship Id="rId13" Type="http://schemas.openxmlformats.org/officeDocument/2006/relationships/oleObject" Target="../embeddings/oleObject274.bin"/><Relationship Id="rId18" Type="http://schemas.openxmlformats.org/officeDocument/2006/relationships/image" Target="../media/image260.wmf"/><Relationship Id="rId26" Type="http://schemas.openxmlformats.org/officeDocument/2006/relationships/image" Target="../media/image264.wmf"/><Relationship Id="rId3" Type="http://schemas.openxmlformats.org/officeDocument/2006/relationships/oleObject" Target="../embeddings/oleObject269.bin"/><Relationship Id="rId21" Type="http://schemas.openxmlformats.org/officeDocument/2006/relationships/oleObject" Target="../embeddings/oleObject278.bin"/><Relationship Id="rId7" Type="http://schemas.openxmlformats.org/officeDocument/2006/relationships/oleObject" Target="../embeddings/oleObject271.bin"/><Relationship Id="rId12" Type="http://schemas.openxmlformats.org/officeDocument/2006/relationships/image" Target="../media/image257.wmf"/><Relationship Id="rId17" Type="http://schemas.openxmlformats.org/officeDocument/2006/relationships/oleObject" Target="../embeddings/oleObject276.bin"/><Relationship Id="rId25" Type="http://schemas.openxmlformats.org/officeDocument/2006/relationships/oleObject" Target="../embeddings/oleObject28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59.wmf"/><Relationship Id="rId20" Type="http://schemas.openxmlformats.org/officeDocument/2006/relationships/image" Target="../media/image261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54.wmf"/><Relationship Id="rId11" Type="http://schemas.openxmlformats.org/officeDocument/2006/relationships/oleObject" Target="../embeddings/oleObject273.bin"/><Relationship Id="rId24" Type="http://schemas.openxmlformats.org/officeDocument/2006/relationships/image" Target="../media/image263.wmf"/><Relationship Id="rId5" Type="http://schemas.openxmlformats.org/officeDocument/2006/relationships/oleObject" Target="../embeddings/oleObject270.bin"/><Relationship Id="rId15" Type="http://schemas.openxmlformats.org/officeDocument/2006/relationships/oleObject" Target="../embeddings/oleObject275.bin"/><Relationship Id="rId23" Type="http://schemas.openxmlformats.org/officeDocument/2006/relationships/oleObject" Target="../embeddings/oleObject279.bin"/><Relationship Id="rId10" Type="http://schemas.openxmlformats.org/officeDocument/2006/relationships/image" Target="../media/image256.wmf"/><Relationship Id="rId19" Type="http://schemas.openxmlformats.org/officeDocument/2006/relationships/oleObject" Target="../embeddings/oleObject277.bin"/><Relationship Id="rId4" Type="http://schemas.openxmlformats.org/officeDocument/2006/relationships/image" Target="../media/image253.wmf"/><Relationship Id="rId9" Type="http://schemas.openxmlformats.org/officeDocument/2006/relationships/oleObject" Target="../embeddings/oleObject272.bin"/><Relationship Id="rId14" Type="http://schemas.openxmlformats.org/officeDocument/2006/relationships/image" Target="../media/image258.wmf"/><Relationship Id="rId22" Type="http://schemas.openxmlformats.org/officeDocument/2006/relationships/image" Target="../media/image262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wmf"/><Relationship Id="rId13" Type="http://schemas.openxmlformats.org/officeDocument/2006/relationships/oleObject" Target="../embeddings/oleObject286.bin"/><Relationship Id="rId18" Type="http://schemas.openxmlformats.org/officeDocument/2006/relationships/image" Target="../media/image272.wmf"/><Relationship Id="rId26" Type="http://schemas.openxmlformats.org/officeDocument/2006/relationships/image" Target="../media/image275.wmf"/><Relationship Id="rId3" Type="http://schemas.openxmlformats.org/officeDocument/2006/relationships/oleObject" Target="../embeddings/oleObject281.bin"/><Relationship Id="rId21" Type="http://schemas.openxmlformats.org/officeDocument/2006/relationships/oleObject" Target="../embeddings/oleObject290.bin"/><Relationship Id="rId7" Type="http://schemas.openxmlformats.org/officeDocument/2006/relationships/oleObject" Target="../embeddings/oleObject283.bin"/><Relationship Id="rId12" Type="http://schemas.openxmlformats.org/officeDocument/2006/relationships/image" Target="../media/image269.wmf"/><Relationship Id="rId17" Type="http://schemas.openxmlformats.org/officeDocument/2006/relationships/oleObject" Target="../embeddings/oleObject288.bin"/><Relationship Id="rId25" Type="http://schemas.openxmlformats.org/officeDocument/2006/relationships/oleObject" Target="../embeddings/oleObject29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71.wmf"/><Relationship Id="rId20" Type="http://schemas.openxmlformats.org/officeDocument/2006/relationships/image" Target="../media/image273.wmf"/><Relationship Id="rId1" Type="http://schemas.openxmlformats.org/officeDocument/2006/relationships/vmlDrawing" Target="../drawings/vmlDrawing39.vml"/><Relationship Id="rId6" Type="http://schemas.openxmlformats.org/officeDocument/2006/relationships/image" Target="../media/image266.wmf"/><Relationship Id="rId11" Type="http://schemas.openxmlformats.org/officeDocument/2006/relationships/oleObject" Target="../embeddings/oleObject285.bin"/><Relationship Id="rId24" Type="http://schemas.openxmlformats.org/officeDocument/2006/relationships/image" Target="../media/image13.wmf"/><Relationship Id="rId5" Type="http://schemas.openxmlformats.org/officeDocument/2006/relationships/oleObject" Target="../embeddings/oleObject282.bin"/><Relationship Id="rId15" Type="http://schemas.openxmlformats.org/officeDocument/2006/relationships/oleObject" Target="../embeddings/oleObject287.bin"/><Relationship Id="rId23" Type="http://schemas.openxmlformats.org/officeDocument/2006/relationships/oleObject" Target="../embeddings/oleObject291.bin"/><Relationship Id="rId28" Type="http://schemas.openxmlformats.org/officeDocument/2006/relationships/oleObject" Target="../embeddings/oleObject294.bin"/><Relationship Id="rId10" Type="http://schemas.openxmlformats.org/officeDocument/2006/relationships/image" Target="../media/image268.wmf"/><Relationship Id="rId19" Type="http://schemas.openxmlformats.org/officeDocument/2006/relationships/oleObject" Target="../embeddings/oleObject289.bin"/><Relationship Id="rId4" Type="http://schemas.openxmlformats.org/officeDocument/2006/relationships/image" Target="../media/image265.wmf"/><Relationship Id="rId9" Type="http://schemas.openxmlformats.org/officeDocument/2006/relationships/oleObject" Target="../embeddings/oleObject284.bin"/><Relationship Id="rId14" Type="http://schemas.openxmlformats.org/officeDocument/2006/relationships/image" Target="../media/image270.wmf"/><Relationship Id="rId22" Type="http://schemas.openxmlformats.org/officeDocument/2006/relationships/image" Target="../media/image274.wmf"/><Relationship Id="rId27" Type="http://schemas.openxmlformats.org/officeDocument/2006/relationships/oleObject" Target="../embeddings/oleObject293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8.wmf"/><Relationship Id="rId13" Type="http://schemas.openxmlformats.org/officeDocument/2006/relationships/oleObject" Target="../embeddings/oleObject300.bin"/><Relationship Id="rId3" Type="http://schemas.openxmlformats.org/officeDocument/2006/relationships/oleObject" Target="../embeddings/oleObject295.bin"/><Relationship Id="rId7" Type="http://schemas.openxmlformats.org/officeDocument/2006/relationships/oleObject" Target="../embeddings/oleObject297.bin"/><Relationship Id="rId12" Type="http://schemas.openxmlformats.org/officeDocument/2006/relationships/image" Target="../media/image280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82.wmf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77.wmf"/><Relationship Id="rId11" Type="http://schemas.openxmlformats.org/officeDocument/2006/relationships/oleObject" Target="../embeddings/oleObject299.bin"/><Relationship Id="rId5" Type="http://schemas.openxmlformats.org/officeDocument/2006/relationships/oleObject" Target="../embeddings/oleObject296.bin"/><Relationship Id="rId15" Type="http://schemas.openxmlformats.org/officeDocument/2006/relationships/oleObject" Target="../embeddings/oleObject301.bin"/><Relationship Id="rId10" Type="http://schemas.openxmlformats.org/officeDocument/2006/relationships/image" Target="../media/image279.wmf"/><Relationship Id="rId4" Type="http://schemas.openxmlformats.org/officeDocument/2006/relationships/image" Target="../media/image276.wmf"/><Relationship Id="rId9" Type="http://schemas.openxmlformats.org/officeDocument/2006/relationships/oleObject" Target="../embeddings/oleObject298.bin"/><Relationship Id="rId14" Type="http://schemas.openxmlformats.org/officeDocument/2006/relationships/image" Target="../media/image281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1.vml"/><Relationship Id="rId4" Type="http://schemas.openxmlformats.org/officeDocument/2006/relationships/image" Target="../media/image283.w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285.wmf"/><Relationship Id="rId5" Type="http://schemas.openxmlformats.org/officeDocument/2006/relationships/oleObject" Target="../embeddings/oleObject304.bin"/><Relationship Id="rId4" Type="http://schemas.openxmlformats.org/officeDocument/2006/relationships/image" Target="../media/image284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wmf"/><Relationship Id="rId3" Type="http://schemas.openxmlformats.org/officeDocument/2006/relationships/oleObject" Target="../embeddings/oleObject305.bin"/><Relationship Id="rId7" Type="http://schemas.openxmlformats.org/officeDocument/2006/relationships/oleObject" Target="../embeddings/oleObject30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85.wmf"/><Relationship Id="rId5" Type="http://schemas.openxmlformats.org/officeDocument/2006/relationships/oleObject" Target="../embeddings/oleObject306.bin"/><Relationship Id="rId4" Type="http://schemas.openxmlformats.org/officeDocument/2006/relationships/image" Target="../media/image28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93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"/>
          <p:cNvGraphicFramePr>
            <a:graphicFrameLocks noChangeAspect="1"/>
          </p:cNvGraphicFramePr>
          <p:nvPr/>
        </p:nvGraphicFramePr>
        <p:xfrm>
          <a:off x="3939118" y="2368550"/>
          <a:ext cx="6189133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04" name="Equation" r:id="rId3" imgW="1968500" imgH="939800" progId="Equation.DSMT4">
                  <p:embed/>
                </p:oleObj>
              </mc:Choice>
              <mc:Fallback>
                <p:oleObj name="Equation" r:id="rId3" imgW="1968500" imgH="93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9118" y="2368550"/>
                        <a:ext cx="6189133" cy="221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3"/>
          <p:cNvSpPr txBox="1">
            <a:spLocks noChangeArrowheads="1"/>
          </p:cNvSpPr>
          <p:nvPr/>
        </p:nvSpPr>
        <p:spPr bwMode="auto">
          <a:xfrm>
            <a:off x="810685" y="1773238"/>
            <a:ext cx="31598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 sz="3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>
              <a:buClr>
                <a:schemeClr val="accent2"/>
              </a:buClr>
              <a:buFont typeface="Wingdings" pitchFamily="2" charset="2"/>
              <a:buChar char="Ø"/>
            </a:pPr>
            <a:r>
              <a:rPr kumimoji="1" lang="zh-CN" altLang="en-US" sz="2800">
                <a:latin typeface="Times New Roman" pitchFamily="18" charset="0"/>
              </a:rPr>
              <a:t>矩阵概念的引入</a:t>
            </a:r>
          </a:p>
        </p:txBody>
      </p: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1432985" y="5141913"/>
            <a:ext cx="375496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/>
            <a:r>
              <a:rPr kumimoji="1" lang="zh-CN" altLang="en-US" sz="2800">
                <a:latin typeface="Times New Roman" pitchFamily="18" charset="0"/>
              </a:rPr>
              <a:t>的解取决于</a:t>
            </a:r>
          </a:p>
        </p:txBody>
      </p:sp>
      <p:grpSp>
        <p:nvGrpSpPr>
          <p:cNvPr id="27" name="Group 5"/>
          <p:cNvGrpSpPr>
            <a:grpSpLocks/>
          </p:cNvGrpSpPr>
          <p:nvPr/>
        </p:nvGrpSpPr>
        <p:grpSpPr bwMode="auto">
          <a:xfrm>
            <a:off x="4226985" y="4816476"/>
            <a:ext cx="5032629" cy="584993"/>
            <a:chOff x="2064" y="2832"/>
            <a:chExt cx="2054" cy="327"/>
          </a:xfrm>
        </p:grpSpPr>
        <p:graphicFrame>
          <p:nvGraphicFramePr>
            <p:cNvPr id="410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4650032"/>
                </p:ext>
              </p:extLst>
            </p:nvPr>
          </p:nvGraphicFramePr>
          <p:xfrm>
            <a:off x="2479" y="2881"/>
            <a:ext cx="1639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05" name="Equation" r:id="rId5" imgW="1866600" imgH="253800" progId="Equation.DSMT4">
                    <p:embed/>
                  </p:oleObj>
                </mc:Choice>
                <mc:Fallback>
                  <p:oleObj name="Equation" r:id="rId5" imgW="18666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9" y="2881"/>
                          <a:ext cx="1639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8" name="Text Box 7"/>
            <p:cNvSpPr txBox="1">
              <a:spLocks noChangeArrowheads="1"/>
            </p:cNvSpPr>
            <p:nvPr/>
          </p:nvSpPr>
          <p:spPr bwMode="auto">
            <a:xfrm>
              <a:off x="2064" y="2832"/>
              <a:ext cx="7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>
                <a:defRPr sz="26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hangingPunct="0"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hangingPunct="0"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hangingPunct="0"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hangingPunct="0"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800">
                  <a:solidFill>
                    <a:srgbClr val="0000FF"/>
                  </a:solidFill>
                  <a:latin typeface="Times New Roman" pitchFamily="18" charset="0"/>
                </a:rPr>
                <a:t>系数</a:t>
              </a:r>
            </a:p>
          </p:txBody>
        </p:sp>
      </p:grpSp>
      <p:grpSp>
        <p:nvGrpSpPr>
          <p:cNvPr id="30" name="Group 8"/>
          <p:cNvGrpSpPr>
            <a:grpSpLocks/>
          </p:cNvGrpSpPr>
          <p:nvPr/>
        </p:nvGrpSpPr>
        <p:grpSpPr bwMode="auto">
          <a:xfrm>
            <a:off x="4320118" y="5530851"/>
            <a:ext cx="4516967" cy="519113"/>
            <a:chOff x="2064" y="3184"/>
            <a:chExt cx="2134" cy="327"/>
          </a:xfrm>
        </p:grpSpPr>
        <p:graphicFrame>
          <p:nvGraphicFramePr>
            <p:cNvPr id="4105" name="Object 9"/>
            <p:cNvGraphicFramePr>
              <a:graphicFrameLocks noChangeAspect="1"/>
            </p:cNvGraphicFramePr>
            <p:nvPr/>
          </p:nvGraphicFramePr>
          <p:xfrm>
            <a:off x="2976" y="3204"/>
            <a:ext cx="122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06" name="公式" r:id="rId7" imgW="2413000" imgH="457200" progId="Equation.3">
                    <p:embed/>
                  </p:oleObj>
                </mc:Choice>
                <mc:Fallback>
                  <p:oleObj name="公式" r:id="rId7" imgW="24130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3204"/>
                          <a:ext cx="122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6" name="Text Box 10"/>
            <p:cNvSpPr txBox="1">
              <a:spLocks noChangeArrowheads="1"/>
            </p:cNvSpPr>
            <p:nvPr/>
          </p:nvSpPr>
          <p:spPr bwMode="auto">
            <a:xfrm>
              <a:off x="2064" y="3184"/>
              <a:ext cx="11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>
                <a:defRPr sz="26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hangingPunct="0"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hangingPunct="0"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hangingPunct="0"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hangingPunct="0"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/>
              <a:r>
                <a:rPr kumimoji="1" lang="zh-CN" altLang="en-US" sz="2800">
                  <a:solidFill>
                    <a:srgbClr val="0000FF"/>
                  </a:solidFill>
                  <a:latin typeface="Times New Roman" pitchFamily="18" charset="0"/>
                </a:rPr>
                <a:t>常数项</a:t>
              </a:r>
            </a:p>
          </p:txBody>
        </p:sp>
      </p:grp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386418" y="3213101"/>
            <a:ext cx="375496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/>
            <a:r>
              <a:rPr kumimoji="1" lang="zh-CN" altLang="en-US" sz="2800">
                <a:latin typeface="Times New Roman" pitchFamily="18" charset="0"/>
              </a:rPr>
              <a:t>线性方程组</a:t>
            </a:r>
          </a:p>
        </p:txBody>
      </p:sp>
    </p:spTree>
    <p:extLst>
      <p:ext uri="{BB962C8B-B14F-4D97-AF65-F5344CB8AC3E}">
        <p14:creationId xmlns:p14="http://schemas.microsoft.com/office/powerpoint/2010/main" val="3642527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utoUpdateAnimBg="0"/>
      <p:bldP spid="26" grpId="0" autoUpdateAnimBg="0"/>
      <p:bldP spid="12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15875" y="1412471"/>
            <a:ext cx="10515600" cy="1940329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线性方程组的系数与常数项按原位置可排为</a:t>
            </a:r>
          </a:p>
        </p:txBody>
      </p:sp>
      <p:graphicFrame>
        <p:nvGraphicFramePr>
          <p:cNvPr id="4" name="内容占位符 3"/>
          <p:cNvGraphicFramePr>
            <a:graphicFrameLocks noGrp="1" noChangeAspect="1"/>
          </p:cNvGraphicFramePr>
          <p:nvPr>
            <p:ph idx="4294967295"/>
          </p:nvPr>
        </p:nvGraphicFramePr>
        <p:xfrm>
          <a:off x="4233863" y="2967038"/>
          <a:ext cx="3724275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2" name="公式" r:id="rId3" imgW="3724380" imgH="2066835" progId="Equation.3">
                  <p:embed/>
                </p:oleObj>
              </mc:Choice>
              <mc:Fallback>
                <p:oleObj name="公式" r:id="rId3" imgW="3724380" imgH="206683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3863" y="2967038"/>
                        <a:ext cx="3724275" cy="206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1881352" y="5384715"/>
            <a:ext cx="95854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3600" dirty="0"/>
          </a:p>
        </p:txBody>
      </p:sp>
    </p:spTree>
    <p:extLst>
      <p:ext uri="{BB962C8B-B14F-4D97-AF65-F5344CB8AC3E}">
        <p14:creationId xmlns:p14="http://schemas.microsoft.com/office/powerpoint/2010/main" val="4154297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4"/>
          <p:cNvSpPr>
            <a:spLocks noChangeArrowheads="1"/>
          </p:cNvSpPr>
          <p:nvPr/>
        </p:nvSpPr>
        <p:spPr bwMode="auto">
          <a:xfrm>
            <a:off x="759884" y="1109663"/>
            <a:ext cx="975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chemeClr val="accent6"/>
              </a:buClr>
              <a:buFont typeface="Wingdings" pitchFamily="2" charset="2"/>
              <a:buChar char="u"/>
              <a:defRPr/>
            </a:pPr>
            <a:r>
              <a:rPr kumimoji="1" lang="zh-CN" altLang="en-US" sz="2800" dirty="0" smtClean="0">
                <a:latin typeface="Times New Roman" pitchFamily="18" charset="0"/>
              </a:rPr>
              <a:t>矩阵的应用举例</a:t>
            </a:r>
          </a:p>
        </p:txBody>
      </p:sp>
      <p:sp>
        <p:nvSpPr>
          <p:cNvPr id="57" name="Text Box 5"/>
          <p:cNvSpPr txBox="1">
            <a:spLocks noChangeArrowheads="1"/>
          </p:cNvSpPr>
          <p:nvPr/>
        </p:nvSpPr>
        <p:spPr bwMode="auto">
          <a:xfrm>
            <a:off x="929218" y="1760538"/>
            <a:ext cx="1025524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>
                <a:latin typeface="Times New Roman" pitchFamily="18" charset="0"/>
              </a:rPr>
              <a:t>        某航空公司在</a:t>
            </a:r>
            <a:r>
              <a:rPr kumimoji="1" lang="en-US" altLang="zh-CN">
                <a:latin typeface="Times New Roman" pitchFamily="18" charset="0"/>
              </a:rPr>
              <a:t>A</a:t>
            </a:r>
            <a:r>
              <a:rPr kumimoji="1" lang="zh-CN" altLang="en-US">
                <a:latin typeface="Times New Roman" pitchFamily="18" charset="0"/>
              </a:rPr>
              <a:t>、</a:t>
            </a:r>
            <a:r>
              <a:rPr kumimoji="1" lang="en-US" altLang="zh-CN">
                <a:latin typeface="Times New Roman" pitchFamily="18" charset="0"/>
              </a:rPr>
              <a:t>B</a:t>
            </a:r>
            <a:r>
              <a:rPr kumimoji="1" lang="zh-CN" altLang="en-US">
                <a:latin typeface="Times New Roman" pitchFamily="18" charset="0"/>
              </a:rPr>
              <a:t>、</a:t>
            </a:r>
            <a:r>
              <a:rPr kumimoji="1" lang="en-US" altLang="zh-CN">
                <a:latin typeface="Times New Roman" pitchFamily="18" charset="0"/>
              </a:rPr>
              <a:t>C</a:t>
            </a:r>
            <a:r>
              <a:rPr kumimoji="1" lang="zh-CN" altLang="en-US">
                <a:latin typeface="Times New Roman" pitchFamily="18" charset="0"/>
              </a:rPr>
              <a:t>、</a:t>
            </a:r>
            <a:r>
              <a:rPr kumimoji="1" lang="en-US" altLang="zh-CN">
                <a:latin typeface="Times New Roman" pitchFamily="18" charset="0"/>
              </a:rPr>
              <a:t>D</a:t>
            </a:r>
            <a:r>
              <a:rPr kumimoji="1" lang="zh-CN" altLang="en-US">
                <a:latin typeface="Times New Roman" pitchFamily="18" charset="0"/>
              </a:rPr>
              <a:t>四城市之间开辟了若干航线 ，如图所示表示了四城市间的航班图，如果从</a:t>
            </a:r>
            <a:r>
              <a:rPr kumimoji="1" lang="en-US" altLang="zh-CN">
                <a:latin typeface="Times New Roman" pitchFamily="18" charset="0"/>
              </a:rPr>
              <a:t>A</a:t>
            </a:r>
            <a:r>
              <a:rPr kumimoji="1" lang="zh-CN" altLang="en-US">
                <a:latin typeface="Times New Roman" pitchFamily="18" charset="0"/>
              </a:rPr>
              <a:t>到</a:t>
            </a:r>
            <a:r>
              <a:rPr kumimoji="1" lang="en-US" altLang="zh-CN">
                <a:latin typeface="Times New Roman" pitchFamily="18" charset="0"/>
              </a:rPr>
              <a:t>B</a:t>
            </a:r>
            <a:r>
              <a:rPr kumimoji="1" lang="zh-CN" altLang="en-US">
                <a:latin typeface="Times New Roman" pitchFamily="18" charset="0"/>
              </a:rPr>
              <a:t>有航班，则用带箭头的线连接 </a:t>
            </a:r>
            <a:r>
              <a:rPr kumimoji="1" lang="en-US" altLang="zh-CN">
                <a:latin typeface="Times New Roman" pitchFamily="18" charset="0"/>
              </a:rPr>
              <a:t>A </a:t>
            </a:r>
            <a:r>
              <a:rPr kumimoji="1" lang="zh-CN" altLang="en-US">
                <a:latin typeface="Times New Roman" pitchFamily="18" charset="0"/>
              </a:rPr>
              <a:t>与</a:t>
            </a:r>
            <a:r>
              <a:rPr kumimoji="1" lang="en-US" altLang="zh-CN">
                <a:latin typeface="Times New Roman" pitchFamily="18" charset="0"/>
              </a:rPr>
              <a:t>B</a:t>
            </a:r>
            <a:r>
              <a:rPr kumimoji="1" lang="zh-CN" altLang="en-US">
                <a:latin typeface="Times New Roman" pitchFamily="18" charset="0"/>
              </a:rPr>
              <a:t>。</a:t>
            </a:r>
            <a:endParaRPr kumimoji="1" lang="en-US" altLang="zh-CN">
              <a:latin typeface="Times New Roman" pitchFamily="18" charset="0"/>
            </a:endParaRPr>
          </a:p>
        </p:txBody>
      </p:sp>
      <p:grpSp>
        <p:nvGrpSpPr>
          <p:cNvPr id="58" name="Group 6"/>
          <p:cNvGrpSpPr>
            <a:grpSpLocks/>
          </p:cNvGrpSpPr>
          <p:nvPr/>
        </p:nvGrpSpPr>
        <p:grpSpPr bwMode="auto">
          <a:xfrm>
            <a:off x="7518400" y="3959225"/>
            <a:ext cx="3539067" cy="2387600"/>
            <a:chOff x="3552" y="2304"/>
            <a:chExt cx="1672" cy="1504"/>
          </a:xfrm>
        </p:grpSpPr>
        <p:graphicFrame>
          <p:nvGraphicFramePr>
            <p:cNvPr id="6158" name="Object 7"/>
            <p:cNvGraphicFramePr>
              <a:graphicFrameLocks noChangeAspect="1"/>
            </p:cNvGraphicFramePr>
            <p:nvPr/>
          </p:nvGraphicFramePr>
          <p:xfrm>
            <a:off x="3552" y="3024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262" name="Equation" r:id="rId3" imgW="152517" imgH="171408" progId="Equation.3">
                    <p:embed/>
                  </p:oleObj>
                </mc:Choice>
                <mc:Fallback>
                  <p:oleObj name="Equation" r:id="rId3" imgW="152517" imgH="17140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3024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9" name="Object 8"/>
            <p:cNvGraphicFramePr>
              <a:graphicFrameLocks noChangeAspect="1"/>
            </p:cNvGraphicFramePr>
            <p:nvPr/>
          </p:nvGraphicFramePr>
          <p:xfrm>
            <a:off x="4416" y="2304"/>
            <a:ext cx="18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263" name="Equation" r:id="rId5" imgW="152517" imgH="152512" progId="Equation.3">
                    <p:embed/>
                  </p:oleObj>
                </mc:Choice>
                <mc:Fallback>
                  <p:oleObj name="Equation" r:id="rId5" imgW="152517" imgH="1525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2304"/>
                          <a:ext cx="184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0" name="Object 9"/>
            <p:cNvGraphicFramePr>
              <a:graphicFrameLocks noChangeAspect="1"/>
            </p:cNvGraphicFramePr>
            <p:nvPr/>
          </p:nvGraphicFramePr>
          <p:xfrm>
            <a:off x="5040" y="3072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264" name="Equation" r:id="rId7" imgW="152517" imgH="190573" progId="Equation.3">
                    <p:embed/>
                  </p:oleObj>
                </mc:Choice>
                <mc:Fallback>
                  <p:oleObj name="Equation" r:id="rId7" imgW="152517" imgH="1905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3072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1" name="Object 10"/>
            <p:cNvGraphicFramePr>
              <a:graphicFrameLocks noChangeAspect="1"/>
            </p:cNvGraphicFramePr>
            <p:nvPr/>
          </p:nvGraphicFramePr>
          <p:xfrm>
            <a:off x="4401" y="3624"/>
            <a:ext cx="20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265" name="Equation" r:id="rId9" imgW="190578" imgH="152512" progId="Equation.3">
                    <p:embed/>
                  </p:oleObj>
                </mc:Choice>
                <mc:Fallback>
                  <p:oleObj name="Equation" r:id="rId9" imgW="190578" imgH="1525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1" y="3624"/>
                          <a:ext cx="200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3" name="Line 11"/>
          <p:cNvSpPr>
            <a:spLocks noChangeShapeType="1"/>
          </p:cNvSpPr>
          <p:nvPr/>
        </p:nvSpPr>
        <p:spPr bwMode="auto">
          <a:xfrm flipH="1">
            <a:off x="8026400" y="4264025"/>
            <a:ext cx="1320800" cy="9906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4" name="Line 12"/>
          <p:cNvSpPr>
            <a:spLocks noChangeShapeType="1"/>
          </p:cNvSpPr>
          <p:nvPr/>
        </p:nvSpPr>
        <p:spPr bwMode="auto">
          <a:xfrm flipH="1">
            <a:off x="8331200" y="4416425"/>
            <a:ext cx="812800" cy="6096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5" name="Line 13"/>
          <p:cNvSpPr>
            <a:spLocks noChangeShapeType="1"/>
          </p:cNvSpPr>
          <p:nvPr/>
        </p:nvSpPr>
        <p:spPr bwMode="auto">
          <a:xfrm>
            <a:off x="9652000" y="4264025"/>
            <a:ext cx="1016000" cy="10668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6" name="Line 14"/>
          <p:cNvSpPr>
            <a:spLocks noChangeShapeType="1"/>
          </p:cNvSpPr>
          <p:nvPr/>
        </p:nvSpPr>
        <p:spPr bwMode="auto">
          <a:xfrm>
            <a:off x="8128000" y="5330825"/>
            <a:ext cx="2540000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7" name="Line 15"/>
          <p:cNvSpPr>
            <a:spLocks noChangeShapeType="1"/>
          </p:cNvSpPr>
          <p:nvPr/>
        </p:nvSpPr>
        <p:spPr bwMode="auto">
          <a:xfrm>
            <a:off x="8636000" y="5330825"/>
            <a:ext cx="1625600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8" name="Line 16"/>
          <p:cNvSpPr>
            <a:spLocks noChangeShapeType="1"/>
          </p:cNvSpPr>
          <p:nvPr/>
        </p:nvSpPr>
        <p:spPr bwMode="auto">
          <a:xfrm>
            <a:off x="9550400" y="4264025"/>
            <a:ext cx="0" cy="17526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9" name="Line 17"/>
          <p:cNvSpPr>
            <a:spLocks noChangeShapeType="1"/>
          </p:cNvSpPr>
          <p:nvPr/>
        </p:nvSpPr>
        <p:spPr bwMode="auto">
          <a:xfrm flipH="1">
            <a:off x="9652000" y="5407025"/>
            <a:ext cx="914400" cy="6858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6156" name="Object 18"/>
          <p:cNvGraphicFramePr>
            <a:graphicFrameLocks noChangeAspect="1"/>
          </p:cNvGraphicFramePr>
          <p:nvPr/>
        </p:nvGraphicFramePr>
        <p:xfrm>
          <a:off x="5969000" y="4170363"/>
          <a:ext cx="254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66" name="Equation" r:id="rId11" imgW="190500" imgH="419100" progId="Equation.3">
                  <p:embed/>
                </p:oleObj>
              </mc:Choice>
              <mc:Fallback>
                <p:oleObj name="Equation" r:id="rId11" imgW="1905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9000" y="4170363"/>
                        <a:ext cx="254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423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utoUpdateAnimBg="0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1411818" y="1020763"/>
            <a:ext cx="417293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>
                <a:latin typeface="Times New Roman" pitchFamily="18" charset="0"/>
              </a:rPr>
              <a:t>四城市间的航班图情况常用表格来表示</a:t>
            </a:r>
            <a:r>
              <a:rPr kumimoji="1" lang="en-US" altLang="zh-CN">
                <a:latin typeface="Times New Roman" pitchFamily="18" charset="0"/>
              </a:rPr>
              <a:t>: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716617" y="3306763"/>
            <a:ext cx="906017" cy="52322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00"/>
                </a:solidFill>
                <a:latin typeface="Times New Roman" pitchFamily="18" charset="0"/>
              </a:rPr>
              <a:t>发站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491817" y="1477963"/>
            <a:ext cx="646331" cy="369332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>
                <a:solidFill>
                  <a:srgbClr val="FFFF00"/>
                </a:solidFill>
                <a:latin typeface="Times New Roman" pitchFamily="18" charset="0"/>
              </a:rPr>
              <a:t>到站</a:t>
            </a:r>
          </a:p>
        </p:txBody>
      </p:sp>
      <p:grpSp>
        <p:nvGrpSpPr>
          <p:cNvPr id="12" name="Group 5"/>
          <p:cNvGrpSpPr>
            <a:grpSpLocks/>
          </p:cNvGrpSpPr>
          <p:nvPr/>
        </p:nvGrpSpPr>
        <p:grpSpPr bwMode="auto">
          <a:xfrm>
            <a:off x="4053417" y="2595563"/>
            <a:ext cx="6604000" cy="2133600"/>
            <a:chOff x="1296" y="1824"/>
            <a:chExt cx="3120" cy="1344"/>
          </a:xfrm>
        </p:grpSpPr>
        <p:sp>
          <p:nvSpPr>
            <p:cNvPr id="7211" name="Line 6"/>
            <p:cNvSpPr>
              <a:spLocks noChangeShapeType="1"/>
            </p:cNvSpPr>
            <p:nvPr/>
          </p:nvSpPr>
          <p:spPr bwMode="auto">
            <a:xfrm>
              <a:off x="1296" y="1824"/>
              <a:ext cx="312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12" name="Line 7"/>
            <p:cNvSpPr>
              <a:spLocks noChangeShapeType="1"/>
            </p:cNvSpPr>
            <p:nvPr/>
          </p:nvSpPr>
          <p:spPr bwMode="auto">
            <a:xfrm>
              <a:off x="1296" y="2160"/>
              <a:ext cx="312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13" name="Line 8"/>
            <p:cNvSpPr>
              <a:spLocks noChangeShapeType="1"/>
            </p:cNvSpPr>
            <p:nvPr/>
          </p:nvSpPr>
          <p:spPr bwMode="auto">
            <a:xfrm>
              <a:off x="1296" y="2496"/>
              <a:ext cx="312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14" name="Line 9"/>
            <p:cNvSpPr>
              <a:spLocks noChangeShapeType="1"/>
            </p:cNvSpPr>
            <p:nvPr/>
          </p:nvSpPr>
          <p:spPr bwMode="auto">
            <a:xfrm>
              <a:off x="1296" y="2832"/>
              <a:ext cx="312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15" name="Line 10"/>
            <p:cNvSpPr>
              <a:spLocks noChangeShapeType="1"/>
            </p:cNvSpPr>
            <p:nvPr/>
          </p:nvSpPr>
          <p:spPr bwMode="auto">
            <a:xfrm>
              <a:off x="1296" y="3168"/>
              <a:ext cx="312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16" name="Line 11"/>
            <p:cNvSpPr>
              <a:spLocks noChangeShapeType="1"/>
            </p:cNvSpPr>
            <p:nvPr/>
          </p:nvSpPr>
          <p:spPr bwMode="auto">
            <a:xfrm>
              <a:off x="4416" y="1824"/>
              <a:ext cx="0" cy="134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17" name="Line 12"/>
            <p:cNvSpPr>
              <a:spLocks noChangeShapeType="1"/>
            </p:cNvSpPr>
            <p:nvPr/>
          </p:nvSpPr>
          <p:spPr bwMode="auto">
            <a:xfrm>
              <a:off x="1296" y="1824"/>
              <a:ext cx="0" cy="134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18" name="Line 13"/>
            <p:cNvSpPr>
              <a:spLocks noChangeShapeType="1"/>
            </p:cNvSpPr>
            <p:nvPr/>
          </p:nvSpPr>
          <p:spPr bwMode="auto">
            <a:xfrm>
              <a:off x="3696" y="1824"/>
              <a:ext cx="0" cy="134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19" name="Line 14"/>
            <p:cNvSpPr>
              <a:spLocks noChangeShapeType="1"/>
            </p:cNvSpPr>
            <p:nvPr/>
          </p:nvSpPr>
          <p:spPr bwMode="auto">
            <a:xfrm>
              <a:off x="2880" y="1824"/>
              <a:ext cx="0" cy="134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20" name="Line 15"/>
            <p:cNvSpPr>
              <a:spLocks noChangeShapeType="1"/>
            </p:cNvSpPr>
            <p:nvPr/>
          </p:nvSpPr>
          <p:spPr bwMode="auto">
            <a:xfrm>
              <a:off x="2064" y="1824"/>
              <a:ext cx="0" cy="134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3" name="Group 16"/>
          <p:cNvGrpSpPr>
            <a:grpSpLocks/>
          </p:cNvGrpSpPr>
          <p:nvPr/>
        </p:nvGrpSpPr>
        <p:grpSpPr bwMode="auto">
          <a:xfrm>
            <a:off x="4663018" y="2087563"/>
            <a:ext cx="5503333" cy="317500"/>
            <a:chOff x="2112" y="1152"/>
            <a:chExt cx="2600" cy="200"/>
          </a:xfrm>
        </p:grpSpPr>
        <p:graphicFrame>
          <p:nvGraphicFramePr>
            <p:cNvPr id="7207" name="Object 17"/>
            <p:cNvGraphicFramePr>
              <a:graphicFrameLocks noChangeAspect="1"/>
            </p:cNvGraphicFramePr>
            <p:nvPr/>
          </p:nvGraphicFramePr>
          <p:xfrm>
            <a:off x="2112" y="1152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594" name="Equation" r:id="rId3" imgW="161965" imgH="180855" progId="Equation.3">
                    <p:embed/>
                  </p:oleObj>
                </mc:Choice>
                <mc:Fallback>
                  <p:oleObj name="Equation" r:id="rId3" imgW="161965" imgH="18085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1152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8" name="Object 18"/>
            <p:cNvGraphicFramePr>
              <a:graphicFrameLocks noChangeAspect="1"/>
            </p:cNvGraphicFramePr>
            <p:nvPr/>
          </p:nvGraphicFramePr>
          <p:xfrm>
            <a:off x="2928" y="1152"/>
            <a:ext cx="18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595" name="Equation" r:id="rId5" imgW="161965" imgH="161960" progId="Equation.3">
                    <p:embed/>
                  </p:oleObj>
                </mc:Choice>
                <mc:Fallback>
                  <p:oleObj name="Equation" r:id="rId5" imgW="161965" imgH="16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1152"/>
                          <a:ext cx="184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9" name="Object 19"/>
            <p:cNvGraphicFramePr>
              <a:graphicFrameLocks noChangeAspect="1"/>
            </p:cNvGraphicFramePr>
            <p:nvPr/>
          </p:nvGraphicFramePr>
          <p:xfrm>
            <a:off x="3744" y="1152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596" name="Equation" r:id="rId7" imgW="161965" imgH="190573" progId="Equation.3">
                    <p:embed/>
                  </p:oleObj>
                </mc:Choice>
                <mc:Fallback>
                  <p:oleObj name="Equation" r:id="rId7" imgW="161965" imgH="1905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1152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10" name="Object 20"/>
            <p:cNvGraphicFramePr>
              <a:graphicFrameLocks noChangeAspect="1"/>
            </p:cNvGraphicFramePr>
            <p:nvPr/>
          </p:nvGraphicFramePr>
          <p:xfrm>
            <a:off x="4512" y="1152"/>
            <a:ext cx="20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597" name="Equation" r:id="rId9" imgW="190578" imgH="161960" progId="Equation.3">
                    <p:embed/>
                  </p:oleObj>
                </mc:Choice>
                <mc:Fallback>
                  <p:oleObj name="Equation" r:id="rId9" imgW="190578" imgH="16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1152"/>
                          <a:ext cx="200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Group 21"/>
          <p:cNvGrpSpPr>
            <a:grpSpLocks/>
          </p:cNvGrpSpPr>
          <p:nvPr/>
        </p:nvGrpSpPr>
        <p:grpSpPr bwMode="auto">
          <a:xfrm>
            <a:off x="3342217" y="2697163"/>
            <a:ext cx="491067" cy="1892300"/>
            <a:chOff x="1488" y="1536"/>
            <a:chExt cx="232" cy="1192"/>
          </a:xfrm>
        </p:grpSpPr>
        <p:graphicFrame>
          <p:nvGraphicFramePr>
            <p:cNvPr id="7203" name="Object 22"/>
            <p:cNvGraphicFramePr>
              <a:graphicFrameLocks noChangeAspect="1"/>
            </p:cNvGraphicFramePr>
            <p:nvPr/>
          </p:nvGraphicFramePr>
          <p:xfrm>
            <a:off x="1536" y="1536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598" name="Equation" r:id="rId11" imgW="161965" imgH="180855" progId="Equation.3">
                    <p:embed/>
                  </p:oleObj>
                </mc:Choice>
                <mc:Fallback>
                  <p:oleObj name="Equation" r:id="rId11" imgW="161965" imgH="18085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1536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4" name="Object 23"/>
            <p:cNvGraphicFramePr>
              <a:graphicFrameLocks noChangeAspect="1"/>
            </p:cNvGraphicFramePr>
            <p:nvPr/>
          </p:nvGraphicFramePr>
          <p:xfrm>
            <a:off x="1536" y="1872"/>
            <a:ext cx="18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599" name="Equation" r:id="rId13" imgW="161965" imgH="161960" progId="Equation.3">
                    <p:embed/>
                  </p:oleObj>
                </mc:Choice>
                <mc:Fallback>
                  <p:oleObj name="Equation" r:id="rId13" imgW="161965" imgH="16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1872"/>
                          <a:ext cx="184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5" name="Object 24"/>
            <p:cNvGraphicFramePr>
              <a:graphicFrameLocks noChangeAspect="1"/>
            </p:cNvGraphicFramePr>
            <p:nvPr/>
          </p:nvGraphicFramePr>
          <p:xfrm>
            <a:off x="1536" y="2208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600" name="Equation" r:id="rId15" imgW="161965" imgH="190573" progId="Equation.3">
                    <p:embed/>
                  </p:oleObj>
                </mc:Choice>
                <mc:Fallback>
                  <p:oleObj name="Equation" r:id="rId15" imgW="161965" imgH="1905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2208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6" name="Object 25"/>
            <p:cNvGraphicFramePr>
              <a:graphicFrameLocks noChangeAspect="1"/>
            </p:cNvGraphicFramePr>
            <p:nvPr/>
          </p:nvGraphicFramePr>
          <p:xfrm>
            <a:off x="1488" y="2544"/>
            <a:ext cx="20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601" name="Equation" r:id="rId17" imgW="190578" imgH="161960" progId="Equation.3">
                    <p:embed/>
                  </p:oleObj>
                </mc:Choice>
                <mc:Fallback>
                  <p:oleObj name="Equation" r:id="rId17" imgW="190578" imgH="16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2544"/>
                          <a:ext cx="200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Freeform 26"/>
          <p:cNvSpPr>
            <a:spLocks/>
          </p:cNvSpPr>
          <p:nvPr/>
        </p:nvSpPr>
        <p:spPr bwMode="auto">
          <a:xfrm>
            <a:off x="6187017" y="2773363"/>
            <a:ext cx="914400" cy="228600"/>
          </a:xfrm>
          <a:custGeom>
            <a:avLst/>
            <a:gdLst>
              <a:gd name="T0" fmla="*/ 0 w 432"/>
              <a:gd name="T1" fmla="*/ 0 h 144"/>
              <a:gd name="T2" fmla="*/ 2147483647 w 432"/>
              <a:gd name="T3" fmla="*/ 2147483647 h 144"/>
              <a:gd name="T4" fmla="*/ 2147483647 w 432"/>
              <a:gd name="T5" fmla="*/ 0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" h="144">
                <a:moveTo>
                  <a:pt x="0" y="0"/>
                </a:moveTo>
                <a:cubicBezTo>
                  <a:pt x="36" y="72"/>
                  <a:pt x="72" y="144"/>
                  <a:pt x="144" y="144"/>
                </a:cubicBezTo>
                <a:cubicBezTo>
                  <a:pt x="216" y="144"/>
                  <a:pt x="384" y="24"/>
                  <a:pt x="432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4" name="Freeform 27"/>
          <p:cNvSpPr>
            <a:spLocks/>
          </p:cNvSpPr>
          <p:nvPr/>
        </p:nvSpPr>
        <p:spPr bwMode="auto">
          <a:xfrm>
            <a:off x="4459817" y="3306763"/>
            <a:ext cx="914400" cy="228600"/>
          </a:xfrm>
          <a:custGeom>
            <a:avLst/>
            <a:gdLst>
              <a:gd name="T0" fmla="*/ 0 w 432"/>
              <a:gd name="T1" fmla="*/ 0 h 144"/>
              <a:gd name="T2" fmla="*/ 2147483647 w 432"/>
              <a:gd name="T3" fmla="*/ 2147483647 h 144"/>
              <a:gd name="T4" fmla="*/ 2147483647 w 432"/>
              <a:gd name="T5" fmla="*/ 0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" h="144">
                <a:moveTo>
                  <a:pt x="0" y="0"/>
                </a:moveTo>
                <a:cubicBezTo>
                  <a:pt x="36" y="72"/>
                  <a:pt x="72" y="144"/>
                  <a:pt x="144" y="144"/>
                </a:cubicBezTo>
                <a:cubicBezTo>
                  <a:pt x="216" y="144"/>
                  <a:pt x="384" y="24"/>
                  <a:pt x="432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" name="Freeform 28"/>
          <p:cNvSpPr>
            <a:spLocks/>
          </p:cNvSpPr>
          <p:nvPr/>
        </p:nvSpPr>
        <p:spPr bwMode="auto">
          <a:xfrm>
            <a:off x="7812617" y="2773363"/>
            <a:ext cx="914400" cy="228600"/>
          </a:xfrm>
          <a:custGeom>
            <a:avLst/>
            <a:gdLst>
              <a:gd name="T0" fmla="*/ 0 w 432"/>
              <a:gd name="T1" fmla="*/ 0 h 144"/>
              <a:gd name="T2" fmla="*/ 2147483647 w 432"/>
              <a:gd name="T3" fmla="*/ 2147483647 h 144"/>
              <a:gd name="T4" fmla="*/ 2147483647 w 432"/>
              <a:gd name="T5" fmla="*/ 0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" h="144">
                <a:moveTo>
                  <a:pt x="0" y="0"/>
                </a:moveTo>
                <a:cubicBezTo>
                  <a:pt x="36" y="72"/>
                  <a:pt x="72" y="144"/>
                  <a:pt x="144" y="144"/>
                </a:cubicBezTo>
                <a:cubicBezTo>
                  <a:pt x="216" y="144"/>
                  <a:pt x="384" y="24"/>
                  <a:pt x="432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6" name="Freeform 29"/>
          <p:cNvSpPr>
            <a:spLocks/>
          </p:cNvSpPr>
          <p:nvPr/>
        </p:nvSpPr>
        <p:spPr bwMode="auto">
          <a:xfrm>
            <a:off x="7812617" y="3306763"/>
            <a:ext cx="914400" cy="228600"/>
          </a:xfrm>
          <a:custGeom>
            <a:avLst/>
            <a:gdLst>
              <a:gd name="T0" fmla="*/ 0 w 432"/>
              <a:gd name="T1" fmla="*/ 0 h 144"/>
              <a:gd name="T2" fmla="*/ 2147483647 w 432"/>
              <a:gd name="T3" fmla="*/ 2147483647 h 144"/>
              <a:gd name="T4" fmla="*/ 2147483647 w 432"/>
              <a:gd name="T5" fmla="*/ 0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" h="144">
                <a:moveTo>
                  <a:pt x="0" y="0"/>
                </a:moveTo>
                <a:cubicBezTo>
                  <a:pt x="36" y="72"/>
                  <a:pt x="72" y="144"/>
                  <a:pt x="144" y="144"/>
                </a:cubicBezTo>
                <a:cubicBezTo>
                  <a:pt x="216" y="144"/>
                  <a:pt x="384" y="24"/>
                  <a:pt x="432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7" name="Freeform 30"/>
          <p:cNvSpPr>
            <a:spLocks/>
          </p:cNvSpPr>
          <p:nvPr/>
        </p:nvSpPr>
        <p:spPr bwMode="auto">
          <a:xfrm>
            <a:off x="9438217" y="3763963"/>
            <a:ext cx="914400" cy="228600"/>
          </a:xfrm>
          <a:custGeom>
            <a:avLst/>
            <a:gdLst>
              <a:gd name="T0" fmla="*/ 0 w 432"/>
              <a:gd name="T1" fmla="*/ 0 h 144"/>
              <a:gd name="T2" fmla="*/ 2147483647 w 432"/>
              <a:gd name="T3" fmla="*/ 2147483647 h 144"/>
              <a:gd name="T4" fmla="*/ 2147483647 w 432"/>
              <a:gd name="T5" fmla="*/ 0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" h="144">
                <a:moveTo>
                  <a:pt x="0" y="0"/>
                </a:moveTo>
                <a:cubicBezTo>
                  <a:pt x="36" y="72"/>
                  <a:pt x="72" y="144"/>
                  <a:pt x="144" y="144"/>
                </a:cubicBezTo>
                <a:cubicBezTo>
                  <a:pt x="216" y="144"/>
                  <a:pt x="384" y="24"/>
                  <a:pt x="432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8" name="Freeform 31"/>
          <p:cNvSpPr>
            <a:spLocks/>
          </p:cNvSpPr>
          <p:nvPr/>
        </p:nvSpPr>
        <p:spPr bwMode="auto">
          <a:xfrm>
            <a:off x="6288617" y="4373563"/>
            <a:ext cx="914400" cy="228600"/>
          </a:xfrm>
          <a:custGeom>
            <a:avLst/>
            <a:gdLst>
              <a:gd name="T0" fmla="*/ 0 w 432"/>
              <a:gd name="T1" fmla="*/ 0 h 144"/>
              <a:gd name="T2" fmla="*/ 2147483647 w 432"/>
              <a:gd name="T3" fmla="*/ 2147483647 h 144"/>
              <a:gd name="T4" fmla="*/ 2147483647 w 432"/>
              <a:gd name="T5" fmla="*/ 0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" h="144">
                <a:moveTo>
                  <a:pt x="0" y="0"/>
                </a:moveTo>
                <a:cubicBezTo>
                  <a:pt x="36" y="72"/>
                  <a:pt x="72" y="144"/>
                  <a:pt x="144" y="144"/>
                </a:cubicBezTo>
                <a:cubicBezTo>
                  <a:pt x="216" y="144"/>
                  <a:pt x="384" y="24"/>
                  <a:pt x="432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" name="Freeform 32"/>
          <p:cNvSpPr>
            <a:spLocks/>
          </p:cNvSpPr>
          <p:nvPr/>
        </p:nvSpPr>
        <p:spPr bwMode="auto">
          <a:xfrm>
            <a:off x="4459817" y="3840163"/>
            <a:ext cx="914400" cy="228600"/>
          </a:xfrm>
          <a:custGeom>
            <a:avLst/>
            <a:gdLst>
              <a:gd name="T0" fmla="*/ 0 w 432"/>
              <a:gd name="T1" fmla="*/ 0 h 144"/>
              <a:gd name="T2" fmla="*/ 2147483647 w 432"/>
              <a:gd name="T3" fmla="*/ 2147483647 h 144"/>
              <a:gd name="T4" fmla="*/ 2147483647 w 432"/>
              <a:gd name="T5" fmla="*/ 0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" h="144">
                <a:moveTo>
                  <a:pt x="0" y="0"/>
                </a:moveTo>
                <a:cubicBezTo>
                  <a:pt x="36" y="72"/>
                  <a:pt x="72" y="144"/>
                  <a:pt x="144" y="144"/>
                </a:cubicBezTo>
                <a:cubicBezTo>
                  <a:pt x="216" y="144"/>
                  <a:pt x="384" y="24"/>
                  <a:pt x="432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40" name="Group 33"/>
          <p:cNvGrpSpPr>
            <a:grpSpLocks/>
          </p:cNvGrpSpPr>
          <p:nvPr/>
        </p:nvGrpSpPr>
        <p:grpSpPr bwMode="auto">
          <a:xfrm>
            <a:off x="1955800" y="4972058"/>
            <a:ext cx="2806701" cy="369888"/>
            <a:chOff x="881" y="3127"/>
            <a:chExt cx="1326" cy="233"/>
          </a:xfrm>
        </p:grpSpPr>
        <p:sp>
          <p:nvSpPr>
            <p:cNvPr id="7201" name="Rectangle 34"/>
            <p:cNvSpPr>
              <a:spLocks noChangeArrowheads="1"/>
            </p:cNvSpPr>
            <p:nvPr/>
          </p:nvSpPr>
          <p:spPr bwMode="auto">
            <a:xfrm>
              <a:off x="881" y="3127"/>
              <a:ext cx="132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zh-CN" altLang="en-US" dirty="0" smtClean="0">
                  <a:latin typeface="Times New Roman" pitchFamily="18" charset="0"/>
                </a:rPr>
                <a:t>用                    表示</a:t>
              </a:r>
              <a:r>
                <a:rPr kumimoji="1" lang="zh-CN" altLang="en-US" dirty="0">
                  <a:latin typeface="Times New Roman" pitchFamily="18" charset="0"/>
                </a:rPr>
                <a:t>有航班</a:t>
              </a:r>
              <a:endParaRPr kumimoji="1" lang="en-US" altLang="zh-CN" dirty="0">
                <a:latin typeface="Times New Roman" pitchFamily="18" charset="0"/>
              </a:endParaRPr>
            </a:p>
          </p:txBody>
        </p:sp>
        <p:sp>
          <p:nvSpPr>
            <p:cNvPr id="7202" name="Freeform 35"/>
            <p:cNvSpPr>
              <a:spLocks/>
            </p:cNvSpPr>
            <p:nvPr/>
          </p:nvSpPr>
          <p:spPr bwMode="auto">
            <a:xfrm>
              <a:off x="1113" y="3216"/>
              <a:ext cx="432" cy="144"/>
            </a:xfrm>
            <a:custGeom>
              <a:avLst/>
              <a:gdLst>
                <a:gd name="T0" fmla="*/ 0 w 432"/>
                <a:gd name="T1" fmla="*/ 0 h 144"/>
                <a:gd name="T2" fmla="*/ 144 w 432"/>
                <a:gd name="T3" fmla="*/ 144 h 144"/>
                <a:gd name="T4" fmla="*/ 432 w 432"/>
                <a:gd name="T5" fmla="*/ 0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" h="144">
                  <a:moveTo>
                    <a:pt x="0" y="0"/>
                  </a:moveTo>
                  <a:cubicBezTo>
                    <a:pt x="36" y="72"/>
                    <a:pt x="72" y="144"/>
                    <a:pt x="144" y="144"/>
                  </a:cubicBezTo>
                  <a:cubicBezTo>
                    <a:pt x="216" y="144"/>
                    <a:pt x="384" y="24"/>
                    <a:pt x="432" y="0"/>
                  </a:cubicBezTo>
                </a:path>
              </a:pathLst>
            </a:custGeom>
            <a:noFill/>
            <a:ln w="1905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3" name="Group 36"/>
          <p:cNvGrpSpPr>
            <a:grpSpLocks/>
          </p:cNvGrpSpPr>
          <p:nvPr/>
        </p:nvGrpSpPr>
        <p:grpSpPr bwMode="auto">
          <a:xfrm>
            <a:off x="1278467" y="5507039"/>
            <a:ext cx="6400800" cy="954087"/>
            <a:chOff x="513" y="3306"/>
            <a:chExt cx="3024" cy="601"/>
          </a:xfrm>
        </p:grpSpPr>
        <p:sp>
          <p:nvSpPr>
            <p:cNvPr id="7199" name="Text Box 37"/>
            <p:cNvSpPr txBox="1">
              <a:spLocks noChangeArrowheads="1"/>
            </p:cNvSpPr>
            <p:nvPr/>
          </p:nvSpPr>
          <p:spPr bwMode="auto">
            <a:xfrm>
              <a:off x="513" y="3306"/>
              <a:ext cx="3024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kumimoji="1" lang="zh-CN" altLang="en-US">
                  <a:latin typeface="Times New Roman" pitchFamily="18" charset="0"/>
                </a:rPr>
                <a:t>为了便于计算，把表中的           改成</a:t>
              </a:r>
              <a:r>
                <a:rPr kumimoji="1" lang="en-US" altLang="zh-CN">
                  <a:latin typeface="Times New Roman" pitchFamily="18" charset="0"/>
                </a:rPr>
                <a:t>1</a:t>
              </a:r>
              <a:r>
                <a:rPr kumimoji="1" lang="zh-CN" altLang="en-US">
                  <a:latin typeface="Times New Roman" pitchFamily="18" charset="0"/>
                </a:rPr>
                <a:t>，</a:t>
              </a:r>
              <a:endParaRPr kumimoji="1" lang="en-US" altLang="zh-CN">
                <a:latin typeface="Times New Roman" pitchFamily="18" charset="0"/>
              </a:endParaRPr>
            </a:p>
            <a:p>
              <a:pPr algn="l" eaLnBrk="1" hangingPunct="1"/>
              <a:r>
                <a:rPr kumimoji="1" lang="zh-CN" altLang="en-US">
                  <a:latin typeface="Times New Roman" pitchFamily="18" charset="0"/>
                </a:rPr>
                <a:t>空白地方填上</a:t>
              </a:r>
              <a:r>
                <a:rPr kumimoji="1" lang="en-US" altLang="zh-CN">
                  <a:latin typeface="Times New Roman" pitchFamily="18" charset="0"/>
                </a:rPr>
                <a:t>0</a:t>
              </a:r>
              <a:r>
                <a:rPr kumimoji="1" lang="zh-CN" altLang="en-US">
                  <a:latin typeface="Times New Roman" pitchFamily="18" charset="0"/>
                </a:rPr>
                <a:t>，就得到一个数表</a:t>
              </a:r>
              <a:r>
                <a:rPr kumimoji="1" lang="en-US" altLang="zh-CN">
                  <a:latin typeface="Times New Roman" pitchFamily="18" charset="0"/>
                </a:rPr>
                <a:t>:</a:t>
              </a:r>
            </a:p>
          </p:txBody>
        </p:sp>
        <p:sp>
          <p:nvSpPr>
            <p:cNvPr id="7200" name="Freeform 38"/>
            <p:cNvSpPr>
              <a:spLocks/>
            </p:cNvSpPr>
            <p:nvPr/>
          </p:nvSpPr>
          <p:spPr bwMode="auto">
            <a:xfrm>
              <a:off x="2448" y="3410"/>
              <a:ext cx="432" cy="144"/>
            </a:xfrm>
            <a:custGeom>
              <a:avLst/>
              <a:gdLst>
                <a:gd name="T0" fmla="*/ 0 w 432"/>
                <a:gd name="T1" fmla="*/ 0 h 144"/>
                <a:gd name="T2" fmla="*/ 144 w 432"/>
                <a:gd name="T3" fmla="*/ 144 h 144"/>
                <a:gd name="T4" fmla="*/ 432 w 432"/>
                <a:gd name="T5" fmla="*/ 0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" h="144">
                  <a:moveTo>
                    <a:pt x="0" y="0"/>
                  </a:moveTo>
                  <a:cubicBezTo>
                    <a:pt x="36" y="72"/>
                    <a:pt x="72" y="144"/>
                    <a:pt x="144" y="144"/>
                  </a:cubicBezTo>
                  <a:cubicBezTo>
                    <a:pt x="216" y="144"/>
                    <a:pt x="384" y="24"/>
                    <a:pt x="432" y="0"/>
                  </a:cubicBezTo>
                </a:path>
              </a:pathLst>
            </a:custGeom>
            <a:noFill/>
            <a:ln w="1905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185" name="组合 66"/>
          <p:cNvGrpSpPr>
            <a:grpSpLocks/>
          </p:cNvGrpSpPr>
          <p:nvPr/>
        </p:nvGrpSpPr>
        <p:grpSpPr bwMode="auto">
          <a:xfrm>
            <a:off x="493185" y="1517650"/>
            <a:ext cx="2425700" cy="1462088"/>
            <a:chOff x="5638800" y="3657600"/>
            <a:chExt cx="2654300" cy="2349500"/>
          </a:xfrm>
        </p:grpSpPr>
        <p:grpSp>
          <p:nvGrpSpPr>
            <p:cNvPr id="7187" name="Group 6"/>
            <p:cNvGrpSpPr>
              <a:grpSpLocks/>
            </p:cNvGrpSpPr>
            <p:nvPr/>
          </p:nvGrpSpPr>
          <p:grpSpPr bwMode="auto">
            <a:xfrm>
              <a:off x="5638800" y="3657600"/>
              <a:ext cx="2654300" cy="2349500"/>
              <a:chOff x="3552" y="2304"/>
              <a:chExt cx="1672" cy="1480"/>
            </a:xfrm>
          </p:grpSpPr>
          <p:graphicFrame>
            <p:nvGraphicFramePr>
              <p:cNvPr id="7195" name="Object 7"/>
              <p:cNvGraphicFramePr>
                <a:graphicFrameLocks noChangeAspect="1"/>
              </p:cNvGraphicFramePr>
              <p:nvPr/>
            </p:nvGraphicFramePr>
            <p:xfrm>
              <a:off x="3552" y="3024"/>
              <a:ext cx="18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8602" name="Equation" r:id="rId19" imgW="161965" imgH="180855" progId="Equation.3">
                      <p:embed/>
                    </p:oleObj>
                  </mc:Choice>
                  <mc:Fallback>
                    <p:oleObj name="Equation" r:id="rId19" imgW="161965" imgH="18085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2" y="3024"/>
                            <a:ext cx="184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96" name="Object 8"/>
              <p:cNvGraphicFramePr>
                <a:graphicFrameLocks noChangeAspect="1"/>
              </p:cNvGraphicFramePr>
              <p:nvPr/>
            </p:nvGraphicFramePr>
            <p:xfrm>
              <a:off x="4416" y="2304"/>
              <a:ext cx="184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8603" name="Equation" r:id="rId21" imgW="161965" imgH="161960" progId="Equation.3">
                      <p:embed/>
                    </p:oleObj>
                  </mc:Choice>
                  <mc:Fallback>
                    <p:oleObj name="Equation" r:id="rId21" imgW="161965" imgH="1619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6" y="2304"/>
                            <a:ext cx="184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97" name="Object 9"/>
              <p:cNvGraphicFramePr>
                <a:graphicFrameLocks noChangeAspect="1"/>
              </p:cNvGraphicFramePr>
              <p:nvPr/>
            </p:nvGraphicFramePr>
            <p:xfrm>
              <a:off x="5040" y="3072"/>
              <a:ext cx="184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8604" name="Equation" r:id="rId23" imgW="161965" imgH="190573" progId="Equation.3">
                      <p:embed/>
                    </p:oleObj>
                  </mc:Choice>
                  <mc:Fallback>
                    <p:oleObj name="Equation" r:id="rId23" imgW="161965" imgH="19057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40" y="3072"/>
                            <a:ext cx="184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98" name="Object 10"/>
              <p:cNvGraphicFramePr>
                <a:graphicFrameLocks noChangeAspect="1"/>
              </p:cNvGraphicFramePr>
              <p:nvPr/>
            </p:nvGraphicFramePr>
            <p:xfrm>
              <a:off x="4416" y="3600"/>
              <a:ext cx="200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8605" name="Equation" r:id="rId25" imgW="190578" imgH="161960" progId="Equation.3">
                      <p:embed/>
                    </p:oleObj>
                  </mc:Choice>
                  <mc:Fallback>
                    <p:oleObj name="Equation" r:id="rId25" imgW="190578" imgH="1619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6" y="3600"/>
                            <a:ext cx="200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188" name="Line 11"/>
            <p:cNvSpPr>
              <a:spLocks noChangeShapeType="1"/>
            </p:cNvSpPr>
            <p:nvPr/>
          </p:nvSpPr>
          <p:spPr bwMode="auto">
            <a:xfrm flipH="1">
              <a:off x="6019800" y="3962400"/>
              <a:ext cx="990600" cy="9906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89" name="Line 12"/>
            <p:cNvSpPr>
              <a:spLocks noChangeShapeType="1"/>
            </p:cNvSpPr>
            <p:nvPr/>
          </p:nvSpPr>
          <p:spPr bwMode="auto">
            <a:xfrm flipH="1">
              <a:off x="6248400" y="4114800"/>
              <a:ext cx="609600" cy="6096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0" name="Line 13"/>
            <p:cNvSpPr>
              <a:spLocks noChangeShapeType="1"/>
            </p:cNvSpPr>
            <p:nvPr/>
          </p:nvSpPr>
          <p:spPr bwMode="auto">
            <a:xfrm>
              <a:off x="7239000" y="3962400"/>
              <a:ext cx="762000" cy="10668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1" name="Line 14"/>
            <p:cNvSpPr>
              <a:spLocks noChangeShapeType="1"/>
            </p:cNvSpPr>
            <p:nvPr/>
          </p:nvSpPr>
          <p:spPr bwMode="auto">
            <a:xfrm>
              <a:off x="6096000" y="5029200"/>
              <a:ext cx="1905000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2" name="Line 15"/>
            <p:cNvSpPr>
              <a:spLocks noChangeShapeType="1"/>
            </p:cNvSpPr>
            <p:nvPr/>
          </p:nvSpPr>
          <p:spPr bwMode="auto">
            <a:xfrm>
              <a:off x="6477000" y="5029200"/>
              <a:ext cx="1219200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3" name="Line 16"/>
            <p:cNvSpPr>
              <a:spLocks noChangeShapeType="1"/>
            </p:cNvSpPr>
            <p:nvPr/>
          </p:nvSpPr>
          <p:spPr bwMode="auto">
            <a:xfrm>
              <a:off x="7162800" y="3962400"/>
              <a:ext cx="0" cy="17526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4" name="Line 17"/>
            <p:cNvSpPr>
              <a:spLocks noChangeShapeType="1"/>
            </p:cNvSpPr>
            <p:nvPr/>
          </p:nvSpPr>
          <p:spPr bwMode="auto">
            <a:xfrm flipH="1">
              <a:off x="7239000" y="5105400"/>
              <a:ext cx="685800" cy="6858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48267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 autoUpdateAnimBg="0"/>
      <p:bldP spid="11" grpId="0" animBg="1" autoUpdateAnimBg="0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1667933" y="3795713"/>
            <a:ext cx="8940800" cy="2133600"/>
            <a:chOff x="1296" y="1824"/>
            <a:chExt cx="3120" cy="1344"/>
          </a:xfrm>
        </p:grpSpPr>
        <p:sp>
          <p:nvSpPr>
            <p:cNvPr id="8241" name="Line 3"/>
            <p:cNvSpPr>
              <a:spLocks noChangeShapeType="1"/>
            </p:cNvSpPr>
            <p:nvPr/>
          </p:nvSpPr>
          <p:spPr bwMode="auto">
            <a:xfrm>
              <a:off x="1296" y="1824"/>
              <a:ext cx="312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42" name="Line 4"/>
            <p:cNvSpPr>
              <a:spLocks noChangeShapeType="1"/>
            </p:cNvSpPr>
            <p:nvPr/>
          </p:nvSpPr>
          <p:spPr bwMode="auto">
            <a:xfrm>
              <a:off x="1296" y="2160"/>
              <a:ext cx="312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43" name="Line 5"/>
            <p:cNvSpPr>
              <a:spLocks noChangeShapeType="1"/>
            </p:cNvSpPr>
            <p:nvPr/>
          </p:nvSpPr>
          <p:spPr bwMode="auto">
            <a:xfrm>
              <a:off x="1296" y="2496"/>
              <a:ext cx="312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44" name="Line 6"/>
            <p:cNvSpPr>
              <a:spLocks noChangeShapeType="1"/>
            </p:cNvSpPr>
            <p:nvPr/>
          </p:nvSpPr>
          <p:spPr bwMode="auto">
            <a:xfrm>
              <a:off x="1296" y="2832"/>
              <a:ext cx="312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45" name="Line 7"/>
            <p:cNvSpPr>
              <a:spLocks noChangeShapeType="1"/>
            </p:cNvSpPr>
            <p:nvPr/>
          </p:nvSpPr>
          <p:spPr bwMode="auto">
            <a:xfrm>
              <a:off x="1296" y="3168"/>
              <a:ext cx="312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46" name="Line 8"/>
            <p:cNvSpPr>
              <a:spLocks noChangeShapeType="1"/>
            </p:cNvSpPr>
            <p:nvPr/>
          </p:nvSpPr>
          <p:spPr bwMode="auto">
            <a:xfrm>
              <a:off x="4416" y="1824"/>
              <a:ext cx="0" cy="134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47" name="Line 9"/>
            <p:cNvSpPr>
              <a:spLocks noChangeShapeType="1"/>
            </p:cNvSpPr>
            <p:nvPr/>
          </p:nvSpPr>
          <p:spPr bwMode="auto">
            <a:xfrm>
              <a:off x="1296" y="1824"/>
              <a:ext cx="0" cy="134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48" name="Line 10"/>
            <p:cNvSpPr>
              <a:spLocks noChangeShapeType="1"/>
            </p:cNvSpPr>
            <p:nvPr/>
          </p:nvSpPr>
          <p:spPr bwMode="auto">
            <a:xfrm>
              <a:off x="3696" y="1824"/>
              <a:ext cx="0" cy="134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49" name="Line 11"/>
            <p:cNvSpPr>
              <a:spLocks noChangeShapeType="1"/>
            </p:cNvSpPr>
            <p:nvPr/>
          </p:nvSpPr>
          <p:spPr bwMode="auto">
            <a:xfrm>
              <a:off x="2880" y="1824"/>
              <a:ext cx="0" cy="134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50" name="Line 12"/>
            <p:cNvSpPr>
              <a:spLocks noChangeShapeType="1"/>
            </p:cNvSpPr>
            <p:nvPr/>
          </p:nvSpPr>
          <p:spPr bwMode="auto">
            <a:xfrm>
              <a:off x="2064" y="1824"/>
              <a:ext cx="0" cy="134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20" name="Object 13"/>
          <p:cNvGraphicFramePr>
            <a:graphicFrameLocks noChangeAspect="1"/>
          </p:cNvGraphicFramePr>
          <p:nvPr/>
        </p:nvGraphicFramePr>
        <p:xfrm>
          <a:off x="4919133" y="3948113"/>
          <a:ext cx="23706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66" name="Equation" r:id="rId3" imgW="177569" imgH="304404" progId="Equation.3">
                  <p:embed/>
                </p:oleObj>
              </mc:Choice>
              <mc:Fallback>
                <p:oleObj name="Equation" r:id="rId3" imgW="177569" imgH="304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9133" y="3948113"/>
                        <a:ext cx="237067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4"/>
          <p:cNvGraphicFramePr>
            <a:graphicFrameLocks noChangeAspect="1"/>
          </p:cNvGraphicFramePr>
          <p:nvPr/>
        </p:nvGraphicFramePr>
        <p:xfrm>
          <a:off x="7357533" y="3948113"/>
          <a:ext cx="23706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67" name="Equation" r:id="rId5" imgW="177569" imgH="304404" progId="Equation.3">
                  <p:embed/>
                </p:oleObj>
              </mc:Choice>
              <mc:Fallback>
                <p:oleObj name="Equation" r:id="rId5" imgW="177569" imgH="304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7533" y="3948113"/>
                        <a:ext cx="237067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5"/>
          <p:cNvGraphicFramePr>
            <a:graphicFrameLocks noChangeAspect="1"/>
          </p:cNvGraphicFramePr>
          <p:nvPr/>
        </p:nvGraphicFramePr>
        <p:xfrm>
          <a:off x="2582333" y="4481513"/>
          <a:ext cx="23706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68" name="Equation" r:id="rId7" imgW="177569" imgH="304404" progId="Equation.3">
                  <p:embed/>
                </p:oleObj>
              </mc:Choice>
              <mc:Fallback>
                <p:oleObj name="Equation" r:id="rId7" imgW="177569" imgH="304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333" y="4481513"/>
                        <a:ext cx="237067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6"/>
          <p:cNvGraphicFramePr>
            <a:graphicFrameLocks noChangeAspect="1"/>
          </p:cNvGraphicFramePr>
          <p:nvPr/>
        </p:nvGraphicFramePr>
        <p:xfrm>
          <a:off x="7357533" y="4481513"/>
          <a:ext cx="23706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69" name="Equation" r:id="rId8" imgW="177569" imgH="304404" progId="Equation.3">
                  <p:embed/>
                </p:oleObj>
              </mc:Choice>
              <mc:Fallback>
                <p:oleObj name="Equation" r:id="rId8" imgW="177569" imgH="304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7533" y="4481513"/>
                        <a:ext cx="237067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7"/>
          <p:cNvGraphicFramePr>
            <a:graphicFrameLocks noChangeAspect="1"/>
          </p:cNvGraphicFramePr>
          <p:nvPr/>
        </p:nvGraphicFramePr>
        <p:xfrm>
          <a:off x="9491133" y="5014913"/>
          <a:ext cx="23706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70" name="Equation" r:id="rId9" imgW="177569" imgH="304404" progId="Equation.3">
                  <p:embed/>
                </p:oleObj>
              </mc:Choice>
              <mc:Fallback>
                <p:oleObj name="Equation" r:id="rId9" imgW="177569" imgH="304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1133" y="5014913"/>
                        <a:ext cx="237067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8"/>
          <p:cNvGraphicFramePr>
            <a:graphicFrameLocks noChangeAspect="1"/>
          </p:cNvGraphicFramePr>
          <p:nvPr/>
        </p:nvGraphicFramePr>
        <p:xfrm>
          <a:off x="2582333" y="5014913"/>
          <a:ext cx="23706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71" name="Equation" r:id="rId10" imgW="177569" imgH="304404" progId="Equation.3">
                  <p:embed/>
                </p:oleObj>
              </mc:Choice>
              <mc:Fallback>
                <p:oleObj name="Equation" r:id="rId10" imgW="177569" imgH="304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333" y="5014913"/>
                        <a:ext cx="237067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9"/>
          <p:cNvGraphicFramePr>
            <a:graphicFrameLocks noChangeAspect="1"/>
          </p:cNvGraphicFramePr>
          <p:nvPr/>
        </p:nvGraphicFramePr>
        <p:xfrm>
          <a:off x="4919133" y="5548313"/>
          <a:ext cx="23706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72" name="Equation" r:id="rId11" imgW="177569" imgH="304404" progId="Equation.3">
                  <p:embed/>
                </p:oleObj>
              </mc:Choice>
              <mc:Fallback>
                <p:oleObj name="Equation" r:id="rId11" imgW="177569" imgH="304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9133" y="5548313"/>
                        <a:ext cx="237067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0"/>
          <p:cNvGraphicFramePr>
            <a:graphicFrameLocks noChangeAspect="1"/>
          </p:cNvGraphicFramePr>
          <p:nvPr/>
        </p:nvGraphicFramePr>
        <p:xfrm>
          <a:off x="2582334" y="3948113"/>
          <a:ext cx="270933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73" name="Equation" r:id="rId12" imgW="203024" imgH="317225" progId="Equation.3">
                  <p:embed/>
                </p:oleObj>
              </mc:Choice>
              <mc:Fallback>
                <p:oleObj name="Equation" r:id="rId12" imgW="203024" imgH="3172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334" y="3948113"/>
                        <a:ext cx="270933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Group 21"/>
          <p:cNvGrpSpPr>
            <a:grpSpLocks/>
          </p:cNvGrpSpPr>
          <p:nvPr/>
        </p:nvGrpSpPr>
        <p:grpSpPr bwMode="auto">
          <a:xfrm>
            <a:off x="2582333" y="3948113"/>
            <a:ext cx="7179733" cy="1917700"/>
            <a:chOff x="1200" y="2304"/>
            <a:chExt cx="3392" cy="1208"/>
          </a:xfrm>
        </p:grpSpPr>
        <p:graphicFrame>
          <p:nvGraphicFramePr>
            <p:cNvPr id="8233" name="Object 22"/>
            <p:cNvGraphicFramePr>
              <a:graphicFrameLocks noChangeAspect="1"/>
            </p:cNvGraphicFramePr>
            <p:nvPr/>
          </p:nvGraphicFramePr>
          <p:xfrm>
            <a:off x="3456" y="3312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74" name="Equation" r:id="rId14" imgW="203024" imgH="317225" progId="Equation.3">
                    <p:embed/>
                  </p:oleObj>
                </mc:Choice>
                <mc:Fallback>
                  <p:oleObj name="Equation" r:id="rId14" imgW="203024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3312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4" name="Object 23"/>
            <p:cNvGraphicFramePr>
              <a:graphicFrameLocks noChangeAspect="1"/>
            </p:cNvGraphicFramePr>
            <p:nvPr/>
          </p:nvGraphicFramePr>
          <p:xfrm>
            <a:off x="3456" y="2976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75" name="Equation" r:id="rId16" imgW="203024" imgH="317225" progId="Equation.3">
                    <p:embed/>
                  </p:oleObj>
                </mc:Choice>
                <mc:Fallback>
                  <p:oleObj name="Equation" r:id="rId16" imgW="203024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2976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5" name="Object 24"/>
            <p:cNvGraphicFramePr>
              <a:graphicFrameLocks noChangeAspect="1"/>
            </p:cNvGraphicFramePr>
            <p:nvPr/>
          </p:nvGraphicFramePr>
          <p:xfrm>
            <a:off x="1200" y="3312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76" name="Equation" r:id="rId17" imgW="203024" imgH="317225" progId="Equation.3">
                    <p:embed/>
                  </p:oleObj>
                </mc:Choice>
                <mc:Fallback>
                  <p:oleObj name="Equation" r:id="rId17" imgW="203024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3312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6" name="Object 25"/>
            <p:cNvGraphicFramePr>
              <a:graphicFrameLocks noChangeAspect="1"/>
            </p:cNvGraphicFramePr>
            <p:nvPr/>
          </p:nvGraphicFramePr>
          <p:xfrm>
            <a:off x="2304" y="2976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77" name="Equation" r:id="rId18" imgW="203024" imgH="317225" progId="Equation.3">
                    <p:embed/>
                  </p:oleObj>
                </mc:Choice>
                <mc:Fallback>
                  <p:oleObj name="Equation" r:id="rId18" imgW="203024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2976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7" name="Object 26"/>
            <p:cNvGraphicFramePr>
              <a:graphicFrameLocks noChangeAspect="1"/>
            </p:cNvGraphicFramePr>
            <p:nvPr/>
          </p:nvGraphicFramePr>
          <p:xfrm>
            <a:off x="4464" y="2640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78" name="Equation" r:id="rId19" imgW="203024" imgH="317225" progId="Equation.3">
                    <p:embed/>
                  </p:oleObj>
                </mc:Choice>
                <mc:Fallback>
                  <p:oleObj name="Equation" r:id="rId19" imgW="203024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2640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8" name="Object 27"/>
            <p:cNvGraphicFramePr>
              <a:graphicFrameLocks noChangeAspect="1"/>
            </p:cNvGraphicFramePr>
            <p:nvPr/>
          </p:nvGraphicFramePr>
          <p:xfrm>
            <a:off x="4464" y="3312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79" name="Equation" r:id="rId20" imgW="203024" imgH="317225" progId="Equation.3">
                    <p:embed/>
                  </p:oleObj>
                </mc:Choice>
                <mc:Fallback>
                  <p:oleObj name="Equation" r:id="rId20" imgW="203024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3312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9" name="Object 28"/>
            <p:cNvGraphicFramePr>
              <a:graphicFrameLocks noChangeAspect="1"/>
            </p:cNvGraphicFramePr>
            <p:nvPr/>
          </p:nvGraphicFramePr>
          <p:xfrm>
            <a:off x="2304" y="2640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80" name="Equation" r:id="rId21" imgW="203024" imgH="317225" progId="Equation.3">
                    <p:embed/>
                  </p:oleObj>
                </mc:Choice>
                <mc:Fallback>
                  <p:oleObj name="Equation" r:id="rId21" imgW="203024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2640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0" name="Object 29"/>
            <p:cNvGraphicFramePr>
              <a:graphicFrameLocks noChangeAspect="1"/>
            </p:cNvGraphicFramePr>
            <p:nvPr/>
          </p:nvGraphicFramePr>
          <p:xfrm>
            <a:off x="4464" y="2304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81" name="Equation" r:id="rId22" imgW="203024" imgH="317225" progId="Equation.3">
                    <p:embed/>
                  </p:oleObj>
                </mc:Choice>
                <mc:Fallback>
                  <p:oleObj name="Equation" r:id="rId22" imgW="203024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2304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" name="Rectangle 30"/>
          <p:cNvSpPr>
            <a:spLocks noChangeArrowheads="1"/>
          </p:cNvSpPr>
          <p:nvPr/>
        </p:nvSpPr>
        <p:spPr bwMode="auto">
          <a:xfrm>
            <a:off x="1261534" y="6005513"/>
            <a:ext cx="41088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>
                <a:latin typeface="Times New Roman" pitchFamily="18" charset="0"/>
              </a:rPr>
              <a:t>这个数表反映了四城市间交通联接情况</a:t>
            </a:r>
            <a:endParaRPr kumimoji="1" lang="en-US" altLang="zh-CN">
              <a:latin typeface="Times New Roman" pitchFamily="18" charset="0"/>
            </a:endParaRPr>
          </a:p>
        </p:txBody>
      </p:sp>
      <p:grpSp>
        <p:nvGrpSpPr>
          <p:cNvPr id="8205" name="Group 31"/>
          <p:cNvGrpSpPr>
            <a:grpSpLocks/>
          </p:cNvGrpSpPr>
          <p:nvPr/>
        </p:nvGrpSpPr>
        <p:grpSpPr bwMode="auto">
          <a:xfrm>
            <a:off x="2582333" y="1052513"/>
            <a:ext cx="7213600" cy="2590800"/>
            <a:chOff x="1200" y="480"/>
            <a:chExt cx="3408" cy="1632"/>
          </a:xfrm>
        </p:grpSpPr>
        <p:grpSp>
          <p:nvGrpSpPr>
            <p:cNvPr id="8207" name="Group 32"/>
            <p:cNvGrpSpPr>
              <a:grpSpLocks/>
            </p:cNvGrpSpPr>
            <p:nvPr/>
          </p:nvGrpSpPr>
          <p:grpSpPr bwMode="auto">
            <a:xfrm>
              <a:off x="1488" y="768"/>
              <a:ext cx="3120" cy="1344"/>
              <a:chOff x="1296" y="1824"/>
              <a:chExt cx="3120" cy="1344"/>
            </a:xfrm>
          </p:grpSpPr>
          <p:sp>
            <p:nvSpPr>
              <p:cNvPr id="8223" name="Line 33"/>
              <p:cNvSpPr>
                <a:spLocks noChangeShapeType="1"/>
              </p:cNvSpPr>
              <p:nvPr/>
            </p:nvSpPr>
            <p:spPr bwMode="auto">
              <a:xfrm>
                <a:off x="1296" y="1824"/>
                <a:ext cx="312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24" name="Line 34"/>
              <p:cNvSpPr>
                <a:spLocks noChangeShapeType="1"/>
              </p:cNvSpPr>
              <p:nvPr/>
            </p:nvSpPr>
            <p:spPr bwMode="auto">
              <a:xfrm>
                <a:off x="1296" y="2160"/>
                <a:ext cx="312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25" name="Line 35"/>
              <p:cNvSpPr>
                <a:spLocks noChangeShapeType="1"/>
              </p:cNvSpPr>
              <p:nvPr/>
            </p:nvSpPr>
            <p:spPr bwMode="auto">
              <a:xfrm>
                <a:off x="1296" y="2496"/>
                <a:ext cx="312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26" name="Line 36"/>
              <p:cNvSpPr>
                <a:spLocks noChangeShapeType="1"/>
              </p:cNvSpPr>
              <p:nvPr/>
            </p:nvSpPr>
            <p:spPr bwMode="auto">
              <a:xfrm>
                <a:off x="1296" y="2832"/>
                <a:ext cx="312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27" name="Line 37"/>
              <p:cNvSpPr>
                <a:spLocks noChangeShapeType="1"/>
              </p:cNvSpPr>
              <p:nvPr/>
            </p:nvSpPr>
            <p:spPr bwMode="auto">
              <a:xfrm>
                <a:off x="1296" y="3168"/>
                <a:ext cx="312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28" name="Line 38"/>
              <p:cNvSpPr>
                <a:spLocks noChangeShapeType="1"/>
              </p:cNvSpPr>
              <p:nvPr/>
            </p:nvSpPr>
            <p:spPr bwMode="auto">
              <a:xfrm>
                <a:off x="4416" y="1824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29" name="Line 39"/>
              <p:cNvSpPr>
                <a:spLocks noChangeShapeType="1"/>
              </p:cNvSpPr>
              <p:nvPr/>
            </p:nvSpPr>
            <p:spPr bwMode="auto">
              <a:xfrm>
                <a:off x="1296" y="1824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30" name="Line 40"/>
              <p:cNvSpPr>
                <a:spLocks noChangeShapeType="1"/>
              </p:cNvSpPr>
              <p:nvPr/>
            </p:nvSpPr>
            <p:spPr bwMode="auto">
              <a:xfrm>
                <a:off x="3696" y="1824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31" name="Line 41"/>
              <p:cNvSpPr>
                <a:spLocks noChangeShapeType="1"/>
              </p:cNvSpPr>
              <p:nvPr/>
            </p:nvSpPr>
            <p:spPr bwMode="auto">
              <a:xfrm>
                <a:off x="2880" y="1824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32" name="Line 42"/>
              <p:cNvSpPr>
                <a:spLocks noChangeShapeType="1"/>
              </p:cNvSpPr>
              <p:nvPr/>
            </p:nvSpPr>
            <p:spPr bwMode="auto">
              <a:xfrm>
                <a:off x="2064" y="1824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aphicFrame>
          <p:nvGraphicFramePr>
            <p:cNvPr id="8208" name="Object 43"/>
            <p:cNvGraphicFramePr>
              <a:graphicFrameLocks noChangeAspect="1"/>
            </p:cNvGraphicFramePr>
            <p:nvPr/>
          </p:nvGraphicFramePr>
          <p:xfrm>
            <a:off x="1776" y="480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82" name="Equation" r:id="rId23" imgW="161965" imgH="180855" progId="Equation.3">
                    <p:embed/>
                  </p:oleObj>
                </mc:Choice>
                <mc:Fallback>
                  <p:oleObj name="Equation" r:id="rId23" imgW="161965" imgH="18085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480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9" name="Object 44"/>
            <p:cNvGraphicFramePr>
              <a:graphicFrameLocks noChangeAspect="1"/>
            </p:cNvGraphicFramePr>
            <p:nvPr/>
          </p:nvGraphicFramePr>
          <p:xfrm>
            <a:off x="2592" y="480"/>
            <a:ext cx="18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83" name="Equation" r:id="rId25" imgW="161965" imgH="161960" progId="Equation.3">
                    <p:embed/>
                  </p:oleObj>
                </mc:Choice>
                <mc:Fallback>
                  <p:oleObj name="Equation" r:id="rId25" imgW="161965" imgH="16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" y="480"/>
                          <a:ext cx="184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0" name="Object 45"/>
            <p:cNvGraphicFramePr>
              <a:graphicFrameLocks noChangeAspect="1"/>
            </p:cNvGraphicFramePr>
            <p:nvPr/>
          </p:nvGraphicFramePr>
          <p:xfrm>
            <a:off x="3408" y="480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84" name="Equation" r:id="rId27" imgW="161965" imgH="190573" progId="Equation.3">
                    <p:embed/>
                  </p:oleObj>
                </mc:Choice>
                <mc:Fallback>
                  <p:oleObj name="Equation" r:id="rId27" imgW="161965" imgH="1905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480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1" name="Object 46"/>
            <p:cNvGraphicFramePr>
              <a:graphicFrameLocks noChangeAspect="1"/>
            </p:cNvGraphicFramePr>
            <p:nvPr/>
          </p:nvGraphicFramePr>
          <p:xfrm>
            <a:off x="4176" y="480"/>
            <a:ext cx="20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85" name="Equation" r:id="rId29" imgW="190578" imgH="161960" progId="Equation.3">
                    <p:embed/>
                  </p:oleObj>
                </mc:Choice>
                <mc:Fallback>
                  <p:oleObj name="Equation" r:id="rId29" imgW="190578" imgH="16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480"/>
                          <a:ext cx="200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2" name="Object 47"/>
            <p:cNvGraphicFramePr>
              <a:graphicFrameLocks noChangeAspect="1"/>
            </p:cNvGraphicFramePr>
            <p:nvPr/>
          </p:nvGraphicFramePr>
          <p:xfrm>
            <a:off x="1200" y="864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86" name="Equation" r:id="rId31" imgW="161965" imgH="180855" progId="Equation.3">
                    <p:embed/>
                  </p:oleObj>
                </mc:Choice>
                <mc:Fallback>
                  <p:oleObj name="Equation" r:id="rId31" imgW="161965" imgH="18085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864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3" name="Object 48"/>
            <p:cNvGraphicFramePr>
              <a:graphicFrameLocks noChangeAspect="1"/>
            </p:cNvGraphicFramePr>
            <p:nvPr/>
          </p:nvGraphicFramePr>
          <p:xfrm>
            <a:off x="1200" y="1200"/>
            <a:ext cx="18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87" name="Equation" r:id="rId33" imgW="161965" imgH="161960" progId="Equation.3">
                    <p:embed/>
                  </p:oleObj>
                </mc:Choice>
                <mc:Fallback>
                  <p:oleObj name="Equation" r:id="rId33" imgW="161965" imgH="16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200"/>
                          <a:ext cx="184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4" name="Object 49"/>
            <p:cNvGraphicFramePr>
              <a:graphicFrameLocks noChangeAspect="1"/>
            </p:cNvGraphicFramePr>
            <p:nvPr/>
          </p:nvGraphicFramePr>
          <p:xfrm>
            <a:off x="1200" y="1536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88" name="Equation" r:id="rId35" imgW="161965" imgH="190573" progId="Equation.3">
                    <p:embed/>
                  </p:oleObj>
                </mc:Choice>
                <mc:Fallback>
                  <p:oleObj name="Equation" r:id="rId35" imgW="161965" imgH="1905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536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5" name="Object 50"/>
            <p:cNvGraphicFramePr>
              <a:graphicFrameLocks noChangeAspect="1"/>
            </p:cNvGraphicFramePr>
            <p:nvPr/>
          </p:nvGraphicFramePr>
          <p:xfrm>
            <a:off x="1200" y="1872"/>
            <a:ext cx="20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89" name="Equation" r:id="rId37" imgW="190578" imgH="161960" progId="Equation.3">
                    <p:embed/>
                  </p:oleObj>
                </mc:Choice>
                <mc:Fallback>
                  <p:oleObj name="Equation" r:id="rId37" imgW="190578" imgH="16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872"/>
                          <a:ext cx="200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6" name="Freeform 51"/>
            <p:cNvSpPr>
              <a:spLocks/>
            </p:cNvSpPr>
            <p:nvPr/>
          </p:nvSpPr>
          <p:spPr bwMode="auto">
            <a:xfrm>
              <a:off x="2496" y="912"/>
              <a:ext cx="432" cy="144"/>
            </a:xfrm>
            <a:custGeom>
              <a:avLst/>
              <a:gdLst>
                <a:gd name="T0" fmla="*/ 0 w 432"/>
                <a:gd name="T1" fmla="*/ 0 h 144"/>
                <a:gd name="T2" fmla="*/ 144 w 432"/>
                <a:gd name="T3" fmla="*/ 144 h 144"/>
                <a:gd name="T4" fmla="*/ 432 w 432"/>
                <a:gd name="T5" fmla="*/ 0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" h="144">
                  <a:moveTo>
                    <a:pt x="0" y="0"/>
                  </a:moveTo>
                  <a:cubicBezTo>
                    <a:pt x="36" y="72"/>
                    <a:pt x="72" y="144"/>
                    <a:pt x="144" y="144"/>
                  </a:cubicBezTo>
                  <a:cubicBezTo>
                    <a:pt x="216" y="144"/>
                    <a:pt x="384" y="24"/>
                    <a:pt x="432" y="0"/>
                  </a:cubicBezTo>
                </a:path>
              </a:pathLst>
            </a:custGeom>
            <a:noFill/>
            <a:ln w="1905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17" name="Freeform 52"/>
            <p:cNvSpPr>
              <a:spLocks/>
            </p:cNvSpPr>
            <p:nvPr/>
          </p:nvSpPr>
          <p:spPr bwMode="auto">
            <a:xfrm>
              <a:off x="1680" y="1248"/>
              <a:ext cx="432" cy="144"/>
            </a:xfrm>
            <a:custGeom>
              <a:avLst/>
              <a:gdLst>
                <a:gd name="T0" fmla="*/ 0 w 432"/>
                <a:gd name="T1" fmla="*/ 0 h 144"/>
                <a:gd name="T2" fmla="*/ 144 w 432"/>
                <a:gd name="T3" fmla="*/ 144 h 144"/>
                <a:gd name="T4" fmla="*/ 432 w 432"/>
                <a:gd name="T5" fmla="*/ 0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" h="144">
                  <a:moveTo>
                    <a:pt x="0" y="0"/>
                  </a:moveTo>
                  <a:cubicBezTo>
                    <a:pt x="36" y="72"/>
                    <a:pt x="72" y="144"/>
                    <a:pt x="144" y="144"/>
                  </a:cubicBezTo>
                  <a:cubicBezTo>
                    <a:pt x="216" y="144"/>
                    <a:pt x="384" y="24"/>
                    <a:pt x="432" y="0"/>
                  </a:cubicBezTo>
                </a:path>
              </a:pathLst>
            </a:custGeom>
            <a:noFill/>
            <a:ln w="1905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18" name="Freeform 53"/>
            <p:cNvSpPr>
              <a:spLocks/>
            </p:cNvSpPr>
            <p:nvPr/>
          </p:nvSpPr>
          <p:spPr bwMode="auto">
            <a:xfrm>
              <a:off x="3264" y="912"/>
              <a:ext cx="432" cy="144"/>
            </a:xfrm>
            <a:custGeom>
              <a:avLst/>
              <a:gdLst>
                <a:gd name="T0" fmla="*/ 0 w 432"/>
                <a:gd name="T1" fmla="*/ 0 h 144"/>
                <a:gd name="T2" fmla="*/ 144 w 432"/>
                <a:gd name="T3" fmla="*/ 144 h 144"/>
                <a:gd name="T4" fmla="*/ 432 w 432"/>
                <a:gd name="T5" fmla="*/ 0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" h="144">
                  <a:moveTo>
                    <a:pt x="0" y="0"/>
                  </a:moveTo>
                  <a:cubicBezTo>
                    <a:pt x="36" y="72"/>
                    <a:pt x="72" y="144"/>
                    <a:pt x="144" y="144"/>
                  </a:cubicBezTo>
                  <a:cubicBezTo>
                    <a:pt x="216" y="144"/>
                    <a:pt x="384" y="24"/>
                    <a:pt x="432" y="0"/>
                  </a:cubicBezTo>
                </a:path>
              </a:pathLst>
            </a:custGeom>
            <a:noFill/>
            <a:ln w="1905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19" name="Freeform 54"/>
            <p:cNvSpPr>
              <a:spLocks/>
            </p:cNvSpPr>
            <p:nvPr/>
          </p:nvSpPr>
          <p:spPr bwMode="auto">
            <a:xfrm>
              <a:off x="3264" y="1248"/>
              <a:ext cx="432" cy="144"/>
            </a:xfrm>
            <a:custGeom>
              <a:avLst/>
              <a:gdLst>
                <a:gd name="T0" fmla="*/ 0 w 432"/>
                <a:gd name="T1" fmla="*/ 0 h 144"/>
                <a:gd name="T2" fmla="*/ 144 w 432"/>
                <a:gd name="T3" fmla="*/ 144 h 144"/>
                <a:gd name="T4" fmla="*/ 432 w 432"/>
                <a:gd name="T5" fmla="*/ 0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" h="144">
                  <a:moveTo>
                    <a:pt x="0" y="0"/>
                  </a:moveTo>
                  <a:cubicBezTo>
                    <a:pt x="36" y="72"/>
                    <a:pt x="72" y="144"/>
                    <a:pt x="144" y="144"/>
                  </a:cubicBezTo>
                  <a:cubicBezTo>
                    <a:pt x="216" y="144"/>
                    <a:pt x="384" y="24"/>
                    <a:pt x="432" y="0"/>
                  </a:cubicBezTo>
                </a:path>
              </a:pathLst>
            </a:custGeom>
            <a:noFill/>
            <a:ln w="1905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20" name="Freeform 55"/>
            <p:cNvSpPr>
              <a:spLocks/>
            </p:cNvSpPr>
            <p:nvPr/>
          </p:nvSpPr>
          <p:spPr bwMode="auto">
            <a:xfrm>
              <a:off x="4032" y="1536"/>
              <a:ext cx="432" cy="144"/>
            </a:xfrm>
            <a:custGeom>
              <a:avLst/>
              <a:gdLst>
                <a:gd name="T0" fmla="*/ 0 w 432"/>
                <a:gd name="T1" fmla="*/ 0 h 144"/>
                <a:gd name="T2" fmla="*/ 144 w 432"/>
                <a:gd name="T3" fmla="*/ 144 h 144"/>
                <a:gd name="T4" fmla="*/ 432 w 432"/>
                <a:gd name="T5" fmla="*/ 0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" h="144">
                  <a:moveTo>
                    <a:pt x="0" y="0"/>
                  </a:moveTo>
                  <a:cubicBezTo>
                    <a:pt x="36" y="72"/>
                    <a:pt x="72" y="144"/>
                    <a:pt x="144" y="144"/>
                  </a:cubicBezTo>
                  <a:cubicBezTo>
                    <a:pt x="216" y="144"/>
                    <a:pt x="384" y="24"/>
                    <a:pt x="432" y="0"/>
                  </a:cubicBezTo>
                </a:path>
              </a:pathLst>
            </a:custGeom>
            <a:noFill/>
            <a:ln w="1905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21" name="Freeform 56"/>
            <p:cNvSpPr>
              <a:spLocks/>
            </p:cNvSpPr>
            <p:nvPr/>
          </p:nvSpPr>
          <p:spPr bwMode="auto">
            <a:xfrm>
              <a:off x="2544" y="1872"/>
              <a:ext cx="432" cy="144"/>
            </a:xfrm>
            <a:custGeom>
              <a:avLst/>
              <a:gdLst>
                <a:gd name="T0" fmla="*/ 0 w 432"/>
                <a:gd name="T1" fmla="*/ 0 h 144"/>
                <a:gd name="T2" fmla="*/ 144 w 432"/>
                <a:gd name="T3" fmla="*/ 144 h 144"/>
                <a:gd name="T4" fmla="*/ 432 w 432"/>
                <a:gd name="T5" fmla="*/ 0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" h="144">
                  <a:moveTo>
                    <a:pt x="0" y="0"/>
                  </a:moveTo>
                  <a:cubicBezTo>
                    <a:pt x="36" y="72"/>
                    <a:pt x="72" y="144"/>
                    <a:pt x="144" y="144"/>
                  </a:cubicBezTo>
                  <a:cubicBezTo>
                    <a:pt x="216" y="144"/>
                    <a:pt x="384" y="24"/>
                    <a:pt x="432" y="0"/>
                  </a:cubicBezTo>
                </a:path>
              </a:pathLst>
            </a:custGeom>
            <a:noFill/>
            <a:ln w="1905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22" name="Freeform 57"/>
            <p:cNvSpPr>
              <a:spLocks/>
            </p:cNvSpPr>
            <p:nvPr/>
          </p:nvSpPr>
          <p:spPr bwMode="auto">
            <a:xfrm>
              <a:off x="1680" y="1584"/>
              <a:ext cx="432" cy="144"/>
            </a:xfrm>
            <a:custGeom>
              <a:avLst/>
              <a:gdLst>
                <a:gd name="T0" fmla="*/ 0 w 432"/>
                <a:gd name="T1" fmla="*/ 0 h 144"/>
                <a:gd name="T2" fmla="*/ 144 w 432"/>
                <a:gd name="T3" fmla="*/ 144 h 144"/>
                <a:gd name="T4" fmla="*/ 432 w 432"/>
                <a:gd name="T5" fmla="*/ 0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" h="144">
                  <a:moveTo>
                    <a:pt x="0" y="0"/>
                  </a:moveTo>
                  <a:cubicBezTo>
                    <a:pt x="36" y="72"/>
                    <a:pt x="72" y="144"/>
                    <a:pt x="144" y="144"/>
                  </a:cubicBezTo>
                  <a:cubicBezTo>
                    <a:pt x="216" y="144"/>
                    <a:pt x="384" y="24"/>
                    <a:pt x="432" y="0"/>
                  </a:cubicBezTo>
                </a:path>
              </a:pathLst>
            </a:custGeom>
            <a:noFill/>
            <a:ln w="1905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461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75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8"/>
          <p:cNvGrpSpPr>
            <a:grpSpLocks/>
          </p:cNvGrpSpPr>
          <p:nvPr/>
        </p:nvGrpSpPr>
        <p:grpSpPr bwMode="auto">
          <a:xfrm>
            <a:off x="907248" y="1088039"/>
            <a:ext cx="9848850" cy="1549402"/>
            <a:chOff x="518" y="150"/>
            <a:chExt cx="4653" cy="976"/>
          </a:xfrm>
        </p:grpSpPr>
        <p:sp>
          <p:nvSpPr>
            <p:cNvPr id="16391" name="Text Box 2"/>
            <p:cNvSpPr txBox="1">
              <a:spLocks noChangeArrowheads="1"/>
            </p:cNvSpPr>
            <p:nvPr/>
          </p:nvSpPr>
          <p:spPr bwMode="auto">
            <a:xfrm>
              <a:off x="539" y="150"/>
              <a:ext cx="811" cy="33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 smtClean="0">
                  <a:solidFill>
                    <a:schemeClr val="bg1"/>
                  </a:solidFill>
                  <a:ea typeface="黑体" pitchFamily="2" charset="-122"/>
                </a:rPr>
                <a:t>线性</a:t>
              </a:r>
              <a:r>
                <a:rPr lang="en-US" altLang="zh-CN" sz="2800" b="1" dirty="0">
                  <a:solidFill>
                    <a:schemeClr val="bg1"/>
                  </a:solidFill>
                  <a:ea typeface="黑体" pitchFamily="2" charset="-122"/>
                </a:rPr>
                <a:t> </a:t>
              </a:r>
              <a:r>
                <a:rPr lang="zh-CN" altLang="en-US" sz="2800" b="1" dirty="0" smtClean="0">
                  <a:solidFill>
                    <a:schemeClr val="bg1"/>
                  </a:solidFill>
                  <a:ea typeface="黑体" pitchFamily="2" charset="-122"/>
                </a:rPr>
                <a:t>变</a:t>
              </a:r>
              <a:r>
                <a:rPr lang="zh-CN" altLang="en-US" sz="2800" b="1" dirty="0" smtClean="0">
                  <a:solidFill>
                    <a:schemeClr val="bg1"/>
                  </a:solidFill>
                  <a:ea typeface="黑体" pitchFamily="2" charset="-122"/>
                </a:rPr>
                <a:t>换</a:t>
              </a:r>
              <a:endParaRPr lang="en-US" altLang="zh-CN" sz="2800" b="1" dirty="0">
                <a:solidFill>
                  <a:schemeClr val="bg1"/>
                </a:solidFill>
                <a:ea typeface="黑体" pitchFamily="2" charset="-122"/>
              </a:endParaRPr>
            </a:p>
          </p:txBody>
        </p:sp>
        <p:graphicFrame>
          <p:nvGraphicFramePr>
            <p:cNvPr id="16392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1595111"/>
                </p:ext>
              </p:extLst>
            </p:nvPr>
          </p:nvGraphicFramePr>
          <p:xfrm>
            <a:off x="867" y="508"/>
            <a:ext cx="430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14" name="Equation" r:id="rId3" imgW="6832600" imgH="457200" progId="Equation.3">
                    <p:embed/>
                  </p:oleObj>
                </mc:Choice>
                <mc:Fallback>
                  <p:oleObj name="Equation" r:id="rId3" imgW="68326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7" y="508"/>
                          <a:ext cx="4304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3" name="Text Box 4"/>
            <p:cNvSpPr txBox="1">
              <a:spLocks noChangeArrowheads="1"/>
            </p:cNvSpPr>
            <p:nvPr/>
          </p:nvSpPr>
          <p:spPr bwMode="auto">
            <a:xfrm>
              <a:off x="518" y="796"/>
              <a:ext cx="93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/>
                <a:t>间的关系式</a:t>
              </a:r>
            </a:p>
          </p:txBody>
        </p:sp>
      </p:grpSp>
      <p:graphicFrame>
        <p:nvGraphicFramePr>
          <p:cNvPr id="481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5235911"/>
              </p:ext>
            </p:extLst>
          </p:nvPr>
        </p:nvGraphicFramePr>
        <p:xfrm>
          <a:off x="2579415" y="2605910"/>
          <a:ext cx="65532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15" name="Equation" r:id="rId5" imgW="4914900" imgH="2057400" progId="Equation.3">
                  <p:embed/>
                </p:oleObj>
              </mc:Choice>
              <mc:Fallback>
                <p:oleObj name="Equation" r:id="rId5" imgW="4914900" imgH="205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9415" y="2605910"/>
                        <a:ext cx="6553200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1496890"/>
              </p:ext>
            </p:extLst>
          </p:nvPr>
        </p:nvGraphicFramePr>
        <p:xfrm>
          <a:off x="1177661" y="4875159"/>
          <a:ext cx="10160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16" name="Equation" r:id="rId7" imgW="7620000" imgH="457200" progId="Equation.3">
                  <p:embed/>
                </p:oleObj>
              </mc:Choice>
              <mc:Fallback>
                <p:oleObj name="Equation" r:id="rId7" imgW="76200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7661" y="4875159"/>
                        <a:ext cx="10160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7" name="Text Box 9"/>
          <p:cNvSpPr txBox="1">
            <a:spLocks noChangeArrowheads="1"/>
          </p:cNvSpPr>
          <p:nvPr/>
        </p:nvSpPr>
        <p:spPr bwMode="auto">
          <a:xfrm>
            <a:off x="1177661" y="5332359"/>
            <a:ext cx="17171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/>
              <a:t>线性变换</a:t>
            </a:r>
            <a:r>
              <a:rPr lang="en-US" altLang="zh-CN" sz="2800" b="1" dirty="0"/>
              <a:t>.</a:t>
            </a:r>
          </a:p>
        </p:txBody>
      </p:sp>
      <p:graphicFrame>
        <p:nvGraphicFramePr>
          <p:cNvPr id="4813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3826572"/>
              </p:ext>
            </p:extLst>
          </p:nvPr>
        </p:nvGraphicFramePr>
        <p:xfrm>
          <a:off x="3167994" y="5466696"/>
          <a:ext cx="303106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17" name="Equation" r:id="rId9" imgW="2273300" imgH="482600" progId="Equation.3">
                  <p:embed/>
                </p:oleObj>
              </mc:Choice>
              <mc:Fallback>
                <p:oleObj name="Equation" r:id="rId9" imgW="22733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994" y="5466696"/>
                        <a:ext cx="303106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13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7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7321187"/>
              </p:ext>
            </p:extLst>
          </p:nvPr>
        </p:nvGraphicFramePr>
        <p:xfrm>
          <a:off x="2644228" y="1045779"/>
          <a:ext cx="65532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19" name="Equation" r:id="rId3" imgW="4914900" imgH="2057400" progId="Equation.DSMT4">
                  <p:embed/>
                </p:oleObj>
              </mc:Choice>
              <mc:Fallback>
                <p:oleObj name="Equation" r:id="rId3" imgW="4914900" imgH="2057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4228" y="1045779"/>
                        <a:ext cx="6553200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4071007" y="1140372"/>
            <a:ext cx="609600" cy="2057400"/>
          </a:xfrm>
          <a:prstGeom prst="rect">
            <a:avLst/>
          </a:prstGeom>
          <a:noFill/>
          <a:ln w="28575">
            <a:solidFill>
              <a:srgbClr val="0000FF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49157" name="Rectangle 5"/>
          <p:cNvSpPr>
            <a:spLocks noChangeArrowheads="1"/>
          </p:cNvSpPr>
          <p:nvPr/>
        </p:nvSpPr>
        <p:spPr bwMode="auto">
          <a:xfrm>
            <a:off x="5461876" y="1140372"/>
            <a:ext cx="609600" cy="2057400"/>
          </a:xfrm>
          <a:prstGeom prst="rect">
            <a:avLst/>
          </a:prstGeom>
          <a:noFill/>
          <a:ln w="28575">
            <a:solidFill>
              <a:srgbClr val="0000FF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49158" name="Rectangle 6"/>
          <p:cNvSpPr>
            <a:spLocks noChangeArrowheads="1"/>
          </p:cNvSpPr>
          <p:nvPr/>
        </p:nvSpPr>
        <p:spPr bwMode="auto">
          <a:xfrm>
            <a:off x="7767145" y="1045779"/>
            <a:ext cx="641131" cy="2057400"/>
          </a:xfrm>
          <a:prstGeom prst="rect">
            <a:avLst/>
          </a:prstGeom>
          <a:noFill/>
          <a:ln w="28575">
            <a:solidFill>
              <a:srgbClr val="0000FF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graphicFrame>
        <p:nvGraphicFramePr>
          <p:cNvPr id="49160" name="Object 8"/>
          <p:cNvGraphicFramePr>
            <a:graphicFrameLocks noChangeAspect="1"/>
          </p:cNvGraphicFramePr>
          <p:nvPr/>
        </p:nvGraphicFramePr>
        <p:xfrm>
          <a:off x="2743200" y="3657600"/>
          <a:ext cx="60960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20" name="公式" r:id="rId5" imgW="3987800" imgH="2209800" progId="Equation.3">
                  <p:embed/>
                </p:oleObj>
              </mc:Choice>
              <mc:Fallback>
                <p:oleObj name="公式" r:id="rId5" imgW="3987800" imgH="220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657600"/>
                        <a:ext cx="6096000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1" name="Line 9"/>
          <p:cNvSpPr>
            <a:spLocks noChangeShapeType="1"/>
          </p:cNvSpPr>
          <p:nvPr/>
        </p:nvSpPr>
        <p:spPr bwMode="auto">
          <a:xfrm>
            <a:off x="4463393" y="3197772"/>
            <a:ext cx="0" cy="685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9162" name="Line 10"/>
          <p:cNvSpPr>
            <a:spLocks noChangeShapeType="1"/>
          </p:cNvSpPr>
          <p:nvPr/>
        </p:nvSpPr>
        <p:spPr bwMode="auto">
          <a:xfrm>
            <a:off x="5801711" y="3197772"/>
            <a:ext cx="0" cy="685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9163" name="Line 11"/>
          <p:cNvSpPr>
            <a:spLocks noChangeShapeType="1"/>
          </p:cNvSpPr>
          <p:nvPr/>
        </p:nvSpPr>
        <p:spPr bwMode="auto">
          <a:xfrm>
            <a:off x="8036910" y="3164927"/>
            <a:ext cx="0" cy="685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49164" name="Object 12"/>
          <p:cNvGraphicFramePr>
            <a:graphicFrameLocks noChangeAspect="1"/>
          </p:cNvGraphicFramePr>
          <p:nvPr/>
        </p:nvGraphicFramePr>
        <p:xfrm>
          <a:off x="6604000" y="3200400"/>
          <a:ext cx="897467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21" name="Equation" r:id="rId7" imgW="672808" imgH="101556" progId="Equation.3">
                  <p:embed/>
                </p:oleObj>
              </mc:Choice>
              <mc:Fallback>
                <p:oleObj name="Equation" r:id="rId7" imgW="672808" imgH="10155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0" y="3200400"/>
                        <a:ext cx="897467" cy="10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5" name="Text Box 13"/>
          <p:cNvSpPr txBox="1">
            <a:spLocks noChangeArrowheads="1"/>
          </p:cNvSpPr>
          <p:nvPr/>
        </p:nvSpPr>
        <p:spPr bwMode="auto">
          <a:xfrm>
            <a:off x="8940800" y="4343401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 smtClean="0">
                <a:solidFill>
                  <a:srgbClr val="0000FF"/>
                </a:solidFill>
              </a:rPr>
              <a:t>系数数表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"/>
                                        <p:tgtEl>
                                          <p:spTgt spid="491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6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animBg="1"/>
      <p:bldP spid="49157" grpId="0" animBg="1"/>
      <p:bldP spid="49158" grpId="0" animBg="1"/>
      <p:bldP spid="49161" grpId="0" animBg="1"/>
      <p:bldP spid="49162" grpId="0" animBg="1"/>
      <p:bldP spid="49163" grpId="0" animBg="1"/>
      <p:bldP spid="4916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9540" y="436728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2.1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矩阵的概念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48765" y="1291320"/>
            <a:ext cx="2603868" cy="580029"/>
            <a:chOff x="548765" y="1201915"/>
            <a:chExt cx="2603868" cy="5800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548765" y="1201915"/>
              <a:ext cx="1280036" cy="580029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23331" y="1261096"/>
              <a:ext cx="24293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矩 阵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156346" y="1380092"/>
            <a:ext cx="6864824" cy="461665"/>
            <a:chOff x="2156346" y="1350501"/>
            <a:chExt cx="6864824" cy="461665"/>
          </a:xfrm>
        </p:grpSpPr>
        <p:sp>
          <p:nvSpPr>
            <p:cNvPr id="2" name="文本框 1"/>
            <p:cNvSpPr txBox="1"/>
            <p:nvPr/>
          </p:nvSpPr>
          <p:spPr>
            <a:xfrm>
              <a:off x="2156346" y="1350501"/>
              <a:ext cx="68648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           个数排成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行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列构成的数表，称为矩阵</a:t>
              </a: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9717623"/>
                </p:ext>
              </p:extLst>
            </p:nvPr>
          </p:nvGraphicFramePr>
          <p:xfrm>
            <a:off x="2652577" y="1418768"/>
            <a:ext cx="827601" cy="3251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34" name="Equation" r:id="rId4" imgW="355320" imgH="139680" progId="Equation.DSMT4">
                    <p:embed/>
                  </p:oleObj>
                </mc:Choice>
                <mc:Fallback>
                  <p:oleObj name="Equation" r:id="rId4" imgW="3553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652577" y="1418768"/>
                          <a:ext cx="827601" cy="32512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文本框 12"/>
          <p:cNvSpPr txBox="1"/>
          <p:nvPr/>
        </p:nvSpPr>
        <p:spPr>
          <a:xfrm>
            <a:off x="548765" y="2092623"/>
            <a:ext cx="1187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记为：</a:t>
            </a: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933761"/>
              </p:ext>
            </p:extLst>
          </p:nvPr>
        </p:nvGraphicFramePr>
        <p:xfrm>
          <a:off x="2109788" y="2474913"/>
          <a:ext cx="2911475" cy="173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35" name="Equation" r:id="rId6" imgW="1574640" imgH="939600" progId="Equation.DSMT4">
                  <p:embed/>
                </p:oleObj>
              </mc:Choice>
              <mc:Fallback>
                <p:oleObj name="Equation" r:id="rId6" imgW="157464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09788" y="2474913"/>
                        <a:ext cx="2911475" cy="173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1910425"/>
              </p:ext>
            </p:extLst>
          </p:nvPr>
        </p:nvGraphicFramePr>
        <p:xfrm>
          <a:off x="5037101" y="3100532"/>
          <a:ext cx="110331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36" name="Equation" r:id="rId8" imgW="596880" imgH="291960" progId="Equation.DSMT4">
                  <p:embed/>
                </p:oleObj>
              </mc:Choice>
              <mc:Fallback>
                <p:oleObj name="Equation" r:id="rId8" imgW="5968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037101" y="3100532"/>
                        <a:ext cx="1103313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组合 38"/>
          <p:cNvGrpSpPr/>
          <p:nvPr/>
        </p:nvGrpSpPr>
        <p:grpSpPr>
          <a:xfrm>
            <a:off x="6442057" y="3110851"/>
            <a:ext cx="2743969" cy="587818"/>
            <a:chOff x="6442057" y="3110851"/>
            <a:chExt cx="2743969" cy="587818"/>
          </a:xfrm>
        </p:grpSpPr>
        <p:grpSp>
          <p:nvGrpSpPr>
            <p:cNvPr id="30" name="组合 29"/>
            <p:cNvGrpSpPr/>
            <p:nvPr/>
          </p:nvGrpSpPr>
          <p:grpSpPr>
            <a:xfrm>
              <a:off x="6655739" y="3173927"/>
              <a:ext cx="2530287" cy="461665"/>
              <a:chOff x="6655739" y="3173927"/>
              <a:chExt cx="2530287" cy="461665"/>
            </a:xfrm>
          </p:grpSpPr>
          <p:graphicFrame>
            <p:nvGraphicFramePr>
              <p:cNvPr id="28" name="对象 2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03246016"/>
                  </p:ext>
                </p:extLst>
              </p:nvPr>
            </p:nvGraphicFramePr>
            <p:xfrm>
              <a:off x="6655739" y="3242195"/>
              <a:ext cx="827601" cy="3251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437" name="Equation" r:id="rId10" imgW="355320" imgH="139680" progId="Equation.DSMT4">
                      <p:embed/>
                    </p:oleObj>
                  </mc:Choice>
                  <mc:Fallback>
                    <p:oleObj name="Equation" r:id="rId10" imgW="35532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6655739" y="3242195"/>
                            <a:ext cx="827601" cy="32512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" name="文本框 28"/>
              <p:cNvSpPr txBox="1"/>
              <p:nvPr/>
            </p:nvSpPr>
            <p:spPr>
              <a:xfrm>
                <a:off x="7493704" y="3173927"/>
                <a:ext cx="16923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的型</a:t>
                </a:r>
              </a:p>
            </p:txBody>
          </p:sp>
        </p:grpSp>
        <p:sp>
          <p:nvSpPr>
            <p:cNvPr id="33" name="圆角矩形 32"/>
            <p:cNvSpPr/>
            <p:nvPr/>
          </p:nvSpPr>
          <p:spPr>
            <a:xfrm>
              <a:off x="6442057" y="3110851"/>
              <a:ext cx="2642003" cy="587818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548765" y="4572102"/>
            <a:ext cx="1766651" cy="703385"/>
            <a:chOff x="723331" y="4717139"/>
            <a:chExt cx="1766651" cy="70338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0" name="圆角矩形 39"/>
            <p:cNvSpPr/>
            <p:nvPr/>
          </p:nvSpPr>
          <p:spPr>
            <a:xfrm>
              <a:off x="723331" y="4717139"/>
              <a:ext cx="1433015" cy="703385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23331" y="4783015"/>
              <a:ext cx="17666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矩阵相等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2315416" y="4667569"/>
            <a:ext cx="3907365" cy="542925"/>
            <a:chOff x="2396452" y="4742384"/>
            <a:chExt cx="3907365" cy="542925"/>
          </a:xfrm>
        </p:grpSpPr>
        <p:graphicFrame>
          <p:nvGraphicFramePr>
            <p:cNvPr id="35" name="对象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029860"/>
                </p:ext>
              </p:extLst>
            </p:nvPr>
          </p:nvGraphicFramePr>
          <p:xfrm>
            <a:off x="2396452" y="4813822"/>
            <a:ext cx="133985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38" name="Equation" r:id="rId12" imgW="596880" imgH="177480" progId="Equation.DSMT4">
                    <p:embed/>
                  </p:oleObj>
                </mc:Choice>
                <mc:Fallback>
                  <p:oleObj name="Equation" r:id="rId12" imgW="59688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2396452" y="4813822"/>
                          <a:ext cx="1339850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文本框 35"/>
            <p:cNvSpPr txBox="1"/>
            <p:nvPr/>
          </p:nvSpPr>
          <p:spPr>
            <a:xfrm>
              <a:off x="3736303" y="4813822"/>
              <a:ext cx="14546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同型，且</a:t>
              </a:r>
            </a:p>
          </p:txBody>
        </p:sp>
        <p:graphicFrame>
          <p:nvGraphicFramePr>
            <p:cNvPr id="37" name="对象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4916675"/>
                </p:ext>
              </p:extLst>
            </p:nvPr>
          </p:nvGraphicFramePr>
          <p:xfrm>
            <a:off x="5190979" y="4742384"/>
            <a:ext cx="1112838" cy="542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39" name="Equation" r:id="rId14" imgW="495000" imgH="241200" progId="Equation.DSMT4">
                    <p:embed/>
                  </p:oleObj>
                </mc:Choice>
                <mc:Fallback>
                  <p:oleObj name="Equation" r:id="rId14" imgW="49500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5190979" y="4742384"/>
                          <a:ext cx="1112838" cy="5429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12028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7150090"/>
              </p:ext>
            </p:extLst>
          </p:nvPr>
        </p:nvGraphicFramePr>
        <p:xfrm>
          <a:off x="3084202" y="1053662"/>
          <a:ext cx="5317067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7" name="公式" r:id="rId3" imgW="3987800" imgH="2209800" progId="Equation.3">
                  <p:embed/>
                </p:oleObj>
              </mc:Choice>
              <mc:Fallback>
                <p:oleObj name="公式" r:id="rId3" imgW="3987800" imgH="220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4202" y="1053662"/>
                        <a:ext cx="5317067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1244601" y="3333751"/>
            <a:ext cx="1266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简记为</a:t>
            </a:r>
          </a:p>
        </p:txBody>
      </p:sp>
      <p:graphicFrame>
        <p:nvGraphicFramePr>
          <p:cNvPr id="37892" name="Object 4"/>
          <p:cNvGraphicFramePr>
            <a:graphicFrameLocks noChangeAspect="1"/>
          </p:cNvGraphicFramePr>
          <p:nvPr/>
        </p:nvGraphicFramePr>
        <p:xfrm>
          <a:off x="3251200" y="3429000"/>
          <a:ext cx="496146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8" name="Equation" r:id="rId5" imgW="3721100" imgH="495300" progId="Equation.3">
                  <p:embed/>
                </p:oleObj>
              </mc:Choice>
              <mc:Fallback>
                <p:oleObj name="Equation" r:id="rId5" imgW="3721100" imgH="495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200" y="3429000"/>
                        <a:ext cx="4961467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3" name="Object 5"/>
          <p:cNvGraphicFramePr>
            <a:graphicFrameLocks noChangeAspect="1"/>
          </p:cNvGraphicFramePr>
          <p:nvPr/>
        </p:nvGraphicFramePr>
        <p:xfrm>
          <a:off x="5994400" y="3352800"/>
          <a:ext cx="254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9" name="Equation" r:id="rId7" imgW="190500" imgH="419100" progId="Equation.3">
                  <p:embed/>
                </p:oleObj>
              </mc:Choice>
              <mc:Fallback>
                <p:oleObj name="Equation" r:id="rId7" imgW="1905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400" y="3352800"/>
                        <a:ext cx="254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894" name="Group 6"/>
          <p:cNvGrpSpPr>
            <a:grpSpLocks/>
          </p:cNvGrpSpPr>
          <p:nvPr/>
        </p:nvGrpSpPr>
        <p:grpSpPr bwMode="auto">
          <a:xfrm>
            <a:off x="7823200" y="1219200"/>
            <a:ext cx="3657600" cy="1524000"/>
            <a:chOff x="3696" y="768"/>
            <a:chExt cx="1728" cy="960"/>
          </a:xfrm>
        </p:grpSpPr>
        <p:sp>
          <p:nvSpPr>
            <p:cNvPr id="9230" name="Line 7"/>
            <p:cNvSpPr>
              <a:spLocks noChangeShapeType="1"/>
            </p:cNvSpPr>
            <p:nvPr/>
          </p:nvSpPr>
          <p:spPr bwMode="auto">
            <a:xfrm flipH="1">
              <a:off x="3696" y="1488"/>
              <a:ext cx="576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31" name="Rectangle 8"/>
            <p:cNvSpPr>
              <a:spLocks noChangeArrowheads="1"/>
            </p:cNvSpPr>
            <p:nvPr/>
          </p:nvSpPr>
          <p:spPr bwMode="auto">
            <a:xfrm>
              <a:off x="4128" y="768"/>
              <a:ext cx="1296" cy="720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graphicFrame>
          <p:nvGraphicFramePr>
            <p:cNvPr id="9232" name="Object 9"/>
            <p:cNvGraphicFramePr>
              <a:graphicFrameLocks noChangeAspect="1"/>
            </p:cNvGraphicFramePr>
            <p:nvPr/>
          </p:nvGraphicFramePr>
          <p:xfrm>
            <a:off x="4372" y="864"/>
            <a:ext cx="840" cy="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90" name="Equation" r:id="rId9" imgW="1314342" imgH="933430" progId="Equation.3">
                    <p:embed/>
                  </p:oleObj>
                </mc:Choice>
                <mc:Fallback>
                  <p:oleObj name="Equation" r:id="rId9" imgW="1314342" imgH="93343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2" y="864"/>
                          <a:ext cx="840" cy="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898" name="Object 10"/>
          <p:cNvGraphicFramePr>
            <a:graphicFrameLocks noChangeAspect="1"/>
          </p:cNvGraphicFramePr>
          <p:nvPr/>
        </p:nvGraphicFramePr>
        <p:xfrm>
          <a:off x="1320800" y="4191000"/>
          <a:ext cx="7518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1" name="Equation" r:id="rId11" imgW="5575300" imgH="406400" progId="Equation.3">
                  <p:embed/>
                </p:oleObj>
              </mc:Choice>
              <mc:Fallback>
                <p:oleObj name="Equation" r:id="rId11" imgW="55753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800" y="4191000"/>
                        <a:ext cx="7518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9" name="Text Box 11"/>
          <p:cNvSpPr txBox="1">
            <a:spLocks noChangeArrowheads="1"/>
          </p:cNvSpPr>
          <p:nvPr/>
        </p:nvSpPr>
        <p:spPr bwMode="auto">
          <a:xfrm>
            <a:off x="2336800" y="4800601"/>
            <a:ext cx="49632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ea typeface="黑体" pitchFamily="2" charset="-122"/>
              </a:rPr>
              <a:t>元素是实数的矩阵称为</a:t>
            </a:r>
            <a:r>
              <a:rPr lang="zh-CN" altLang="en-US" sz="2800" b="1">
                <a:solidFill>
                  <a:srgbClr val="0000FF"/>
                </a:solidFill>
                <a:ea typeface="黑体" pitchFamily="2" charset="-122"/>
              </a:rPr>
              <a:t>实矩阵</a:t>
            </a:r>
            <a:r>
              <a:rPr lang="en-US" altLang="zh-CN" sz="2800"/>
              <a:t>,</a:t>
            </a:r>
          </a:p>
        </p:txBody>
      </p:sp>
      <p:sp>
        <p:nvSpPr>
          <p:cNvPr id="37900" name="Rectangle 12"/>
          <p:cNvSpPr>
            <a:spLocks noChangeArrowheads="1"/>
          </p:cNvSpPr>
          <p:nvPr/>
        </p:nvSpPr>
        <p:spPr bwMode="auto">
          <a:xfrm>
            <a:off x="2336800" y="5486401"/>
            <a:ext cx="49632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ea typeface="黑体" pitchFamily="2" charset="-122"/>
              </a:rPr>
              <a:t>元素是复数的矩阵称为</a:t>
            </a:r>
            <a:r>
              <a:rPr lang="zh-CN" altLang="en-US" sz="2800" b="1">
                <a:solidFill>
                  <a:srgbClr val="0000FF"/>
                </a:solidFill>
                <a:ea typeface="黑体" pitchFamily="2" charset="-122"/>
              </a:rPr>
              <a:t>复矩阵</a:t>
            </a:r>
            <a:r>
              <a:rPr lang="en-US" altLang="zh-CN" sz="2800"/>
              <a:t>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autoUpdateAnimBg="0"/>
      <p:bldP spid="37899" grpId="0" autoUpdateAnimBg="0"/>
      <p:bldP spid="37900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4"/>
          <p:cNvGrpSpPr>
            <a:grpSpLocks/>
          </p:cNvGrpSpPr>
          <p:nvPr/>
        </p:nvGrpSpPr>
        <p:grpSpPr bwMode="auto">
          <a:xfrm>
            <a:off x="1135117" y="1177925"/>
            <a:ext cx="5088467" cy="977900"/>
            <a:chOff x="576" y="644"/>
            <a:chExt cx="2404" cy="616"/>
          </a:xfrm>
        </p:grpSpPr>
        <p:sp>
          <p:nvSpPr>
            <p:cNvPr id="10262" name="Text Box 2"/>
            <p:cNvSpPr txBox="1">
              <a:spLocks noChangeArrowheads="1"/>
            </p:cNvSpPr>
            <p:nvPr/>
          </p:nvSpPr>
          <p:spPr bwMode="auto">
            <a:xfrm>
              <a:off x="576" y="720"/>
              <a:ext cx="42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>
                  <a:ea typeface="黑体" pitchFamily="2" charset="-122"/>
                </a:rPr>
                <a:t>例如</a:t>
              </a:r>
            </a:p>
          </p:txBody>
        </p:sp>
        <p:graphicFrame>
          <p:nvGraphicFramePr>
            <p:cNvPr id="10263" name="Object 3"/>
            <p:cNvGraphicFramePr>
              <a:graphicFrameLocks noChangeAspect="1"/>
            </p:cNvGraphicFramePr>
            <p:nvPr/>
          </p:nvGraphicFramePr>
          <p:xfrm>
            <a:off x="1492" y="644"/>
            <a:ext cx="1488" cy="6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96" name="Equation" r:id="rId3" imgW="2362200" imgH="977900" progId="Equation.3">
                    <p:embed/>
                  </p:oleObj>
                </mc:Choice>
                <mc:Fallback>
                  <p:oleObj name="Equation" r:id="rId3" imgW="2362200" imgH="9779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2" y="644"/>
                          <a:ext cx="1488" cy="6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916" name="Group 4"/>
          <p:cNvGrpSpPr>
            <a:grpSpLocks/>
          </p:cNvGrpSpPr>
          <p:nvPr/>
        </p:nvGrpSpPr>
        <p:grpSpPr bwMode="auto">
          <a:xfrm>
            <a:off x="6502400" y="1298575"/>
            <a:ext cx="3426884" cy="523876"/>
            <a:chOff x="3295" y="816"/>
            <a:chExt cx="1619" cy="330"/>
          </a:xfrm>
        </p:grpSpPr>
        <p:sp>
          <p:nvSpPr>
            <p:cNvPr id="10260" name="Text Box 5"/>
            <p:cNvSpPr txBox="1">
              <a:spLocks noChangeArrowheads="1"/>
            </p:cNvSpPr>
            <p:nvPr/>
          </p:nvSpPr>
          <p:spPr bwMode="auto">
            <a:xfrm>
              <a:off x="3295" y="816"/>
              <a:ext cx="161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/>
                <a:t>是一个</a:t>
              </a:r>
              <a:r>
                <a:rPr lang="zh-CN" altLang="en-US" sz="2800" b="1" dirty="0">
                  <a:solidFill>
                    <a:schemeClr val="bg2"/>
                  </a:solidFill>
                </a:rPr>
                <a:t>           </a:t>
              </a:r>
              <a:r>
                <a:rPr lang="zh-CN" altLang="en-US" sz="2800" b="1" dirty="0"/>
                <a:t>实矩阵</a:t>
              </a:r>
              <a:r>
                <a:rPr lang="en-US" altLang="zh-CN" sz="2800" b="1" dirty="0"/>
                <a:t>,</a:t>
              </a:r>
            </a:p>
          </p:txBody>
        </p:sp>
        <p:graphicFrame>
          <p:nvGraphicFramePr>
            <p:cNvPr id="10261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9557776"/>
                </p:ext>
              </p:extLst>
            </p:nvPr>
          </p:nvGraphicFramePr>
          <p:xfrm>
            <a:off x="3881" y="885"/>
            <a:ext cx="424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97" name="Equation" r:id="rId5" imgW="672808" imgH="304668" progId="Equation.3">
                    <p:embed/>
                  </p:oleObj>
                </mc:Choice>
                <mc:Fallback>
                  <p:oleObj name="Equation" r:id="rId5" imgW="672808" imgH="3046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1" y="885"/>
                          <a:ext cx="424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919" name="Object 7"/>
          <p:cNvGraphicFramePr>
            <a:graphicFrameLocks noChangeAspect="1"/>
          </p:cNvGraphicFramePr>
          <p:nvPr/>
        </p:nvGraphicFramePr>
        <p:xfrm>
          <a:off x="1625600" y="2438400"/>
          <a:ext cx="2675467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98" name="公式" r:id="rId7" imgW="2006600" imgH="1625600" progId="Equation.3">
                  <p:embed/>
                </p:oleObj>
              </mc:Choice>
              <mc:Fallback>
                <p:oleObj name="公式" r:id="rId7" imgW="2006600" imgH="1625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5600" y="2438400"/>
                        <a:ext cx="2675467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20" name="Group 8"/>
          <p:cNvGrpSpPr>
            <a:grpSpLocks/>
          </p:cNvGrpSpPr>
          <p:nvPr/>
        </p:nvGrpSpPr>
        <p:grpSpPr bwMode="auto">
          <a:xfrm>
            <a:off x="4368800" y="2819406"/>
            <a:ext cx="3426883" cy="523876"/>
            <a:chOff x="3072" y="3552"/>
            <a:chExt cx="1619" cy="330"/>
          </a:xfrm>
        </p:grpSpPr>
        <p:sp>
          <p:nvSpPr>
            <p:cNvPr id="10258" name="Rectangle 9"/>
            <p:cNvSpPr>
              <a:spLocks noChangeArrowheads="1"/>
            </p:cNvSpPr>
            <p:nvPr/>
          </p:nvSpPr>
          <p:spPr bwMode="auto">
            <a:xfrm>
              <a:off x="3072" y="3552"/>
              <a:ext cx="161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/>
                <a:t>是一个           复矩阵</a:t>
              </a:r>
              <a:r>
                <a:rPr lang="en-US" altLang="zh-CN" sz="2800" b="1" dirty="0">
                  <a:solidFill>
                    <a:schemeClr val="bg2"/>
                  </a:solidFill>
                </a:rPr>
                <a:t>,</a:t>
              </a:r>
            </a:p>
          </p:txBody>
        </p:sp>
        <p:graphicFrame>
          <p:nvGraphicFramePr>
            <p:cNvPr id="10259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9116934"/>
                </p:ext>
              </p:extLst>
            </p:nvPr>
          </p:nvGraphicFramePr>
          <p:xfrm>
            <a:off x="3654" y="3613"/>
            <a:ext cx="455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99" name="公式" r:id="rId9" imgW="723586" imgH="330057" progId="Equation.3">
                    <p:embed/>
                  </p:oleObj>
                </mc:Choice>
                <mc:Fallback>
                  <p:oleObj name="公式" r:id="rId9" imgW="723586" imgH="3300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4" y="3613"/>
                          <a:ext cx="455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9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2170476"/>
              </p:ext>
            </p:extLst>
          </p:nvPr>
        </p:nvGraphicFramePr>
        <p:xfrm>
          <a:off x="5701241" y="3697294"/>
          <a:ext cx="7620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00" name="Equation" r:id="rId11" imgW="571500" imgH="1511300" progId="Equation.3">
                  <p:embed/>
                </p:oleObj>
              </mc:Choice>
              <mc:Fallback>
                <p:oleObj name="Equation" r:id="rId11" imgW="571500" imgH="151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1241" y="3697294"/>
                        <a:ext cx="7620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24" name="Group 12"/>
          <p:cNvGrpSpPr>
            <a:grpSpLocks/>
          </p:cNvGrpSpPr>
          <p:nvPr/>
        </p:nvGrpSpPr>
        <p:grpSpPr bwMode="auto">
          <a:xfrm>
            <a:off x="6502400" y="4191006"/>
            <a:ext cx="2885017" cy="523876"/>
            <a:chOff x="1056" y="3120"/>
            <a:chExt cx="1363" cy="330"/>
          </a:xfrm>
        </p:grpSpPr>
        <p:sp>
          <p:nvSpPr>
            <p:cNvPr id="10256" name="Rectangle 13"/>
            <p:cNvSpPr>
              <a:spLocks noChangeArrowheads="1"/>
            </p:cNvSpPr>
            <p:nvPr/>
          </p:nvSpPr>
          <p:spPr bwMode="auto">
            <a:xfrm>
              <a:off x="1056" y="3120"/>
              <a:ext cx="136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/>
                <a:t>是一个         矩阵</a:t>
              </a:r>
              <a:r>
                <a:rPr lang="en-US" altLang="zh-CN" sz="2800" b="1" dirty="0">
                  <a:solidFill>
                    <a:schemeClr val="bg2"/>
                  </a:solidFill>
                </a:rPr>
                <a:t>,</a:t>
              </a:r>
            </a:p>
          </p:txBody>
        </p:sp>
        <p:graphicFrame>
          <p:nvGraphicFramePr>
            <p:cNvPr id="10257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2323899"/>
                </p:ext>
              </p:extLst>
            </p:nvPr>
          </p:nvGraphicFramePr>
          <p:xfrm>
            <a:off x="1574" y="3185"/>
            <a:ext cx="407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601" name="Equation" r:id="rId13" imgW="647419" imgH="317362" progId="Equation.3">
                    <p:embed/>
                  </p:oleObj>
                </mc:Choice>
                <mc:Fallback>
                  <p:oleObj name="Equation" r:id="rId13" imgW="647419" imgH="31736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4" y="3185"/>
                          <a:ext cx="407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92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908361"/>
              </p:ext>
            </p:extLst>
          </p:nvPr>
        </p:nvGraphicFramePr>
        <p:xfrm>
          <a:off x="1588083" y="4452944"/>
          <a:ext cx="262466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02" name="Equation" r:id="rId15" imgW="1968500" imgH="419100" progId="Equation.3">
                  <p:embed/>
                </p:oleObj>
              </mc:Choice>
              <mc:Fallback>
                <p:oleObj name="Equation" r:id="rId15" imgW="19685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083" y="4452944"/>
                        <a:ext cx="262466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28" name="Group 16"/>
          <p:cNvGrpSpPr>
            <a:grpSpLocks/>
          </p:cNvGrpSpPr>
          <p:nvPr/>
        </p:nvGrpSpPr>
        <p:grpSpPr bwMode="auto">
          <a:xfrm>
            <a:off x="1483783" y="5228903"/>
            <a:ext cx="2885017" cy="523876"/>
            <a:chOff x="3168" y="3312"/>
            <a:chExt cx="1363" cy="330"/>
          </a:xfrm>
        </p:grpSpPr>
        <p:sp>
          <p:nvSpPr>
            <p:cNvPr id="10254" name="Rectangle 17"/>
            <p:cNvSpPr>
              <a:spLocks noChangeArrowheads="1"/>
            </p:cNvSpPr>
            <p:nvPr/>
          </p:nvSpPr>
          <p:spPr bwMode="auto">
            <a:xfrm>
              <a:off x="3168" y="3312"/>
              <a:ext cx="136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/>
                <a:t>是一个         矩阵</a:t>
              </a:r>
              <a:r>
                <a:rPr lang="en-US" altLang="zh-CN" sz="2800" b="1" dirty="0"/>
                <a:t>,</a:t>
              </a:r>
            </a:p>
          </p:txBody>
        </p:sp>
        <p:graphicFrame>
          <p:nvGraphicFramePr>
            <p:cNvPr id="10255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453383"/>
                </p:ext>
              </p:extLst>
            </p:nvPr>
          </p:nvGraphicFramePr>
          <p:xfrm>
            <a:off x="3731" y="3381"/>
            <a:ext cx="399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603" name="Equation" r:id="rId17" imgW="634725" imgH="304668" progId="Equation.3">
                    <p:embed/>
                  </p:oleObj>
                </mc:Choice>
                <mc:Fallback>
                  <p:oleObj name="Equation" r:id="rId17" imgW="634725" imgH="3046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1" y="3381"/>
                          <a:ext cx="399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93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4986582"/>
              </p:ext>
            </p:extLst>
          </p:nvPr>
        </p:nvGraphicFramePr>
        <p:xfrm>
          <a:off x="5785907" y="5334006"/>
          <a:ext cx="59266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04" name="Equation" r:id="rId19" imgW="444114" imgH="406048" progId="Equation.3">
                  <p:embed/>
                </p:oleObj>
              </mc:Choice>
              <mc:Fallback>
                <p:oleObj name="Equation" r:id="rId19" imgW="444114" imgH="40604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5907" y="5334006"/>
                        <a:ext cx="59266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35" name="Group 23"/>
          <p:cNvGrpSpPr>
            <a:grpSpLocks/>
          </p:cNvGrpSpPr>
          <p:nvPr/>
        </p:nvGrpSpPr>
        <p:grpSpPr bwMode="auto">
          <a:xfrm>
            <a:off x="6299202" y="5228903"/>
            <a:ext cx="2885017" cy="523876"/>
            <a:chOff x="2976" y="3360"/>
            <a:chExt cx="1363" cy="330"/>
          </a:xfrm>
        </p:grpSpPr>
        <p:sp>
          <p:nvSpPr>
            <p:cNvPr id="10252" name="Rectangle 21"/>
            <p:cNvSpPr>
              <a:spLocks noChangeArrowheads="1"/>
            </p:cNvSpPr>
            <p:nvPr/>
          </p:nvSpPr>
          <p:spPr bwMode="auto">
            <a:xfrm>
              <a:off x="2976" y="3360"/>
              <a:ext cx="136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/>
                <a:t>是一个         矩阵</a:t>
              </a:r>
              <a:r>
                <a:rPr lang="en-US" altLang="zh-CN" sz="2800" b="1" dirty="0">
                  <a:solidFill>
                    <a:schemeClr val="bg2"/>
                  </a:solidFill>
                </a:rPr>
                <a:t>.</a:t>
              </a:r>
            </a:p>
          </p:txBody>
        </p:sp>
        <p:graphicFrame>
          <p:nvGraphicFramePr>
            <p:cNvPr id="10253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3895434"/>
                </p:ext>
              </p:extLst>
            </p:nvPr>
          </p:nvGraphicFramePr>
          <p:xfrm>
            <a:off x="3542" y="3429"/>
            <a:ext cx="38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605" name="Equation" r:id="rId21" imgW="609336" imgH="304668" progId="Equation.3">
                    <p:embed/>
                  </p:oleObj>
                </mc:Choice>
                <mc:Fallback>
                  <p:oleObj name="Equation" r:id="rId21" imgW="609336" imgH="3046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2" y="3429"/>
                          <a:ext cx="38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9540" y="436728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2.1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矩阵的概念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48764" y="1291320"/>
            <a:ext cx="2603869" cy="580029"/>
            <a:chOff x="548764" y="1201915"/>
            <a:chExt cx="2603869" cy="5800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548764" y="1201915"/>
              <a:ext cx="2603869" cy="580029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23331" y="1261096"/>
              <a:ext cx="24293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特殊类型的矩阵</a:t>
              </a: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48765" y="2335237"/>
            <a:ext cx="1730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零矩阵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9308234"/>
              </p:ext>
            </p:extLst>
          </p:nvPr>
        </p:nvGraphicFramePr>
        <p:xfrm>
          <a:off x="2076255" y="2191699"/>
          <a:ext cx="1904902" cy="788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38" name="Equation" r:id="rId4" imgW="1104840" imgH="457200" progId="Equation.DSMT4">
                  <p:embed/>
                </p:oleObj>
              </mc:Choice>
              <mc:Fallback>
                <p:oleObj name="Equation" r:id="rId4" imgW="110484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76255" y="2191699"/>
                        <a:ext cx="1904902" cy="788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4914418"/>
              </p:ext>
            </p:extLst>
          </p:nvPr>
        </p:nvGraphicFramePr>
        <p:xfrm>
          <a:off x="4184088" y="2369219"/>
          <a:ext cx="52546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39" name="Equation" r:id="rId6" imgW="304560" imgH="228600" progId="Equation.DSMT4">
                  <p:embed/>
                </p:oleObj>
              </mc:Choice>
              <mc:Fallback>
                <p:oleObj name="Equation" r:id="rId6" imgW="3045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84088" y="2369219"/>
                        <a:ext cx="525462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548764" y="3444413"/>
            <a:ext cx="4123248" cy="462074"/>
            <a:chOff x="548765" y="3212989"/>
            <a:chExt cx="4123248" cy="462074"/>
          </a:xfrm>
        </p:grpSpPr>
        <p:sp>
          <p:nvSpPr>
            <p:cNvPr id="43" name="文本框 42"/>
            <p:cNvSpPr txBox="1"/>
            <p:nvPr/>
          </p:nvSpPr>
          <p:spPr>
            <a:xfrm>
              <a:off x="548765" y="3212989"/>
              <a:ext cx="17302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行向量</a:t>
              </a: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100882"/>
                </p:ext>
              </p:extLst>
            </p:nvPr>
          </p:nvGraphicFramePr>
          <p:xfrm>
            <a:off x="2022475" y="3236913"/>
            <a:ext cx="2649538" cy="438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40" name="Equation" r:id="rId8" imgW="1536480" imgH="253800" progId="Equation.DSMT4">
                    <p:embed/>
                  </p:oleObj>
                </mc:Choice>
                <mc:Fallback>
                  <p:oleObj name="Equation" r:id="rId8" imgW="15364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022475" y="3236913"/>
                          <a:ext cx="2649538" cy="4381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/>
          <p:cNvGrpSpPr/>
          <p:nvPr/>
        </p:nvGrpSpPr>
        <p:grpSpPr>
          <a:xfrm>
            <a:off x="4791226" y="2862554"/>
            <a:ext cx="1730202" cy="1620838"/>
            <a:chOff x="4791227" y="2631130"/>
            <a:chExt cx="1730202" cy="1620838"/>
          </a:xfrm>
        </p:grpSpPr>
        <p:sp>
          <p:nvSpPr>
            <p:cNvPr id="11" name="文本框 10"/>
            <p:cNvSpPr txBox="1"/>
            <p:nvPr/>
          </p:nvSpPr>
          <p:spPr>
            <a:xfrm>
              <a:off x="4791227" y="3210717"/>
              <a:ext cx="17302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列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向量</a:t>
              </a:r>
            </a:p>
          </p:txBody>
        </p:sp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013621"/>
                </p:ext>
              </p:extLst>
            </p:nvPr>
          </p:nvGraphicFramePr>
          <p:xfrm>
            <a:off x="5886429" y="2631130"/>
            <a:ext cx="635000" cy="1620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41" name="Equation" r:id="rId10" imgW="368280" imgH="939600" progId="Equation.DSMT4">
                    <p:embed/>
                  </p:oleObj>
                </mc:Choice>
                <mc:Fallback>
                  <p:oleObj name="Equation" r:id="rId10" imgW="368280" imgH="939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886429" y="2631130"/>
                          <a:ext cx="635000" cy="16208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/>
          <p:cNvGrpSpPr/>
          <p:nvPr/>
        </p:nvGrpSpPr>
        <p:grpSpPr>
          <a:xfrm>
            <a:off x="572997" y="4137025"/>
            <a:ext cx="4267291" cy="1738313"/>
            <a:chOff x="572997" y="4137025"/>
            <a:chExt cx="4267291" cy="1738313"/>
          </a:xfrm>
        </p:grpSpPr>
        <p:sp>
          <p:nvSpPr>
            <p:cNvPr id="13" name="文本框 12"/>
            <p:cNvSpPr txBox="1"/>
            <p:nvPr/>
          </p:nvSpPr>
          <p:spPr>
            <a:xfrm>
              <a:off x="572997" y="4544705"/>
              <a:ext cx="17059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3. n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阶方阵</a:t>
              </a:r>
            </a:p>
          </p:txBody>
        </p:sp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13408446"/>
                </p:ext>
              </p:extLst>
            </p:nvPr>
          </p:nvGraphicFramePr>
          <p:xfrm>
            <a:off x="2209800" y="4137025"/>
            <a:ext cx="2630488" cy="173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42" name="Equation" r:id="rId12" imgW="1422360" imgH="939600" progId="Equation.DSMT4">
                    <p:embed/>
                  </p:oleObj>
                </mc:Choice>
                <mc:Fallback>
                  <p:oleObj name="Equation" r:id="rId12" imgW="1422360" imgH="939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2209800" y="4137025"/>
                          <a:ext cx="2630488" cy="1738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/>
          <p:cNvGrpSpPr/>
          <p:nvPr/>
        </p:nvGrpSpPr>
        <p:grpSpPr>
          <a:xfrm>
            <a:off x="8135938" y="1350501"/>
            <a:ext cx="3060878" cy="571474"/>
            <a:chOff x="7069540" y="1350501"/>
            <a:chExt cx="3060878" cy="5714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圆角矩形 14"/>
            <p:cNvSpPr/>
            <p:nvPr/>
          </p:nvSpPr>
          <p:spPr>
            <a:xfrm>
              <a:off x="7069540" y="1350501"/>
              <a:ext cx="2470245" cy="571474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196149" y="1405405"/>
              <a:ext cx="2934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特殊的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阶方阵：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8135938" y="2565400"/>
            <a:ext cx="2325687" cy="2363468"/>
            <a:chOff x="8135938" y="2565400"/>
            <a:chExt cx="2325687" cy="2363468"/>
          </a:xfrm>
        </p:grpSpPr>
        <p:graphicFrame>
          <p:nvGraphicFramePr>
            <p:cNvPr id="23" name="对象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0033880"/>
                </p:ext>
              </p:extLst>
            </p:nvPr>
          </p:nvGraphicFramePr>
          <p:xfrm>
            <a:off x="8135938" y="2565400"/>
            <a:ext cx="2325687" cy="173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43" name="Equation" r:id="rId14" imgW="1257120" imgH="939600" progId="Equation.DSMT4">
                    <p:embed/>
                  </p:oleObj>
                </mc:Choice>
                <mc:Fallback>
                  <p:oleObj name="Equation" r:id="rId14" imgW="1257120" imgH="939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8135938" y="2565400"/>
                          <a:ext cx="2325687" cy="1738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文本框 23"/>
            <p:cNvSpPr txBox="1"/>
            <p:nvPr/>
          </p:nvSpPr>
          <p:spPr>
            <a:xfrm>
              <a:off x="8518394" y="4467203"/>
              <a:ext cx="19432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上三角阵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8135938" y="2558272"/>
            <a:ext cx="2347912" cy="2370596"/>
            <a:chOff x="8116888" y="2428875"/>
            <a:chExt cx="2347912" cy="2370596"/>
          </a:xfrm>
        </p:grpSpPr>
        <p:sp>
          <p:nvSpPr>
            <p:cNvPr id="26" name="文本框 25"/>
            <p:cNvSpPr txBox="1"/>
            <p:nvPr/>
          </p:nvSpPr>
          <p:spPr>
            <a:xfrm>
              <a:off x="8521569" y="4337806"/>
              <a:ext cx="19432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下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三角阵</a:t>
              </a:r>
            </a:p>
          </p:txBody>
        </p:sp>
        <p:graphicFrame>
          <p:nvGraphicFramePr>
            <p:cNvPr id="27" name="对象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3040651"/>
                </p:ext>
              </p:extLst>
            </p:nvPr>
          </p:nvGraphicFramePr>
          <p:xfrm>
            <a:off x="8116888" y="2428875"/>
            <a:ext cx="2347912" cy="173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44" name="Equation" r:id="rId16" imgW="1269720" imgH="939600" progId="Equation.DSMT4">
                    <p:embed/>
                  </p:oleObj>
                </mc:Choice>
                <mc:Fallback>
                  <p:oleObj name="Equation" r:id="rId16" imgW="1269720" imgH="939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8116888" y="2428875"/>
                          <a:ext cx="2347912" cy="1738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/>
          <p:cNvGrpSpPr/>
          <p:nvPr/>
        </p:nvGrpSpPr>
        <p:grpSpPr>
          <a:xfrm>
            <a:off x="8110384" y="2588217"/>
            <a:ext cx="2089150" cy="2198390"/>
            <a:chOff x="8447750" y="2585816"/>
            <a:chExt cx="2089150" cy="2198390"/>
          </a:xfrm>
        </p:grpSpPr>
        <p:graphicFrame>
          <p:nvGraphicFramePr>
            <p:cNvPr id="29" name="对象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7976221"/>
                </p:ext>
              </p:extLst>
            </p:nvPr>
          </p:nvGraphicFramePr>
          <p:xfrm>
            <a:off x="8447750" y="2585816"/>
            <a:ext cx="2089150" cy="1736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45" name="Equation" r:id="rId18" imgW="1130040" imgH="939600" progId="Equation.DSMT4">
                    <p:embed/>
                  </p:oleObj>
                </mc:Choice>
                <mc:Fallback>
                  <p:oleObj name="Equation" r:id="rId18" imgW="1130040" imgH="939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8447750" y="2585816"/>
                          <a:ext cx="2089150" cy="17367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文本框 29"/>
            <p:cNvSpPr txBox="1"/>
            <p:nvPr/>
          </p:nvSpPr>
          <p:spPr>
            <a:xfrm>
              <a:off x="8905164" y="4322541"/>
              <a:ext cx="11674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对角阵</a:t>
              </a: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8135938" y="2585816"/>
            <a:ext cx="1878013" cy="2295949"/>
            <a:chOff x="6569737" y="3638048"/>
            <a:chExt cx="1878013" cy="2295949"/>
          </a:xfrm>
        </p:grpSpPr>
        <p:graphicFrame>
          <p:nvGraphicFramePr>
            <p:cNvPr id="33" name="对象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9640221"/>
                </p:ext>
              </p:extLst>
            </p:nvPr>
          </p:nvGraphicFramePr>
          <p:xfrm>
            <a:off x="6569737" y="3638048"/>
            <a:ext cx="1878013" cy="1690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46" name="Equation" r:id="rId20" imgW="1015920" imgH="914400" progId="Equation.DSMT4">
                    <p:embed/>
                  </p:oleObj>
                </mc:Choice>
                <mc:Fallback>
                  <p:oleObj name="Equation" r:id="rId20" imgW="1015920" imgH="914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6569737" y="3638048"/>
                          <a:ext cx="1878013" cy="16906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文本框 33"/>
            <p:cNvSpPr txBox="1"/>
            <p:nvPr/>
          </p:nvSpPr>
          <p:spPr>
            <a:xfrm>
              <a:off x="6879102" y="5472332"/>
              <a:ext cx="11048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单位阵</a:t>
              </a:r>
            </a:p>
          </p:txBody>
        </p:sp>
      </p:grpSp>
      <p:sp>
        <p:nvSpPr>
          <p:cNvPr id="35" name="Line 15"/>
          <p:cNvSpPr>
            <a:spLocks noChangeShapeType="1"/>
          </p:cNvSpPr>
          <p:nvPr/>
        </p:nvSpPr>
        <p:spPr bwMode="auto">
          <a:xfrm flipH="1">
            <a:off x="2448910" y="4420101"/>
            <a:ext cx="1828810" cy="1276506"/>
          </a:xfrm>
          <a:prstGeom prst="line">
            <a:avLst/>
          </a:prstGeom>
          <a:noFill/>
          <a:ln w="38100">
            <a:solidFill>
              <a:srgbClr val="FF33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6" name="Line 13"/>
          <p:cNvSpPr>
            <a:spLocks noChangeShapeType="1"/>
          </p:cNvSpPr>
          <p:nvPr/>
        </p:nvSpPr>
        <p:spPr bwMode="auto">
          <a:xfrm>
            <a:off x="2522482" y="4420099"/>
            <a:ext cx="1755237" cy="1276508"/>
          </a:xfrm>
          <a:prstGeom prst="line">
            <a:avLst/>
          </a:prstGeom>
          <a:noFill/>
          <a:ln w="28575">
            <a:solidFill>
              <a:srgbClr val="FF33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7" name="Text Box 14"/>
          <p:cNvSpPr txBox="1">
            <a:spLocks noChangeArrowheads="1"/>
          </p:cNvSpPr>
          <p:nvPr/>
        </p:nvSpPr>
        <p:spPr bwMode="auto">
          <a:xfrm>
            <a:off x="4972269" y="5434997"/>
            <a:ext cx="17648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主对角线</a:t>
            </a:r>
          </a:p>
        </p:txBody>
      </p:sp>
      <p:sp>
        <p:nvSpPr>
          <p:cNvPr id="38" name="Rectangle 16"/>
          <p:cNvSpPr>
            <a:spLocks noChangeArrowheads="1"/>
          </p:cNvSpPr>
          <p:nvPr/>
        </p:nvSpPr>
        <p:spPr bwMode="auto">
          <a:xfrm>
            <a:off x="600180" y="5434997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副对角线</a:t>
            </a:r>
          </a:p>
        </p:txBody>
      </p:sp>
    </p:spTree>
    <p:extLst>
      <p:ext uri="{BB962C8B-B14F-4D97-AF65-F5344CB8AC3E}">
        <p14:creationId xmlns:p14="http://schemas.microsoft.com/office/powerpoint/2010/main" val="367978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75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75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35" grpId="0" animBg="1"/>
      <p:bldP spid="36" grpId="0" animBg="1"/>
      <p:bldP spid="37" grpId="0" autoUpdateAnimBg="0"/>
      <p:bldP spid="3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9540" y="436728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运算</a:t>
            </a:r>
            <a:endParaRPr lang="zh-CN" altLang="en-US" sz="2400" dirty="0" smtClean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48765" y="1291320"/>
            <a:ext cx="2603868" cy="580029"/>
            <a:chOff x="548765" y="1201915"/>
            <a:chExt cx="2603868" cy="5800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548765" y="1201915"/>
              <a:ext cx="1280036" cy="580029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23331" y="1261096"/>
              <a:ext cx="24293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 法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210938" y="1291320"/>
            <a:ext cx="4171120" cy="679450"/>
            <a:chOff x="2210938" y="1291320"/>
            <a:chExt cx="4171120" cy="679450"/>
          </a:xfrm>
        </p:grpSpPr>
        <p:sp>
          <p:nvSpPr>
            <p:cNvPr id="8" name="文本框 7"/>
            <p:cNvSpPr txBox="1"/>
            <p:nvPr/>
          </p:nvSpPr>
          <p:spPr>
            <a:xfrm>
              <a:off x="2210938" y="1390815"/>
              <a:ext cx="5595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       </a:t>
              </a: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/>
            </p:nvPr>
          </p:nvGraphicFramePr>
          <p:xfrm>
            <a:off x="2770496" y="1291320"/>
            <a:ext cx="3611562" cy="679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66" name="Equation" r:id="rId3" imgW="1549080" imgH="291960" progId="Equation.DSMT4">
                    <p:embed/>
                  </p:oleObj>
                </mc:Choice>
                <mc:Fallback>
                  <p:oleObj name="Equation" r:id="rId3" imgW="1549080" imgH="291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770496" y="1291320"/>
                          <a:ext cx="3611562" cy="679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/>
          <p:cNvGrpSpPr/>
          <p:nvPr/>
        </p:nvGrpSpPr>
        <p:grpSpPr>
          <a:xfrm>
            <a:off x="6661837" y="1262063"/>
            <a:ext cx="4077601" cy="677862"/>
            <a:chOff x="6661837" y="1262063"/>
            <a:chExt cx="4077601" cy="677862"/>
          </a:xfrm>
        </p:grpSpPr>
        <p:sp>
          <p:nvSpPr>
            <p:cNvPr id="10" name="文本框 9"/>
            <p:cNvSpPr txBox="1"/>
            <p:nvPr/>
          </p:nvSpPr>
          <p:spPr>
            <a:xfrm>
              <a:off x="6661837" y="1389637"/>
              <a:ext cx="5595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令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</a:t>
              </a:r>
            </a:p>
          </p:txBody>
        </p:sp>
        <p:graphicFrame>
          <p:nvGraphicFramePr>
            <p:cNvPr id="11" name="对象 10"/>
            <p:cNvGraphicFramePr>
              <a:graphicFrameLocks noChangeAspect="1"/>
            </p:cNvGraphicFramePr>
            <p:nvPr>
              <p:extLst/>
            </p:nvPr>
          </p:nvGraphicFramePr>
          <p:xfrm>
            <a:off x="7305675" y="1262063"/>
            <a:ext cx="3433763" cy="677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67" name="Equation" r:id="rId5" imgW="1473120" imgH="291960" progId="Equation.DSMT4">
                    <p:embed/>
                  </p:oleObj>
                </mc:Choice>
                <mc:Fallback>
                  <p:oleObj name="Equation" r:id="rId5" imgW="1473120" imgH="291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305675" y="1262063"/>
                          <a:ext cx="3433763" cy="6778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文本框 11"/>
          <p:cNvSpPr txBox="1"/>
          <p:nvPr/>
        </p:nvSpPr>
        <p:spPr>
          <a:xfrm>
            <a:off x="548765" y="2166775"/>
            <a:ext cx="8868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则称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的和，求和的运算称为加法，记作：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B.</a:t>
            </a:r>
            <a:endParaRPr lang="zh-CN" altLang="en-US" sz="2400" i="1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48765" y="3373225"/>
            <a:ext cx="3060878" cy="571474"/>
            <a:chOff x="7069540" y="1350501"/>
            <a:chExt cx="3060878" cy="5714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" name="圆角矩形 15"/>
            <p:cNvSpPr/>
            <p:nvPr/>
          </p:nvSpPr>
          <p:spPr>
            <a:xfrm>
              <a:off x="7069540" y="1350501"/>
              <a:ext cx="2470245" cy="571474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7196149" y="1405405"/>
              <a:ext cx="2934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加法的运算律：</a:t>
              </a:r>
            </a:p>
          </p:txBody>
        </p:sp>
      </p:grp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0508162"/>
              </p:ext>
            </p:extLst>
          </p:nvPr>
        </p:nvGraphicFramePr>
        <p:xfrm>
          <a:off x="548765" y="4213141"/>
          <a:ext cx="245745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68" name="Equation" r:id="rId7" imgW="1054080" imgH="203040" progId="Equation.DSMT4">
                  <p:embed/>
                </p:oleObj>
              </mc:Choice>
              <mc:Fallback>
                <p:oleObj name="Equation" r:id="rId7" imgW="1054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8765" y="4213141"/>
                        <a:ext cx="2457450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/>
          </p:nvPr>
        </p:nvGraphicFramePr>
        <p:xfrm>
          <a:off x="463550" y="4964113"/>
          <a:ext cx="42926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69" name="Equation" r:id="rId9" imgW="1841400" imgH="253800" progId="Equation.DSMT4">
                  <p:embed/>
                </p:oleObj>
              </mc:Choice>
              <mc:Fallback>
                <p:oleObj name="Equation" r:id="rId9" imgW="18414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3550" y="4964113"/>
                        <a:ext cx="4292600" cy="59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/>
          <p:cNvGrpSpPr/>
          <p:nvPr/>
        </p:nvGrpSpPr>
        <p:grpSpPr>
          <a:xfrm>
            <a:off x="4984566" y="4222963"/>
            <a:ext cx="4862697" cy="471487"/>
            <a:chOff x="287259" y="4913194"/>
            <a:chExt cx="4862697" cy="471487"/>
          </a:xfrm>
        </p:grpSpPr>
        <p:sp>
          <p:nvSpPr>
            <p:cNvPr id="20" name="文本框 19"/>
            <p:cNvSpPr txBox="1"/>
            <p:nvPr/>
          </p:nvSpPr>
          <p:spPr>
            <a:xfrm>
              <a:off x="675374" y="4913194"/>
              <a:ext cx="43074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任意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，存在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O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，使得</a:t>
              </a:r>
            </a:p>
          </p:txBody>
        </p:sp>
        <p:graphicFrame>
          <p:nvGraphicFramePr>
            <p:cNvPr id="21" name="对象 20"/>
            <p:cNvGraphicFramePr>
              <a:graphicFrameLocks noChangeAspect="1"/>
            </p:cNvGraphicFramePr>
            <p:nvPr>
              <p:extLst/>
            </p:nvPr>
          </p:nvGraphicFramePr>
          <p:xfrm>
            <a:off x="3579918" y="4938381"/>
            <a:ext cx="1570038" cy="412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70" name="Equation" r:id="rId11" imgW="672840" imgH="177480" progId="Equation.DSMT4">
                    <p:embed/>
                  </p:oleObj>
                </mc:Choice>
                <mc:Fallback>
                  <p:oleObj name="Equation" r:id="rId11" imgW="67284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579918" y="4938381"/>
                          <a:ext cx="1570038" cy="4127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/>
            <p:cNvGraphicFramePr>
              <a:graphicFrameLocks noChangeAspect="1"/>
            </p:cNvGraphicFramePr>
            <p:nvPr>
              <p:extLst/>
            </p:nvPr>
          </p:nvGraphicFramePr>
          <p:xfrm>
            <a:off x="287259" y="4913194"/>
            <a:ext cx="503238" cy="471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71" name="Equation" r:id="rId13" imgW="215640" imgH="203040" progId="Equation.DSMT4">
                    <p:embed/>
                  </p:oleObj>
                </mc:Choice>
                <mc:Fallback>
                  <p:oleObj name="Equation" r:id="rId13" imgW="2156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87259" y="4913194"/>
                          <a:ext cx="503238" cy="4714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/>
          <p:cNvGrpSpPr/>
          <p:nvPr/>
        </p:nvGrpSpPr>
        <p:grpSpPr>
          <a:xfrm>
            <a:off x="4970942" y="4994275"/>
            <a:ext cx="6903558" cy="560388"/>
            <a:chOff x="4970942" y="4994275"/>
            <a:chExt cx="6903558" cy="560388"/>
          </a:xfrm>
        </p:grpSpPr>
        <p:grpSp>
          <p:nvGrpSpPr>
            <p:cNvPr id="24" name="组合 23"/>
            <p:cNvGrpSpPr/>
            <p:nvPr/>
          </p:nvGrpSpPr>
          <p:grpSpPr>
            <a:xfrm>
              <a:off x="4970942" y="5009777"/>
              <a:ext cx="6903558" cy="500436"/>
              <a:chOff x="273635" y="4912905"/>
              <a:chExt cx="6903558" cy="500436"/>
            </a:xfrm>
          </p:grpSpPr>
          <p:sp>
            <p:nvSpPr>
              <p:cNvPr id="25" name="文本框 24"/>
              <p:cNvSpPr txBox="1"/>
              <p:nvPr/>
            </p:nvSpPr>
            <p:spPr>
              <a:xfrm>
                <a:off x="675374" y="4913194"/>
                <a:ext cx="46174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任意</a:t>
                </a:r>
                <a:r>
                  <a:rPr lang="en-US" altLang="zh-CN" sz="2400" i="1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，存在               ，     使得</a:t>
                </a:r>
              </a:p>
            </p:txBody>
          </p:sp>
          <p:graphicFrame>
            <p:nvGraphicFramePr>
              <p:cNvPr id="26" name="对象 25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165831" y="4941853"/>
              <a:ext cx="2011362" cy="4714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572" name="Equation" r:id="rId15" imgW="863280" imgH="203040" progId="Equation.DSMT4">
                      <p:embed/>
                    </p:oleObj>
                  </mc:Choice>
                  <mc:Fallback>
                    <p:oleObj name="Equation" r:id="rId15" imgW="863280" imgH="2030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5165831" y="4941853"/>
                            <a:ext cx="2011362" cy="47148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对象 26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73635" y="4912905"/>
              <a:ext cx="531813" cy="4714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573" name="Equation" r:id="rId17" imgW="228600" imgH="203040" progId="Equation.DSMT4">
                      <p:embed/>
                    </p:oleObj>
                  </mc:Choice>
                  <mc:Fallback>
                    <p:oleObj name="Equation" r:id="rId17" imgW="228600" imgH="2030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273635" y="4912905"/>
                            <a:ext cx="531813" cy="47148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8" name="对象 27"/>
            <p:cNvGraphicFramePr>
              <a:graphicFrameLocks noChangeAspect="1"/>
            </p:cNvGraphicFramePr>
            <p:nvPr>
              <p:extLst/>
            </p:nvPr>
          </p:nvGraphicFramePr>
          <p:xfrm>
            <a:off x="7221395" y="4994275"/>
            <a:ext cx="2071688" cy="560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74" name="Equation" r:id="rId19" imgW="888840" imgH="241200" progId="Equation.DSMT4">
                    <p:embed/>
                  </p:oleObj>
                </mc:Choice>
                <mc:Fallback>
                  <p:oleObj name="Equation" r:id="rId19" imgW="88884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7221395" y="4994275"/>
                          <a:ext cx="2071688" cy="5603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/>
          <p:cNvGrpSpPr/>
          <p:nvPr/>
        </p:nvGrpSpPr>
        <p:grpSpPr>
          <a:xfrm>
            <a:off x="561986" y="2599720"/>
            <a:ext cx="5407889" cy="571474"/>
            <a:chOff x="7069539" y="1350501"/>
            <a:chExt cx="5407889" cy="5714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1" name="圆角矩形 30"/>
            <p:cNvSpPr/>
            <p:nvPr/>
          </p:nvSpPr>
          <p:spPr>
            <a:xfrm>
              <a:off x="7069539" y="1350501"/>
              <a:ext cx="5407889" cy="571474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16"/>
            <p:cNvSpPr txBox="1"/>
            <p:nvPr/>
          </p:nvSpPr>
          <p:spPr>
            <a:xfrm>
              <a:off x="7167158" y="1460309"/>
              <a:ext cx="53102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矩阵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加法：同型矩阵，对应元素相加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3790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9540" y="436728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运算</a:t>
            </a:r>
            <a:endParaRPr lang="zh-CN" altLang="en-US" sz="2400" dirty="0" smtClean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48765" y="1291320"/>
            <a:ext cx="2603868" cy="580029"/>
            <a:chOff x="548765" y="1201915"/>
            <a:chExt cx="2603868" cy="5800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548765" y="1201915"/>
              <a:ext cx="1280036" cy="580029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23331" y="1261096"/>
              <a:ext cx="24293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 乘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423875" y="1323975"/>
            <a:ext cx="3516925" cy="677863"/>
            <a:chOff x="6661837" y="1322731"/>
            <a:chExt cx="3516925" cy="677863"/>
          </a:xfrm>
        </p:grpSpPr>
        <p:sp>
          <p:nvSpPr>
            <p:cNvPr id="10" name="文本框 9"/>
            <p:cNvSpPr txBox="1"/>
            <p:nvPr/>
          </p:nvSpPr>
          <p:spPr>
            <a:xfrm>
              <a:off x="6661837" y="1389637"/>
              <a:ext cx="5595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令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</a:t>
              </a:r>
            </a:p>
          </p:txBody>
        </p:sp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63771870"/>
                </p:ext>
              </p:extLst>
            </p:nvPr>
          </p:nvGraphicFramePr>
          <p:xfrm>
            <a:off x="7070437" y="1322731"/>
            <a:ext cx="3108325" cy="677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439" name="Equation" r:id="rId3" imgW="1333440" imgH="291960" progId="Equation.DSMT4">
                    <p:embed/>
                  </p:oleObj>
                </mc:Choice>
                <mc:Fallback>
                  <p:oleObj name="Equation" r:id="rId3" imgW="1333440" imgH="291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070437" y="1322731"/>
                          <a:ext cx="3108325" cy="6778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文本框 11"/>
          <p:cNvSpPr txBox="1"/>
          <p:nvPr/>
        </p:nvSpPr>
        <p:spPr>
          <a:xfrm>
            <a:off x="548765" y="2303410"/>
            <a:ext cx="8868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则称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的数乘积，记作：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kA.</a:t>
            </a:r>
            <a:endParaRPr lang="zh-CN" altLang="en-US" sz="2400" i="1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48765" y="3263417"/>
            <a:ext cx="3060878" cy="571474"/>
            <a:chOff x="7069540" y="1350501"/>
            <a:chExt cx="3060878" cy="5714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" name="圆角矩形 15"/>
            <p:cNvSpPr/>
            <p:nvPr/>
          </p:nvSpPr>
          <p:spPr>
            <a:xfrm>
              <a:off x="7069540" y="1350501"/>
              <a:ext cx="2470245" cy="571474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7196149" y="1405405"/>
              <a:ext cx="2934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数乘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的运算律：</a:t>
              </a:r>
            </a:p>
          </p:txBody>
        </p:sp>
      </p:grp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950621"/>
              </p:ext>
            </p:extLst>
          </p:nvPr>
        </p:nvGraphicFramePr>
        <p:xfrm>
          <a:off x="981075" y="4176713"/>
          <a:ext cx="1481138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40" name="Equation" r:id="rId5" imgW="634680" imgH="203040" progId="Equation.DSMT4">
                  <p:embed/>
                </p:oleObj>
              </mc:Choice>
              <mc:Fallback>
                <p:oleObj name="Equation" r:id="rId5" imgW="634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1075" y="4176713"/>
                        <a:ext cx="1481138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2470980"/>
              </p:ext>
            </p:extLst>
          </p:nvPr>
        </p:nvGraphicFramePr>
        <p:xfrm>
          <a:off x="981075" y="4856189"/>
          <a:ext cx="2665413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41" name="Equation" r:id="rId7" imgW="1143000" imgH="253800" progId="Equation.DSMT4">
                  <p:embed/>
                </p:oleObj>
              </mc:Choice>
              <mc:Fallback>
                <p:oleObj name="Equation" r:id="rId7" imgW="11430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81075" y="4856189"/>
                        <a:ext cx="2665413" cy="59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2210938" y="1308047"/>
            <a:ext cx="3322933" cy="679450"/>
            <a:chOff x="2210938" y="1308047"/>
            <a:chExt cx="3322933" cy="679450"/>
          </a:xfrm>
        </p:grpSpPr>
        <p:grpSp>
          <p:nvGrpSpPr>
            <p:cNvPr id="13" name="组合 12"/>
            <p:cNvGrpSpPr/>
            <p:nvPr/>
          </p:nvGrpSpPr>
          <p:grpSpPr>
            <a:xfrm>
              <a:off x="2210938" y="1308047"/>
              <a:ext cx="2331361" cy="679450"/>
              <a:chOff x="2210938" y="1308047"/>
              <a:chExt cx="2331361" cy="679450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2210938" y="1390815"/>
                <a:ext cx="5595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       </a:t>
                </a:r>
              </a:p>
            </p:txBody>
          </p:sp>
          <p:graphicFrame>
            <p:nvGraphicFramePr>
              <p:cNvPr id="9" name="对象 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92281426"/>
                  </p:ext>
                </p:extLst>
              </p:nvPr>
            </p:nvGraphicFramePr>
            <p:xfrm>
              <a:off x="2676987" y="1308047"/>
              <a:ext cx="1865312" cy="6794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442" name="Equation" r:id="rId9" imgW="799920" imgH="291960" progId="Equation.DSMT4">
                      <p:embed/>
                    </p:oleObj>
                  </mc:Choice>
                  <mc:Fallback>
                    <p:oleObj name="Equation" r:id="rId9" imgW="799920" imgH="29196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2676987" y="1308047"/>
                            <a:ext cx="1865312" cy="6794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" name="文本框 1"/>
            <p:cNvSpPr txBox="1"/>
            <p:nvPr/>
          </p:nvSpPr>
          <p:spPr>
            <a:xfrm>
              <a:off x="4542298" y="1389637"/>
              <a:ext cx="991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k,</a:t>
              </a:r>
              <a:endParaRPr lang="zh-CN" altLang="en-US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7560293"/>
              </p:ext>
            </p:extLst>
          </p:nvPr>
        </p:nvGraphicFramePr>
        <p:xfrm>
          <a:off x="5533871" y="4096293"/>
          <a:ext cx="3109913" cy="555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43" name="Equation" r:id="rId11" imgW="1333440" imgH="253800" progId="Equation.DSMT4">
                  <p:embed/>
                </p:oleObj>
              </mc:Choice>
              <mc:Fallback>
                <p:oleObj name="Equation" r:id="rId11" imgW="13334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33871" y="4096293"/>
                        <a:ext cx="3109913" cy="5556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/>
          <p:cNvSpPr txBox="1"/>
          <p:nvPr/>
        </p:nvSpPr>
        <p:spPr>
          <a:xfrm>
            <a:off x="3152633" y="3456964"/>
            <a:ext cx="3411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A,B </a:t>
            </a:r>
            <a:r>
              <a:rPr lang="zh-CN" altLang="en-US" sz="2000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为矩阵，</a:t>
            </a:r>
            <a:r>
              <a:rPr lang="en-US" altLang="zh-CN" sz="2000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i="1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k, l </a:t>
            </a:r>
            <a:r>
              <a:rPr lang="zh-CN" altLang="en-US" sz="2000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为数</a:t>
            </a:r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099578"/>
              </p:ext>
            </p:extLst>
          </p:nvPr>
        </p:nvGraphicFramePr>
        <p:xfrm>
          <a:off x="5533871" y="4891114"/>
          <a:ext cx="3316287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44" name="Equation" r:id="rId13" imgW="1422360" imgH="253800" progId="Equation.DSMT4">
                  <p:embed/>
                </p:oleObj>
              </mc:Choice>
              <mc:Fallback>
                <p:oleObj name="Equation" r:id="rId13" imgW="14223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533871" y="4891114"/>
                        <a:ext cx="3316287" cy="55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9523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814918" y="1393825"/>
            <a:ext cx="1027218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200000"/>
              </a:lnSpc>
            </a:pPr>
            <a:r>
              <a:rPr lang="zh-CN" altLang="en-US" sz="2400" dirty="0" smtClean="0">
                <a:solidFill>
                  <a:schemeClr val="accent2"/>
                </a:solidFill>
              </a:rPr>
              <a:t>例</a:t>
            </a:r>
            <a:r>
              <a:rPr lang="en-US" altLang="zh-CN" sz="2400" dirty="0" smtClean="0">
                <a:solidFill>
                  <a:schemeClr val="accent2"/>
                </a:solidFill>
              </a:rPr>
              <a:t>1    </a:t>
            </a:r>
            <a:r>
              <a:rPr lang="zh-CN" altLang="en-US" sz="2400" dirty="0" smtClean="0">
                <a:solidFill>
                  <a:schemeClr val="accent2"/>
                </a:solidFill>
              </a:rPr>
              <a:t>                                                            </a:t>
            </a:r>
            <a:r>
              <a:rPr lang="zh-CN" altLang="en-US" sz="2400" dirty="0" smtClean="0"/>
              <a:t>，</a:t>
            </a:r>
            <a:r>
              <a:rPr lang="zh-CN" altLang="en-US" sz="2400" dirty="0"/>
              <a:t>求</a:t>
            </a:r>
          </a:p>
        </p:txBody>
      </p:sp>
      <p:graphicFrame>
        <p:nvGraphicFramePr>
          <p:cNvPr id="1843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4438041"/>
              </p:ext>
            </p:extLst>
          </p:nvPr>
        </p:nvGraphicFramePr>
        <p:xfrm>
          <a:off x="1823472" y="1393825"/>
          <a:ext cx="6322483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90" name="Equation" r:id="rId3" imgW="2247900" imgH="457200" progId="Equation.DSMT4">
                  <p:embed/>
                </p:oleObj>
              </mc:Choice>
              <mc:Fallback>
                <p:oleObj name="Equation" r:id="rId3" imgW="22479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3472" y="1393825"/>
                        <a:ext cx="6322483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Text Box 13"/>
          <p:cNvSpPr txBox="1">
            <a:spLocks noChangeArrowheads="1"/>
          </p:cNvSpPr>
          <p:nvPr/>
        </p:nvSpPr>
        <p:spPr bwMode="auto">
          <a:xfrm>
            <a:off x="1234017" y="3035301"/>
            <a:ext cx="863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/>
              <a:t>解：</a:t>
            </a:r>
          </a:p>
        </p:txBody>
      </p:sp>
      <p:graphicFrame>
        <p:nvGraphicFramePr>
          <p:cNvPr id="18437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744341"/>
              </p:ext>
            </p:extLst>
          </p:nvPr>
        </p:nvGraphicFramePr>
        <p:xfrm>
          <a:off x="8784299" y="1701582"/>
          <a:ext cx="128693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91" name="Equation" r:id="rId5" imgW="457002" imgH="177723" progId="Equation.DSMT4">
                  <p:embed/>
                </p:oleObj>
              </mc:Choice>
              <mc:Fallback>
                <p:oleObj name="Equation" r:id="rId5" imgW="457002" imgH="17772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84299" y="1701582"/>
                        <a:ext cx="1286933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481667" y="3500439"/>
          <a:ext cx="8358717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92" name="Equation" r:id="rId7" imgW="2921000" imgH="457200" progId="Equation.DSMT4">
                  <p:embed/>
                </p:oleObj>
              </mc:Choice>
              <mc:Fallback>
                <p:oleObj name="Equation" r:id="rId7" imgW="2921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1667" y="3500439"/>
                        <a:ext cx="8358717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734734" y="4797425"/>
          <a:ext cx="7344833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93" name="Equation" r:id="rId9" imgW="2565400" imgH="457200" progId="Equation.DSMT4">
                  <p:embed/>
                </p:oleObj>
              </mc:Choice>
              <mc:Fallback>
                <p:oleObj name="Equation" r:id="rId9" imgW="2565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4734" y="4797425"/>
                        <a:ext cx="7344833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线形标注 1(带边框和强调线) 4"/>
          <p:cNvSpPr/>
          <p:nvPr/>
        </p:nvSpPr>
        <p:spPr>
          <a:xfrm rot="5400000">
            <a:off x="9312547" y="1820632"/>
            <a:ext cx="1008112" cy="2064608"/>
          </a:xfrm>
          <a:prstGeom prst="accentBorderCallout1">
            <a:avLst>
              <a:gd name="adj1" fmla="val 18750"/>
              <a:gd name="adj2" fmla="val -8333"/>
              <a:gd name="adj3" fmla="val 45725"/>
              <a:gd name="adj4" fmla="val -26524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>
              <a:defRPr/>
            </a:pPr>
            <a:r>
              <a:rPr lang="zh-CN" altLang="en-US" sz="2000" dirty="0"/>
              <a:t>加法与数乘运算合称为</a:t>
            </a:r>
            <a:r>
              <a:rPr lang="zh-CN" altLang="en-US" sz="2000" dirty="0">
                <a:solidFill>
                  <a:srgbClr val="FF0000"/>
                </a:solidFill>
              </a:rPr>
              <a:t>线性运算</a:t>
            </a:r>
          </a:p>
        </p:txBody>
      </p:sp>
    </p:spTree>
    <p:extLst>
      <p:ext uri="{BB962C8B-B14F-4D97-AF65-F5344CB8AC3E}">
        <p14:creationId xmlns:p14="http://schemas.microsoft.com/office/powerpoint/2010/main" val="2110080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9540" y="436728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运算</a:t>
            </a:r>
            <a:endParaRPr lang="zh-CN" altLang="en-US" sz="2400" dirty="0" smtClean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48765" y="1291320"/>
            <a:ext cx="2603868" cy="580029"/>
            <a:chOff x="548765" y="1201915"/>
            <a:chExt cx="2603868" cy="5800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548765" y="1201915"/>
              <a:ext cx="1280036" cy="580029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23331" y="1261096"/>
              <a:ext cx="24293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乘 法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2003367" y="1241425"/>
            <a:ext cx="4125971" cy="679450"/>
            <a:chOff x="2210938" y="1291137"/>
            <a:chExt cx="4125971" cy="679450"/>
          </a:xfrm>
        </p:grpSpPr>
        <p:sp>
          <p:nvSpPr>
            <p:cNvPr id="24" name="文本框 23"/>
            <p:cNvSpPr txBox="1"/>
            <p:nvPr/>
          </p:nvSpPr>
          <p:spPr>
            <a:xfrm>
              <a:off x="2210938" y="1390815"/>
              <a:ext cx="5595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       </a:t>
              </a:r>
            </a:p>
          </p:txBody>
        </p:sp>
        <p:graphicFrame>
          <p:nvGraphicFramePr>
            <p:cNvPr id="25" name="对象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6388463"/>
                </p:ext>
              </p:extLst>
            </p:nvPr>
          </p:nvGraphicFramePr>
          <p:xfrm>
            <a:off x="2814246" y="1291137"/>
            <a:ext cx="3522663" cy="679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99" name="Equation" r:id="rId3" imgW="1511280" imgH="291960" progId="Equation.DSMT4">
                    <p:embed/>
                  </p:oleObj>
                </mc:Choice>
                <mc:Fallback>
                  <p:oleObj name="Equation" r:id="rId3" imgW="1511280" imgH="291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814246" y="1291137"/>
                          <a:ext cx="3522663" cy="679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/>
          <p:cNvGrpSpPr/>
          <p:nvPr/>
        </p:nvGrpSpPr>
        <p:grpSpPr>
          <a:xfrm>
            <a:off x="1782762" y="2814052"/>
            <a:ext cx="4467227" cy="2434122"/>
            <a:chOff x="1903413" y="2166938"/>
            <a:chExt cx="4467227" cy="2434122"/>
          </a:xfrm>
        </p:grpSpPr>
        <p:graphicFrame>
          <p:nvGraphicFramePr>
            <p:cNvPr id="26" name="对象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80105825"/>
                </p:ext>
              </p:extLst>
            </p:nvPr>
          </p:nvGraphicFramePr>
          <p:xfrm>
            <a:off x="1903413" y="2166938"/>
            <a:ext cx="3744912" cy="2432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00" name="Equation" r:id="rId5" imgW="1574640" imgH="1168200" progId="Equation.DSMT4">
                    <p:embed/>
                  </p:oleObj>
                </mc:Choice>
                <mc:Fallback>
                  <p:oleObj name="Equation" r:id="rId5" imgW="1574640" imgH="1168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03413" y="2166938"/>
                          <a:ext cx="3744912" cy="2432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5031518"/>
                </p:ext>
              </p:extLst>
            </p:nvPr>
          </p:nvGraphicFramePr>
          <p:xfrm>
            <a:off x="5572127" y="4275623"/>
            <a:ext cx="798513" cy="325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01" name="Equation" r:id="rId7" imgW="342720" imgH="139680" progId="Equation.DSMT4">
                    <p:embed/>
                  </p:oleObj>
                </mc:Choice>
                <mc:Fallback>
                  <p:oleObj name="Equation" r:id="rId7" imgW="3427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572127" y="4275623"/>
                          <a:ext cx="798513" cy="3254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/>
          <p:cNvGrpSpPr/>
          <p:nvPr/>
        </p:nvGrpSpPr>
        <p:grpSpPr>
          <a:xfrm>
            <a:off x="6417101" y="3163302"/>
            <a:ext cx="4734824" cy="2082800"/>
            <a:chOff x="6569764" y="2341563"/>
            <a:chExt cx="4734824" cy="2082800"/>
          </a:xfrm>
        </p:grpSpPr>
        <p:graphicFrame>
          <p:nvGraphicFramePr>
            <p:cNvPr id="27" name="对象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9362882"/>
                </p:ext>
              </p:extLst>
            </p:nvPr>
          </p:nvGraphicFramePr>
          <p:xfrm>
            <a:off x="6569764" y="2341563"/>
            <a:ext cx="4017963" cy="208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02" name="Equation" r:id="rId9" imgW="1587240" imgH="939600" progId="Equation.DSMT4">
                    <p:embed/>
                  </p:oleObj>
                </mc:Choice>
                <mc:Fallback>
                  <p:oleObj name="Equation" r:id="rId9" imgW="1587240" imgH="939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569764" y="2341563"/>
                          <a:ext cx="4017963" cy="208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47393"/>
                </p:ext>
              </p:extLst>
            </p:nvPr>
          </p:nvGraphicFramePr>
          <p:xfrm>
            <a:off x="10564813" y="4098926"/>
            <a:ext cx="739775" cy="325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03" name="Equation" r:id="rId11" imgW="317160" imgH="139680" progId="Equation.DSMT4">
                    <p:embed/>
                  </p:oleObj>
                </mc:Choice>
                <mc:Fallback>
                  <p:oleObj name="Equation" r:id="rId11" imgW="31716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564813" y="4098926"/>
                          <a:ext cx="739775" cy="3254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" name="组合 45"/>
          <p:cNvGrpSpPr/>
          <p:nvPr/>
        </p:nvGrpSpPr>
        <p:grpSpPr>
          <a:xfrm>
            <a:off x="6008687" y="4920664"/>
            <a:ext cx="4644765" cy="729883"/>
            <a:chOff x="6129338" y="4273550"/>
            <a:chExt cx="4644765" cy="729883"/>
          </a:xfrm>
        </p:grpSpPr>
        <p:sp>
          <p:nvSpPr>
            <p:cNvPr id="22" name="矩形 21"/>
            <p:cNvSpPr/>
            <p:nvPr/>
          </p:nvSpPr>
          <p:spPr>
            <a:xfrm>
              <a:off x="6129338" y="4273551"/>
              <a:ext cx="241302" cy="325437"/>
            </a:xfrm>
            <a:prstGeom prst="rect">
              <a:avLst/>
            </a:prstGeom>
            <a:noFill/>
            <a:ln w="38100"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10532801" y="4273550"/>
              <a:ext cx="241302" cy="325437"/>
            </a:xfrm>
            <a:prstGeom prst="rect">
              <a:avLst/>
            </a:prstGeom>
            <a:noFill/>
            <a:ln w="38100"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" name="直接箭头连接符 34"/>
            <p:cNvCxnSpPr/>
            <p:nvPr/>
          </p:nvCxnSpPr>
          <p:spPr>
            <a:xfrm flipV="1">
              <a:off x="6249989" y="4598987"/>
              <a:ext cx="0" cy="404446"/>
            </a:xfrm>
            <a:prstGeom prst="straightConnector1">
              <a:avLst/>
            </a:prstGeom>
            <a:ln w="38100">
              <a:solidFill>
                <a:srgbClr val="004F8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 flipV="1">
              <a:off x="10690210" y="4598987"/>
              <a:ext cx="0" cy="404446"/>
            </a:xfrm>
            <a:prstGeom prst="straightConnector1">
              <a:avLst/>
            </a:prstGeom>
            <a:ln w="38100">
              <a:solidFill>
                <a:srgbClr val="004F8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6249989" y="5003433"/>
              <a:ext cx="4440221" cy="0"/>
            </a:xfrm>
            <a:prstGeom prst="line">
              <a:avLst/>
            </a:prstGeom>
            <a:ln w="38100">
              <a:solidFill>
                <a:srgbClr val="004F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圆角矩形 43"/>
          <p:cNvSpPr/>
          <p:nvPr/>
        </p:nvSpPr>
        <p:spPr>
          <a:xfrm>
            <a:off x="2543349" y="3783892"/>
            <a:ext cx="2826971" cy="492369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圆角矩形 44"/>
          <p:cNvSpPr/>
          <p:nvPr/>
        </p:nvSpPr>
        <p:spPr>
          <a:xfrm>
            <a:off x="8426082" y="3163302"/>
            <a:ext cx="545123" cy="2082799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7" name="组合 46"/>
          <p:cNvGrpSpPr/>
          <p:nvPr/>
        </p:nvGrpSpPr>
        <p:grpSpPr>
          <a:xfrm>
            <a:off x="6173088" y="1300956"/>
            <a:ext cx="4763258" cy="560388"/>
            <a:chOff x="6661837" y="1332068"/>
            <a:chExt cx="4763258" cy="560388"/>
          </a:xfrm>
        </p:grpSpPr>
        <p:sp>
          <p:nvSpPr>
            <p:cNvPr id="48" name="文本框 47"/>
            <p:cNvSpPr txBox="1"/>
            <p:nvPr/>
          </p:nvSpPr>
          <p:spPr>
            <a:xfrm>
              <a:off x="6661837" y="1389637"/>
              <a:ext cx="5595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令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</a:t>
              </a:r>
            </a:p>
          </p:txBody>
        </p:sp>
        <p:graphicFrame>
          <p:nvGraphicFramePr>
            <p:cNvPr id="49" name="对象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6704374"/>
                </p:ext>
              </p:extLst>
            </p:nvPr>
          </p:nvGraphicFramePr>
          <p:xfrm>
            <a:off x="7221395" y="1332068"/>
            <a:ext cx="4203700" cy="560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04" name="Equation" r:id="rId13" imgW="1803240" imgH="241200" progId="Equation.DSMT4">
                    <p:embed/>
                  </p:oleObj>
                </mc:Choice>
                <mc:Fallback>
                  <p:oleObj name="Equation" r:id="rId13" imgW="180324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221395" y="1332068"/>
                          <a:ext cx="4203700" cy="5603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0" name="对象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7913626"/>
              </p:ext>
            </p:extLst>
          </p:nvPr>
        </p:nvGraphicFramePr>
        <p:xfrm>
          <a:off x="542635" y="2066021"/>
          <a:ext cx="183515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05" name="Equation" r:id="rId15" imgW="787320" imgH="291960" progId="Equation.DSMT4">
                  <p:embed/>
                </p:oleObj>
              </mc:Choice>
              <mc:Fallback>
                <p:oleObj name="Equation" r:id="rId15" imgW="78732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42635" y="2066021"/>
                        <a:ext cx="1835150" cy="679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文本框 51"/>
          <p:cNvSpPr txBox="1"/>
          <p:nvPr/>
        </p:nvSpPr>
        <p:spPr>
          <a:xfrm>
            <a:off x="2377785" y="2150164"/>
            <a:ext cx="4861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则称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的乘积，记作：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AB.</a:t>
            </a:r>
            <a:endParaRPr lang="zh-CN" altLang="en-US" sz="2400" i="1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5433250" y="4869161"/>
            <a:ext cx="5810229" cy="1481359"/>
            <a:chOff x="5433250" y="4869161"/>
            <a:chExt cx="5810229" cy="1481359"/>
          </a:xfrm>
        </p:grpSpPr>
        <p:sp>
          <p:nvSpPr>
            <p:cNvPr id="53" name="椭圆 52"/>
            <p:cNvSpPr/>
            <p:nvPr/>
          </p:nvSpPr>
          <p:spPr>
            <a:xfrm>
              <a:off x="5433250" y="4869161"/>
              <a:ext cx="399256" cy="428441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0844223" y="4869161"/>
              <a:ext cx="399256" cy="428441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5" name="组合 54"/>
            <p:cNvGrpSpPr/>
            <p:nvPr/>
          </p:nvGrpSpPr>
          <p:grpSpPr>
            <a:xfrm>
              <a:off x="5679831" y="5349106"/>
              <a:ext cx="5364020" cy="1001414"/>
              <a:chOff x="10277644" y="4053864"/>
              <a:chExt cx="4440221" cy="404446"/>
            </a:xfrm>
          </p:grpSpPr>
          <p:cxnSp>
            <p:nvCxnSpPr>
              <p:cNvPr id="58" name="直接箭头连接符 57"/>
              <p:cNvCxnSpPr/>
              <p:nvPr/>
            </p:nvCxnSpPr>
            <p:spPr>
              <a:xfrm flipV="1">
                <a:off x="10277644" y="4053864"/>
                <a:ext cx="0" cy="40444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箭头连接符 58"/>
              <p:cNvCxnSpPr/>
              <p:nvPr/>
            </p:nvCxnSpPr>
            <p:spPr>
              <a:xfrm flipV="1">
                <a:off x="14717865" y="4053864"/>
                <a:ext cx="0" cy="40444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>
                <a:off x="10277644" y="4458310"/>
                <a:ext cx="4440221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774038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4" grpId="0" animBg="1"/>
      <p:bldP spid="45" grpId="0" animBg="1"/>
      <p:bldP spid="5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Object 64"/>
          <p:cNvGraphicFramePr>
            <a:graphicFrameLocks noChangeAspect="1"/>
          </p:cNvGraphicFramePr>
          <p:nvPr/>
        </p:nvGraphicFramePr>
        <p:xfrm>
          <a:off x="6627284" y="4305301"/>
          <a:ext cx="237913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50" name="Equation" r:id="rId3" imgW="977900" imgH="457200" progId="Equation.DSMT4">
                  <p:embed/>
                </p:oleObj>
              </mc:Choice>
              <mc:Fallback>
                <p:oleObj name="Equation" r:id="rId3" imgW="9779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7284" y="4305301"/>
                        <a:ext cx="2379133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6631518" y="4305301"/>
          <a:ext cx="237913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51" name="Equation" r:id="rId5" imgW="977900" imgH="457200" progId="Equation.DSMT4">
                  <p:embed/>
                </p:oleObj>
              </mc:Choice>
              <mc:Fallback>
                <p:oleObj name="Equation" r:id="rId5" imgW="9779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1518" y="4305301"/>
                        <a:ext cx="2379133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6625167" y="4305301"/>
          <a:ext cx="237913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52" name="Equation" r:id="rId7" imgW="977900" imgH="457200" progId="Equation.DSMT4">
                  <p:embed/>
                </p:oleObj>
              </mc:Choice>
              <mc:Fallback>
                <p:oleObj name="Equation" r:id="rId7" imgW="9779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5167" y="4305301"/>
                        <a:ext cx="2379133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/>
          <p:cNvGraphicFramePr>
            <a:graphicFrameLocks noChangeAspect="1"/>
          </p:cNvGraphicFramePr>
          <p:nvPr/>
        </p:nvGraphicFramePr>
        <p:xfrm>
          <a:off x="6627284" y="4305301"/>
          <a:ext cx="237913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53" name="Equation" r:id="rId9" imgW="977900" imgH="457200" progId="Equation.DSMT4">
                  <p:embed/>
                </p:oleObj>
              </mc:Choice>
              <mc:Fallback>
                <p:oleObj name="Equation" r:id="rId9" imgW="9779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7284" y="4305301"/>
                        <a:ext cx="2379133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/>
        </p:nvGraphicFramePr>
        <p:xfrm>
          <a:off x="6614584" y="4310064"/>
          <a:ext cx="237913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54" name="Equation" r:id="rId11" imgW="977900" imgH="457200" progId="Equation.DSMT4">
                  <p:embed/>
                </p:oleObj>
              </mc:Choice>
              <mc:Fallback>
                <p:oleObj name="Equation" r:id="rId11" imgW="9779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4584" y="4310064"/>
                        <a:ext cx="2379133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圆角矩形 41"/>
          <p:cNvSpPr/>
          <p:nvPr/>
        </p:nvSpPr>
        <p:spPr>
          <a:xfrm>
            <a:off x="6112934" y="3933826"/>
            <a:ext cx="524933" cy="165576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40" name="圆角矩形 39"/>
          <p:cNvSpPr/>
          <p:nvPr/>
        </p:nvSpPr>
        <p:spPr>
          <a:xfrm>
            <a:off x="5537201" y="3933826"/>
            <a:ext cx="522817" cy="165576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2544234" y="4365626"/>
            <a:ext cx="2207684" cy="35877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969934" y="3933826"/>
            <a:ext cx="522817" cy="165576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1516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1517" name="Object 64"/>
          <p:cNvGraphicFramePr>
            <a:graphicFrameLocks noChangeAspect="1"/>
          </p:cNvGraphicFramePr>
          <p:nvPr/>
        </p:nvGraphicFramePr>
        <p:xfrm>
          <a:off x="2008718" y="1065213"/>
          <a:ext cx="5623983" cy="165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55" name="Equation" r:id="rId13" imgW="2311400" imgH="914400" progId="Equation.DSMT4">
                  <p:embed/>
                </p:oleObj>
              </mc:Choice>
              <mc:Fallback>
                <p:oleObj name="Equation" r:id="rId13" imgW="23114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8718" y="1065213"/>
                        <a:ext cx="5623983" cy="165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8" name="Text Box 2"/>
          <p:cNvSpPr txBox="1">
            <a:spLocks noChangeArrowheads="1"/>
          </p:cNvSpPr>
          <p:nvPr/>
        </p:nvSpPr>
        <p:spPr bwMode="auto">
          <a:xfrm>
            <a:off x="814918" y="1393826"/>
            <a:ext cx="1027218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200000"/>
              </a:lnSpc>
            </a:pPr>
            <a:r>
              <a:rPr lang="zh-CN" altLang="en-US" sz="2400" dirty="0" smtClean="0">
                <a:solidFill>
                  <a:schemeClr val="accent2"/>
                </a:solidFill>
              </a:rPr>
              <a:t>例</a:t>
            </a:r>
            <a:r>
              <a:rPr lang="en-US" altLang="zh-CN" sz="2400" dirty="0" smtClean="0">
                <a:solidFill>
                  <a:schemeClr val="accent2"/>
                </a:solidFill>
              </a:rPr>
              <a:t>2    </a:t>
            </a:r>
            <a:r>
              <a:rPr lang="zh-CN" altLang="en-US" sz="2400" dirty="0" smtClean="0">
                <a:solidFill>
                  <a:schemeClr val="accent2"/>
                </a:solidFill>
              </a:rPr>
              <a:t>                                                         </a:t>
            </a:r>
            <a:r>
              <a:rPr lang="zh-CN" altLang="en-US" sz="2400" dirty="0" smtClean="0"/>
              <a:t>，</a:t>
            </a:r>
            <a:r>
              <a:rPr lang="zh-CN" altLang="en-US" sz="2400" dirty="0"/>
              <a:t>求</a:t>
            </a:r>
          </a:p>
        </p:txBody>
      </p:sp>
      <p:graphicFrame>
        <p:nvGraphicFramePr>
          <p:cNvPr id="21519" name="Object 64"/>
          <p:cNvGraphicFramePr>
            <a:graphicFrameLocks noChangeAspect="1"/>
          </p:cNvGraphicFramePr>
          <p:nvPr/>
        </p:nvGraphicFramePr>
        <p:xfrm>
          <a:off x="8612718" y="1717675"/>
          <a:ext cx="1206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56" name="Equation" r:id="rId15" imgW="494870" imgH="203024" progId="Equation.DSMT4">
                  <p:embed/>
                </p:oleObj>
              </mc:Choice>
              <mc:Fallback>
                <p:oleObj name="Equation" r:id="rId15" imgW="494870" imgH="2030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2718" y="1717675"/>
                        <a:ext cx="12065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84" name="组合 16383"/>
          <p:cNvGrpSpPr>
            <a:grpSpLocks/>
          </p:cNvGrpSpPr>
          <p:nvPr/>
        </p:nvGrpSpPr>
        <p:grpSpPr bwMode="auto">
          <a:xfrm>
            <a:off x="1102784" y="3143251"/>
            <a:ext cx="5272616" cy="461963"/>
            <a:chOff x="827584" y="3143720"/>
            <a:chExt cx="3953687" cy="461665"/>
          </a:xfrm>
        </p:grpSpPr>
        <p:sp>
          <p:nvSpPr>
            <p:cNvPr id="21538" name="TextBox 1"/>
            <p:cNvSpPr txBox="1">
              <a:spLocks noChangeArrowheads="1"/>
            </p:cNvSpPr>
            <p:nvPr/>
          </p:nvSpPr>
          <p:spPr bwMode="auto">
            <a:xfrm>
              <a:off x="827584" y="3143720"/>
              <a:ext cx="395368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lang="zh-CN" altLang="en-US" sz="2400" dirty="0"/>
                <a:t>解：        </a:t>
              </a:r>
              <a:r>
                <a:rPr lang="zh-CN" altLang="en-US" sz="2400" dirty="0" smtClean="0"/>
                <a:t>        ，</a:t>
              </a:r>
              <a:r>
                <a:rPr lang="zh-CN" altLang="en-US" sz="2400" dirty="0"/>
                <a:t>所以</a:t>
              </a:r>
              <a:r>
                <a:rPr lang="en-US" altLang="zh-CN" sz="2400" dirty="0"/>
                <a:t>    </a:t>
              </a:r>
              <a:r>
                <a:rPr lang="en-US" altLang="zh-CN" sz="2400" dirty="0" smtClean="0"/>
                <a:t> </a:t>
              </a:r>
              <a:r>
                <a:rPr lang="zh-CN" altLang="en-US" sz="2400" dirty="0" smtClean="0"/>
                <a:t>有</a:t>
              </a:r>
              <a:r>
                <a:rPr lang="zh-CN" altLang="en-US" sz="2400" dirty="0"/>
                <a:t>意义</a:t>
              </a:r>
            </a:p>
          </p:txBody>
        </p:sp>
        <p:graphicFrame>
          <p:nvGraphicFramePr>
            <p:cNvPr id="21539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5886856"/>
                </p:ext>
              </p:extLst>
            </p:nvPr>
          </p:nvGraphicFramePr>
          <p:xfrm>
            <a:off x="1408839" y="3180083"/>
            <a:ext cx="925512" cy="414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57" name="Equation" r:id="rId17" imgW="508000" imgH="228600" progId="Equation.DSMT4">
                    <p:embed/>
                  </p:oleObj>
                </mc:Choice>
                <mc:Fallback>
                  <p:oleObj name="Equation" r:id="rId17" imgW="5080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8839" y="3180083"/>
                          <a:ext cx="925512" cy="414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0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7777177"/>
                </p:ext>
              </p:extLst>
            </p:nvPr>
          </p:nvGraphicFramePr>
          <p:xfrm>
            <a:off x="3288928" y="3224533"/>
            <a:ext cx="465137" cy="300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58" name="Equation" r:id="rId19" imgW="253780" imgH="164957" progId="Equation.DSMT4">
                    <p:embed/>
                  </p:oleObj>
                </mc:Choice>
                <mc:Fallback>
                  <p:oleObj name="Equation" r:id="rId19" imgW="253780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8928" y="3224533"/>
                          <a:ext cx="465137" cy="3000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451100" y="5805488"/>
          <a:ext cx="4785784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59" name="Equation" r:id="rId21" imgW="1841500" imgH="254000" progId="Equation.DSMT4">
                  <p:embed/>
                </p:oleObj>
              </mc:Choice>
              <mc:Fallback>
                <p:oleObj name="Equation" r:id="rId21" imgW="18415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5805488"/>
                        <a:ext cx="4785784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2679700" y="4365626"/>
          <a:ext cx="230717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80" name="Equation" r:id="rId23" imgW="88707" imgH="164742" progId="Equation.DSMT4">
                  <p:embed/>
                </p:oleObj>
              </mc:Choice>
              <mc:Fallback>
                <p:oleObj name="Equation" r:id="rId23" imgW="88707" imgH="16474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9700" y="4365626"/>
                        <a:ext cx="230717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5067300" y="3954464"/>
          <a:ext cx="33020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81" name="Equation" r:id="rId25" imgW="126780" imgH="164814" progId="Equation.DSMT4">
                  <p:embed/>
                </p:oleObj>
              </mc:Choice>
              <mc:Fallback>
                <p:oleObj name="Equation" r:id="rId25" imgW="126780" imgH="1648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7300" y="3954464"/>
                        <a:ext cx="330200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3172884" y="4365626"/>
          <a:ext cx="3302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82" name="Equation" r:id="rId27" imgW="126725" imgH="177415" progId="Equation.DSMT4">
                  <p:embed/>
                </p:oleObj>
              </mc:Choice>
              <mc:Fallback>
                <p:oleObj name="Equation" r:id="rId27" imgW="126725" imgH="17741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2884" y="4365626"/>
                        <a:ext cx="33020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969933" y="4365626"/>
          <a:ext cx="493184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83" name="Equation" r:id="rId29" imgW="190335" imgH="164957" progId="Equation.DSMT4">
                  <p:embed/>
                </p:oleObj>
              </mc:Choice>
              <mc:Fallback>
                <p:oleObj name="Equation" r:id="rId29" imgW="190335" imgH="1649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9933" y="4365626"/>
                        <a:ext cx="493184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3695700" y="4365626"/>
          <a:ext cx="296333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84" name="Equation" r:id="rId31" imgW="114102" imgH="177492" progId="Equation.DSMT4">
                  <p:embed/>
                </p:oleObj>
              </mc:Choice>
              <mc:Fallback>
                <p:oleObj name="Equation" r:id="rId31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5700" y="4365626"/>
                        <a:ext cx="296333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5073651" y="4773614"/>
          <a:ext cx="33020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85" name="Equation" r:id="rId33" imgW="126780" imgH="164814" progId="Equation.DSMT4">
                  <p:embed/>
                </p:oleObj>
              </mc:Choice>
              <mc:Fallback>
                <p:oleObj name="Equation" r:id="rId33" imgW="126780" imgH="1648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3651" y="4773614"/>
                        <a:ext cx="330200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4188885" y="4365626"/>
          <a:ext cx="49530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86" name="Equation" r:id="rId35" imgW="190335" imgH="164957" progId="Equation.DSMT4">
                  <p:embed/>
                </p:oleObj>
              </mc:Choice>
              <mc:Fallback>
                <p:oleObj name="Equation" r:id="rId35" imgW="190335" imgH="1649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8885" y="4365626"/>
                        <a:ext cx="495300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5115985" y="5241926"/>
          <a:ext cx="230716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87" name="Equation" r:id="rId37" imgW="88707" imgH="164742" progId="Equation.DSMT4">
                  <p:embed/>
                </p:oleObj>
              </mc:Choice>
              <mc:Fallback>
                <p:oleObj name="Equation" r:id="rId37" imgW="88707" imgH="16474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5985" y="5241926"/>
                        <a:ext cx="230716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7344834" y="5843589"/>
          <a:ext cx="626533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88" name="Equation" r:id="rId39" imgW="241091" imgH="177646" progId="Equation.DSMT4">
                  <p:embed/>
                </p:oleObj>
              </mc:Choice>
              <mc:Fallback>
                <p:oleObj name="Equation" r:id="rId39" imgW="241091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4834" y="5843589"/>
                        <a:ext cx="626533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7649633" y="5846764"/>
          <a:ext cx="298451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89" name="Equation" r:id="rId41" imgW="114102" imgH="177492" progId="Equation.DSMT4">
                  <p:embed/>
                </p:oleObj>
              </mc:Choice>
              <mc:Fallback>
                <p:oleObj name="Equation" r:id="rId41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9633" y="5846764"/>
                        <a:ext cx="298451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圆角矩形 43"/>
          <p:cNvSpPr/>
          <p:nvPr/>
        </p:nvSpPr>
        <p:spPr>
          <a:xfrm>
            <a:off x="2544234" y="4760913"/>
            <a:ext cx="2207684" cy="36036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21" name="Object 64"/>
          <p:cNvGraphicFramePr>
            <a:graphicFrameLocks noChangeAspect="1"/>
          </p:cNvGraphicFramePr>
          <p:nvPr/>
        </p:nvGraphicFramePr>
        <p:xfrm>
          <a:off x="1583267" y="3933825"/>
          <a:ext cx="5128684" cy="165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0" name="Equation" r:id="rId43" imgW="2108200" imgH="914400" progId="Equation.DSMT4">
                  <p:embed/>
                </p:oleObj>
              </mc:Choice>
              <mc:Fallback>
                <p:oleObj name="Equation" r:id="rId43" imgW="21082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3267" y="3933825"/>
                        <a:ext cx="5128684" cy="165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" name="组合 46"/>
          <p:cNvGrpSpPr>
            <a:grpSpLocks/>
          </p:cNvGrpSpPr>
          <p:nvPr/>
        </p:nvGrpSpPr>
        <p:grpSpPr bwMode="auto">
          <a:xfrm>
            <a:off x="6644217" y="3143251"/>
            <a:ext cx="5272616" cy="474663"/>
            <a:chOff x="827584" y="3143720"/>
            <a:chExt cx="3953687" cy="474365"/>
          </a:xfrm>
        </p:grpSpPr>
        <p:sp>
          <p:nvSpPr>
            <p:cNvPr id="21536" name="TextBox 47"/>
            <p:cNvSpPr txBox="1">
              <a:spLocks noChangeArrowheads="1"/>
            </p:cNvSpPr>
            <p:nvPr/>
          </p:nvSpPr>
          <p:spPr bwMode="auto">
            <a:xfrm>
              <a:off x="827584" y="3143720"/>
              <a:ext cx="395368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lang="zh-CN" altLang="en-US" sz="2400" dirty="0" smtClean="0"/>
                <a:t>  而            没有</a:t>
              </a:r>
              <a:r>
                <a:rPr lang="zh-CN" altLang="en-US" sz="2400" dirty="0"/>
                <a:t>意义</a:t>
              </a:r>
            </a:p>
          </p:txBody>
        </p:sp>
        <p:graphicFrame>
          <p:nvGraphicFramePr>
            <p:cNvPr id="21537" name="Object 64"/>
            <p:cNvGraphicFramePr>
              <a:graphicFrameLocks noChangeAspect="1"/>
            </p:cNvGraphicFramePr>
            <p:nvPr/>
          </p:nvGraphicFramePr>
          <p:xfrm>
            <a:off x="1302833" y="3203747"/>
            <a:ext cx="925512" cy="414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891" name="Equation" r:id="rId45" imgW="508000" imgH="228600" progId="Equation.DSMT4">
                    <p:embed/>
                  </p:oleObj>
                </mc:Choice>
                <mc:Fallback>
                  <p:oleObj name="Equation" r:id="rId45" imgW="5080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2833" y="3203747"/>
                          <a:ext cx="925512" cy="414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9264651" y="5445126"/>
          <a:ext cx="2063749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2" name="Equation" r:id="rId47" imgW="596641" imgH="165028" progId="Equation.DSMT4">
                  <p:embed/>
                </p:oleObj>
              </mc:Choice>
              <mc:Fallback>
                <p:oleObj name="Equation" r:id="rId47" imgW="596641" imgH="16502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4651" y="5445126"/>
                        <a:ext cx="2063749" cy="4286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F200"/>
                          </a:gs>
                          <a:gs pos="45000">
                            <a:srgbClr val="FF7A00"/>
                          </a:gs>
                          <a:gs pos="70000">
                            <a:srgbClr val="FF0300"/>
                          </a:gs>
                          <a:gs pos="100000">
                            <a:srgbClr val="4D0808"/>
                          </a:gs>
                        </a:gsLst>
                        <a:lin ang="1350000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04414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12 -3.7037E-6 L -0.03924 0.06667 C -0.04879 0.08079 -0.054 0.10186 -0.054 0.12385 C -0.054 0.14861 -0.04879 0.16852 -0.03924 0.18264 L -0.01667 0.21783 " pathEditMode="relative" rAng="0" ptsTypes="FffFF">
                                      <p:cBhvr>
                                        <p:cTn id="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65" y="10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5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12 1.11022E-16 L -0.11389 0.10556 C -0.15139 0.14815 -0.15504 0.23819 -0.17639 0.27593 " pathEditMode="relative" rAng="0" ptsTypes="FfF">
                                      <p:cBhvr>
                                        <p:cTn id="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76" y="13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4" presetID="58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4.44444E-6 L 0.03994 0.06689 C 0.04896 0.08101 0.054 0.10208 0.054 0.12407 C 0.054 0.14907 0.04896 0.16898 0.03994 0.1831 L 0.02344 0.21782 " pathEditMode="relative" rAng="0" ptsTypes="FffFF">
                                      <p:cBhvr>
                                        <p:cTn id="4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91" y="10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0" presetID="58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3.7037E-6 L -0.00556 0.06968 C -0.00834 0.09561 -0.04167 0.14954 -0.04167 0.17153 C -0.06042 0.19723 -0.05122 0.19977 -0.07222 0.21598 " pathEditMode="relative" rAng="0" ptsTypes="FffF">
                                      <p:cBhvr>
                                        <p:cTn id="5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11" y="10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6" presetID="58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4.44444E-6 L 0.04444 0.05486 C 0.05347 0.06898 0.06666 0.10115 0.07361 0.12338 C 0.08437 0.14907 0.09722 0.19791 0.10555 0.21412 " pathEditMode="relative" rAng="0" ptsTypes="FffF">
                                      <p:cBhvr>
                                        <p:cTn id="5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78" y="106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62" presetID="58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44444E-6 L 0.03281 0.05649 C 0.03837 0.08426 0.04114 0.12385 0.03993 0.1419 L 0.03142 0.15649 " pathEditMode="relative" rAng="0" ptsTypes="FfFF">
                                      <p:cBhvr>
                                        <p:cTn id="6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9" y="78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8" presetID="58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3.7037E-6 L 0.05555 0.04931 C 0.06458 0.06343 0.1 0.09399 0.1 0.11598 C 0.11927 0.14074 0.14549 0.20255 0.1625 0.21783 " pathEditMode="relative" rAng="0" ptsTypes="FffF">
                                      <p:cBhvr>
                                        <p:cTn id="6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25" y="10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74" presetID="58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-1.48148E-6 L 0.0724 0.01412 C 0.08143 0.02824 0.1099 0.03634 0.12518 0.05857 C 0.14462 0.07338 0.14601 0.07338 0.15573 0.09005 " pathEditMode="relative" rAng="0" ptsTypes="FffF">
                                      <p:cBhvr>
                                        <p:cTn id="7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78" y="4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7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7037E-6 L 0.00625 -0.08496 C 0.00625 -0.1257 -0.00208 -0.14792 -0.00902 -0.16829 L -0.04236 -0.2294 " pathEditMode="relative" rAng="0" ptsTypes="FfFF">
                                      <p:cBhvr>
                                        <p:cTn id="9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06" y="-11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3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4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5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2" grpId="1" animBg="1"/>
      <p:bldP spid="42" grpId="2" animBg="1"/>
      <p:bldP spid="40" grpId="0" animBg="1"/>
      <p:bldP spid="40" grpId="1" animBg="1"/>
      <p:bldP spid="40" grpId="2" animBg="1"/>
      <p:bldP spid="40" grpId="3" animBg="1"/>
      <p:bldP spid="6" grpId="0" animBg="1"/>
      <p:bldP spid="6" grpId="1" animBg="1"/>
      <p:bldP spid="6" grpId="2" animBg="1"/>
      <p:bldP spid="6" grpId="3" animBg="1"/>
      <p:bldP spid="7" grpId="0" animBg="1"/>
      <p:bldP spid="7" grpId="1" animBg="1"/>
      <p:bldP spid="7" grpId="2" animBg="1"/>
      <p:bldP spid="7" grpId="3" animBg="1"/>
      <p:bldP spid="44" grpId="0" animBg="1"/>
      <p:bldP spid="44" grpId="1" animBg="1"/>
      <p:bldP spid="44" grpId="2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2532" name="Object 64"/>
          <p:cNvGraphicFramePr>
            <a:graphicFrameLocks noChangeAspect="1"/>
          </p:cNvGraphicFramePr>
          <p:nvPr/>
        </p:nvGraphicFramePr>
        <p:xfrm>
          <a:off x="1871133" y="906464"/>
          <a:ext cx="5099051" cy="187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58" name="Equation" r:id="rId3" imgW="1905000" imgH="939800" progId="Equation.DSMT4">
                  <p:embed/>
                </p:oleObj>
              </mc:Choice>
              <mc:Fallback>
                <p:oleObj name="Equation" r:id="rId3" imgW="1905000" imgH="93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133" y="906464"/>
                        <a:ext cx="5099051" cy="187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Text Box 2"/>
          <p:cNvSpPr txBox="1">
            <a:spLocks noChangeArrowheads="1"/>
          </p:cNvSpPr>
          <p:nvPr/>
        </p:nvSpPr>
        <p:spPr bwMode="auto">
          <a:xfrm>
            <a:off x="814918" y="1323976"/>
            <a:ext cx="1027218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200000"/>
              </a:lnSpc>
            </a:pPr>
            <a:r>
              <a:rPr lang="zh-CN" altLang="en-US" sz="2400" dirty="0" smtClean="0">
                <a:solidFill>
                  <a:schemeClr val="accent2"/>
                </a:solidFill>
              </a:rPr>
              <a:t>例</a:t>
            </a:r>
            <a:r>
              <a:rPr lang="en-US" altLang="zh-CN" sz="2400" dirty="0" smtClean="0">
                <a:solidFill>
                  <a:schemeClr val="accent2"/>
                </a:solidFill>
              </a:rPr>
              <a:t>3    </a:t>
            </a:r>
            <a:r>
              <a:rPr lang="zh-CN" altLang="en-US" sz="2400" dirty="0" smtClean="0">
                <a:solidFill>
                  <a:schemeClr val="accent2"/>
                </a:solidFill>
              </a:rPr>
              <a:t>                                                  </a:t>
            </a:r>
            <a:r>
              <a:rPr lang="zh-CN" altLang="en-US" sz="2400" dirty="0"/>
              <a:t>，求</a:t>
            </a:r>
          </a:p>
        </p:txBody>
      </p:sp>
      <p:graphicFrame>
        <p:nvGraphicFramePr>
          <p:cNvPr id="22534" name="Object 64"/>
          <p:cNvGraphicFramePr>
            <a:graphicFrameLocks noChangeAspect="1"/>
          </p:cNvGraphicFramePr>
          <p:nvPr/>
        </p:nvGraphicFramePr>
        <p:xfrm>
          <a:off x="7920567" y="1666875"/>
          <a:ext cx="1206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59" name="Equation" r:id="rId5" imgW="494870" imgH="203024" progId="Equation.DSMT4">
                  <p:embed/>
                </p:oleObj>
              </mc:Choice>
              <mc:Fallback>
                <p:oleObj name="Equation" r:id="rId5" imgW="494870" imgH="2030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0567" y="1666875"/>
                        <a:ext cx="12065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84" name="组合 16383"/>
          <p:cNvGrpSpPr>
            <a:grpSpLocks/>
          </p:cNvGrpSpPr>
          <p:nvPr/>
        </p:nvGrpSpPr>
        <p:grpSpPr bwMode="auto">
          <a:xfrm>
            <a:off x="1102784" y="2890838"/>
            <a:ext cx="5272616" cy="461962"/>
            <a:chOff x="827584" y="3143720"/>
            <a:chExt cx="3953687" cy="461665"/>
          </a:xfrm>
        </p:grpSpPr>
        <p:sp>
          <p:nvSpPr>
            <p:cNvPr id="22544" name="TextBox 1"/>
            <p:cNvSpPr txBox="1">
              <a:spLocks noChangeArrowheads="1"/>
            </p:cNvSpPr>
            <p:nvPr/>
          </p:nvSpPr>
          <p:spPr bwMode="auto">
            <a:xfrm>
              <a:off x="827584" y="3143720"/>
              <a:ext cx="395368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lang="zh-CN" altLang="en-US" sz="2400" dirty="0"/>
                <a:t>解</a:t>
              </a:r>
              <a:r>
                <a:rPr lang="zh-CN" altLang="en-US" sz="2400" dirty="0" smtClean="0"/>
                <a:t>：                </a:t>
              </a:r>
              <a:r>
                <a:rPr lang="zh-CN" altLang="en-US" sz="2400" dirty="0"/>
                <a:t>，所以</a:t>
              </a:r>
              <a:r>
                <a:rPr lang="en-US" altLang="zh-CN" sz="2400" dirty="0"/>
                <a:t>    </a:t>
              </a:r>
              <a:r>
                <a:rPr lang="en-US" altLang="zh-CN" sz="2400" dirty="0" smtClean="0"/>
                <a:t> </a:t>
              </a:r>
              <a:r>
                <a:rPr lang="zh-CN" altLang="en-US" sz="2400" dirty="0" smtClean="0"/>
                <a:t>有</a:t>
              </a:r>
              <a:r>
                <a:rPr lang="zh-CN" altLang="en-US" sz="2400" dirty="0"/>
                <a:t>意义，</a:t>
              </a:r>
            </a:p>
          </p:txBody>
        </p:sp>
        <p:graphicFrame>
          <p:nvGraphicFramePr>
            <p:cNvPr id="22545" name="Object 64"/>
            <p:cNvGraphicFramePr>
              <a:graphicFrameLocks noChangeAspect="1"/>
            </p:cNvGraphicFramePr>
            <p:nvPr/>
          </p:nvGraphicFramePr>
          <p:xfrm>
            <a:off x="1438275" y="3179763"/>
            <a:ext cx="879475" cy="414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60" name="Equation" r:id="rId7" imgW="482391" imgH="228501" progId="Equation.DSMT4">
                    <p:embed/>
                  </p:oleObj>
                </mc:Choice>
                <mc:Fallback>
                  <p:oleObj name="Equation" r:id="rId7" imgW="482391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8275" y="3179763"/>
                          <a:ext cx="879475" cy="414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6" name="Object 64"/>
            <p:cNvGraphicFramePr>
              <a:graphicFrameLocks noChangeAspect="1"/>
            </p:cNvGraphicFramePr>
            <p:nvPr/>
          </p:nvGraphicFramePr>
          <p:xfrm>
            <a:off x="3288928" y="3224533"/>
            <a:ext cx="465137" cy="300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61" name="Equation" r:id="rId9" imgW="253780" imgH="164957" progId="Equation.DSMT4">
                    <p:embed/>
                  </p:oleObj>
                </mc:Choice>
                <mc:Fallback>
                  <p:oleObj name="Equation" r:id="rId9" imgW="253780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8928" y="3224533"/>
                          <a:ext cx="465137" cy="3000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6167967" y="2852738"/>
            <a:ext cx="5270500" cy="474662"/>
            <a:chOff x="4578753" y="3105619"/>
            <a:chExt cx="3953687" cy="474194"/>
          </a:xfrm>
        </p:grpSpPr>
        <p:grpSp>
          <p:nvGrpSpPr>
            <p:cNvPr id="22540" name="组合 46"/>
            <p:cNvGrpSpPr>
              <a:grpSpLocks/>
            </p:cNvGrpSpPr>
            <p:nvPr/>
          </p:nvGrpSpPr>
          <p:grpSpPr bwMode="auto">
            <a:xfrm>
              <a:off x="4578753" y="3105619"/>
              <a:ext cx="3953687" cy="474194"/>
              <a:chOff x="827584" y="3143720"/>
              <a:chExt cx="3953687" cy="474194"/>
            </a:xfrm>
          </p:grpSpPr>
          <p:sp>
            <p:nvSpPr>
              <p:cNvPr id="22542" name="TextBox 47"/>
              <p:cNvSpPr txBox="1">
                <a:spLocks noChangeArrowheads="1"/>
              </p:cNvSpPr>
              <p:nvPr/>
            </p:nvSpPr>
            <p:spPr bwMode="auto">
              <a:xfrm>
                <a:off x="827584" y="3143720"/>
                <a:ext cx="395368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9pPr>
              </a:lstStyle>
              <a:p>
                <a:pPr algn="l" eaLnBrk="1" hangingPunct="1"/>
                <a:r>
                  <a:rPr lang="zh-CN" altLang="en-US" sz="2400" dirty="0"/>
                  <a:t>          </a:t>
                </a:r>
                <a:r>
                  <a:rPr lang="zh-CN" altLang="en-US" sz="2400" dirty="0" smtClean="0"/>
                  <a:t>   ，</a:t>
                </a:r>
                <a:r>
                  <a:rPr lang="zh-CN" altLang="en-US" sz="2400" dirty="0"/>
                  <a:t>所以 </a:t>
                </a:r>
                <a:r>
                  <a:rPr lang="zh-CN" altLang="en-US" sz="2400" dirty="0" smtClean="0"/>
                  <a:t>         </a:t>
                </a:r>
                <a:r>
                  <a:rPr lang="zh-CN" altLang="en-US" sz="2400" dirty="0"/>
                  <a:t>也有意义</a:t>
                </a:r>
              </a:p>
            </p:txBody>
          </p:sp>
          <p:graphicFrame>
            <p:nvGraphicFramePr>
              <p:cNvPr id="22543" name="Object 64"/>
              <p:cNvGraphicFramePr>
                <a:graphicFrameLocks noChangeAspect="1"/>
              </p:cNvGraphicFramePr>
              <p:nvPr/>
            </p:nvGraphicFramePr>
            <p:xfrm>
              <a:off x="1064485" y="3203576"/>
              <a:ext cx="879475" cy="4143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562" name="Equation" r:id="rId11" imgW="482391" imgH="228501" progId="Equation.DSMT4">
                      <p:embed/>
                    </p:oleObj>
                  </mc:Choice>
                  <mc:Fallback>
                    <p:oleObj name="Equation" r:id="rId11" imgW="482391" imgH="228501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64485" y="3203576"/>
                            <a:ext cx="879475" cy="4143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2541" name="Object 64"/>
            <p:cNvGraphicFramePr>
              <a:graphicFrameLocks noChangeAspect="1"/>
            </p:cNvGraphicFramePr>
            <p:nvPr/>
          </p:nvGraphicFramePr>
          <p:xfrm>
            <a:off x="6660229" y="3200971"/>
            <a:ext cx="441325" cy="3000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63" name="Equation" r:id="rId13" imgW="241091" imgH="164957" progId="Equation.DSMT4">
                    <p:embed/>
                  </p:oleObj>
                </mc:Choice>
                <mc:Fallback>
                  <p:oleObj name="Equation" r:id="rId13" imgW="241091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60229" y="3200971"/>
                          <a:ext cx="441325" cy="3000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6" name="Object 64"/>
          <p:cNvGraphicFramePr>
            <a:graphicFrameLocks noChangeAspect="1"/>
          </p:cNvGraphicFramePr>
          <p:nvPr/>
        </p:nvGraphicFramePr>
        <p:xfrm>
          <a:off x="1390652" y="3536950"/>
          <a:ext cx="7385049" cy="170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64" name="Equation" r:id="rId15" imgW="3035300" imgH="939800" progId="Equation.DSMT4">
                  <p:embed/>
                </p:oleObj>
              </mc:Choice>
              <mc:Fallback>
                <p:oleObj name="Equation" r:id="rId15" imgW="3035300" imgH="93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0652" y="3536950"/>
                        <a:ext cx="7385049" cy="170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64"/>
          <p:cNvGraphicFramePr>
            <a:graphicFrameLocks noChangeAspect="1"/>
          </p:cNvGraphicFramePr>
          <p:nvPr/>
        </p:nvGraphicFramePr>
        <p:xfrm>
          <a:off x="1346201" y="5108576"/>
          <a:ext cx="6862233" cy="170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65" name="Equation" r:id="rId17" imgW="2819400" imgH="939800" progId="Equation.DSMT4">
                  <p:embed/>
                </p:oleObj>
              </mc:Choice>
              <mc:Fallback>
                <p:oleObj name="Equation" r:id="rId17" imgW="2819400" imgH="93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1" y="5108576"/>
                        <a:ext cx="6862233" cy="170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9264651" y="5445126"/>
          <a:ext cx="2063749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66" name="Equation" r:id="rId19" imgW="596641" imgH="165028" progId="Equation.DSMT4">
                  <p:embed/>
                </p:oleObj>
              </mc:Choice>
              <mc:Fallback>
                <p:oleObj name="Equation" r:id="rId19" imgW="596641" imgH="16502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4651" y="5445126"/>
                        <a:ext cx="2063749" cy="4286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F200"/>
                          </a:gs>
                          <a:gs pos="45000">
                            <a:srgbClr val="FF7A00"/>
                          </a:gs>
                          <a:gs pos="70000">
                            <a:srgbClr val="FF0300"/>
                          </a:gs>
                          <a:gs pos="100000">
                            <a:srgbClr val="4D0808"/>
                          </a:gs>
                        </a:gsLst>
                        <a:lin ang="1350000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6805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圆角矩形 23"/>
          <p:cNvSpPr/>
          <p:nvPr/>
        </p:nvSpPr>
        <p:spPr bwMode="auto">
          <a:xfrm>
            <a:off x="8229600" y="5002923"/>
            <a:ext cx="3720662" cy="1071865"/>
          </a:xfrm>
          <a:prstGeom prst="roundRect">
            <a:avLst/>
          </a:prstGeom>
          <a:solidFill>
            <a:srgbClr val="00B0F0"/>
          </a:solidFill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2400" dirty="0"/>
          </a:p>
        </p:txBody>
      </p:sp>
      <p:sp>
        <p:nvSpPr>
          <p:cNvPr id="23556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3557" name="Object 64"/>
          <p:cNvGraphicFramePr>
            <a:graphicFrameLocks noChangeAspect="1"/>
          </p:cNvGraphicFramePr>
          <p:nvPr/>
        </p:nvGraphicFramePr>
        <p:xfrm>
          <a:off x="1915585" y="1374776"/>
          <a:ext cx="7444316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39" name="Equation" r:id="rId3" imgW="2781300" imgH="457200" progId="Equation.DSMT4">
                  <p:embed/>
                </p:oleObj>
              </mc:Choice>
              <mc:Fallback>
                <p:oleObj name="Equation" r:id="rId3" imgW="27813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5585" y="1374776"/>
                        <a:ext cx="7444316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Text Box 2"/>
          <p:cNvSpPr txBox="1">
            <a:spLocks noChangeArrowheads="1"/>
          </p:cNvSpPr>
          <p:nvPr/>
        </p:nvSpPr>
        <p:spPr bwMode="auto">
          <a:xfrm>
            <a:off x="814918" y="1323976"/>
            <a:ext cx="1027218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200000"/>
              </a:lnSpc>
            </a:pPr>
            <a:r>
              <a:rPr lang="zh-CN" altLang="en-US" sz="2400" dirty="0" smtClean="0">
                <a:solidFill>
                  <a:schemeClr val="accent2"/>
                </a:solidFill>
              </a:rPr>
              <a:t>例</a:t>
            </a:r>
            <a:r>
              <a:rPr lang="en-US" altLang="zh-CN" sz="2400" dirty="0" smtClean="0">
                <a:solidFill>
                  <a:schemeClr val="accent2"/>
                </a:solidFill>
              </a:rPr>
              <a:t>4    </a:t>
            </a:r>
            <a:r>
              <a:rPr lang="zh-CN" altLang="en-US" sz="2400" dirty="0" smtClean="0">
                <a:solidFill>
                  <a:schemeClr val="accent2"/>
                </a:solidFill>
              </a:rPr>
              <a:t>                                                   </a:t>
            </a:r>
            <a:r>
              <a:rPr lang="zh-CN" altLang="en-US" sz="2400" dirty="0" smtClean="0"/>
              <a:t>                       求</a:t>
            </a:r>
            <a:endParaRPr lang="zh-CN" altLang="en-US" sz="2400" dirty="0"/>
          </a:p>
        </p:txBody>
      </p:sp>
      <p:graphicFrame>
        <p:nvGraphicFramePr>
          <p:cNvPr id="23559" name="Object 64"/>
          <p:cNvGraphicFramePr>
            <a:graphicFrameLocks noChangeAspect="1"/>
          </p:cNvGraphicFramePr>
          <p:nvPr/>
        </p:nvGraphicFramePr>
        <p:xfrm>
          <a:off x="10016067" y="1649413"/>
          <a:ext cx="1856317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40" name="Equation" r:id="rId5" imgW="761669" imgH="203112" progId="Equation.DSMT4">
                  <p:embed/>
                </p:oleObj>
              </mc:Choice>
              <mc:Fallback>
                <p:oleObj name="Equation" r:id="rId5" imgW="761669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6067" y="1649413"/>
                        <a:ext cx="1856317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1113367" y="2528889"/>
            <a:ext cx="10071100" cy="465137"/>
            <a:chOff x="762329" y="2852937"/>
            <a:chExt cx="7552996" cy="464938"/>
          </a:xfrm>
        </p:grpSpPr>
        <p:sp>
          <p:nvSpPr>
            <p:cNvPr id="23565" name="TextBox 1"/>
            <p:cNvSpPr txBox="1">
              <a:spLocks noChangeArrowheads="1"/>
            </p:cNvSpPr>
            <p:nvPr/>
          </p:nvSpPr>
          <p:spPr bwMode="auto">
            <a:xfrm>
              <a:off x="762329" y="2852937"/>
              <a:ext cx="75529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lang="zh-CN" altLang="en-US" sz="2400" dirty="0"/>
                <a:t>解</a:t>
              </a:r>
              <a:r>
                <a:rPr lang="zh-CN" altLang="en-US" sz="2400" dirty="0" smtClean="0"/>
                <a:t>：                  </a:t>
              </a:r>
              <a:r>
                <a:rPr lang="zh-CN" altLang="en-US" sz="2400" dirty="0"/>
                <a:t>全都有意义，且结果均为二阶方阵</a:t>
              </a:r>
            </a:p>
          </p:txBody>
        </p:sp>
        <p:graphicFrame>
          <p:nvGraphicFramePr>
            <p:cNvPr id="23566" name="Object 64"/>
            <p:cNvGraphicFramePr>
              <a:graphicFrameLocks noChangeAspect="1"/>
            </p:cNvGraphicFramePr>
            <p:nvPr/>
          </p:nvGraphicFramePr>
          <p:xfrm>
            <a:off x="1331640" y="2951163"/>
            <a:ext cx="1385888" cy="366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541" name="Equation" r:id="rId7" imgW="761669" imgH="203112" progId="Equation.DSMT4">
                    <p:embed/>
                  </p:oleObj>
                </mc:Choice>
                <mc:Fallback>
                  <p:oleObj name="Equation" r:id="rId7" imgW="761669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1640" y="2951163"/>
                          <a:ext cx="1385888" cy="3667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6" name="Object 64"/>
          <p:cNvGraphicFramePr>
            <a:graphicFrameLocks noChangeAspect="1"/>
          </p:cNvGraphicFramePr>
          <p:nvPr/>
        </p:nvGraphicFramePr>
        <p:xfrm>
          <a:off x="1871134" y="3321051"/>
          <a:ext cx="62103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42" name="Equation" r:id="rId9" imgW="2552700" imgH="457200" progId="Equation.DSMT4">
                  <p:embed/>
                </p:oleObj>
              </mc:Choice>
              <mc:Fallback>
                <p:oleObj name="Equation" r:id="rId9" imgW="25527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134" y="3321051"/>
                        <a:ext cx="62103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64"/>
          <p:cNvGraphicFramePr>
            <a:graphicFrameLocks noChangeAspect="1"/>
          </p:cNvGraphicFramePr>
          <p:nvPr/>
        </p:nvGraphicFramePr>
        <p:xfrm>
          <a:off x="1905000" y="4329114"/>
          <a:ext cx="54102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43" name="Equation" r:id="rId11" imgW="2222500" imgH="457200" progId="Equation.DSMT4">
                  <p:embed/>
                </p:oleObj>
              </mc:Choice>
              <mc:Fallback>
                <p:oleObj name="Equation" r:id="rId11" imgW="22225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329114"/>
                        <a:ext cx="54102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64"/>
          <p:cNvGraphicFramePr>
            <a:graphicFrameLocks noChangeAspect="1"/>
          </p:cNvGraphicFramePr>
          <p:nvPr/>
        </p:nvGraphicFramePr>
        <p:xfrm>
          <a:off x="1856318" y="5337176"/>
          <a:ext cx="5441949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44" name="Equation" r:id="rId13" imgW="2235200" imgH="457200" progId="Equation.DSMT4">
                  <p:embed/>
                </p:oleObj>
              </mc:Choice>
              <mc:Fallback>
                <p:oleObj name="Equation" r:id="rId13" imgW="22352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6318" y="5337176"/>
                        <a:ext cx="5441949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8203289"/>
              </p:ext>
            </p:extLst>
          </p:nvPr>
        </p:nvGraphicFramePr>
        <p:xfrm>
          <a:off x="9120716" y="2641601"/>
          <a:ext cx="2063751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45" name="Equation" r:id="rId15" imgW="596641" imgH="165028" progId="Equation.DSMT4">
                  <p:embed/>
                </p:oleObj>
              </mc:Choice>
              <mc:Fallback>
                <p:oleObj name="Equation" r:id="rId15" imgW="596641" imgH="16502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0716" y="2641601"/>
                        <a:ext cx="2063751" cy="4286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F200"/>
                          </a:gs>
                          <a:gs pos="45000">
                            <a:srgbClr val="FF7A00"/>
                          </a:gs>
                          <a:gs pos="70000">
                            <a:srgbClr val="FF0300"/>
                          </a:gs>
                          <a:gs pos="100000">
                            <a:srgbClr val="4D0808"/>
                          </a:gs>
                        </a:gsLst>
                        <a:lin ang="1350000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031492"/>
              </p:ext>
            </p:extLst>
          </p:nvPr>
        </p:nvGraphicFramePr>
        <p:xfrm>
          <a:off x="8305359" y="5111209"/>
          <a:ext cx="3443019" cy="855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46" name="Equation" r:id="rId17" imgW="1358640" imgH="431640" progId="Equation.DSMT4">
                  <p:embed/>
                </p:oleObj>
              </mc:Choice>
              <mc:Fallback>
                <p:oleObj name="Equation" r:id="rId17" imgW="13586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359" y="5111209"/>
                        <a:ext cx="3443019" cy="8552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3266" name="Picture 82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3383406"/>
            <a:ext cx="3836277" cy="1619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6372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4580" name="组合 2"/>
          <p:cNvGrpSpPr>
            <a:grpSpLocks/>
          </p:cNvGrpSpPr>
          <p:nvPr/>
        </p:nvGrpSpPr>
        <p:grpSpPr bwMode="auto">
          <a:xfrm>
            <a:off x="912285" y="1196976"/>
            <a:ext cx="10272183" cy="962025"/>
            <a:chOff x="611188" y="1323251"/>
            <a:chExt cx="7704137" cy="962749"/>
          </a:xfrm>
        </p:grpSpPr>
        <p:graphicFrame>
          <p:nvGraphicFramePr>
            <p:cNvPr id="24588" name="Object 64"/>
            <p:cNvGraphicFramePr>
              <a:graphicFrameLocks noChangeAspect="1"/>
            </p:cNvGraphicFramePr>
            <p:nvPr/>
          </p:nvGraphicFramePr>
          <p:xfrm>
            <a:off x="1475656" y="1374775"/>
            <a:ext cx="3340100" cy="911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474" name="Equation" r:id="rId3" imgW="1663700" imgH="457200" progId="Equation.DSMT4">
                    <p:embed/>
                  </p:oleObj>
                </mc:Choice>
                <mc:Fallback>
                  <p:oleObj name="Equation" r:id="rId3" imgW="16637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5656" y="1374775"/>
                          <a:ext cx="3340100" cy="911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89" name="Text Box 2"/>
            <p:cNvSpPr txBox="1">
              <a:spLocks noChangeArrowheads="1"/>
            </p:cNvSpPr>
            <p:nvPr/>
          </p:nvSpPr>
          <p:spPr bwMode="auto">
            <a:xfrm>
              <a:off x="611188" y="1323251"/>
              <a:ext cx="7704137" cy="7086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lnSpc>
                  <a:spcPct val="200000"/>
                </a:lnSpc>
              </a:pPr>
              <a:r>
                <a:rPr lang="zh-CN" altLang="en-US" sz="2400" dirty="0" smtClean="0">
                  <a:solidFill>
                    <a:schemeClr val="accent2"/>
                  </a:solidFill>
                </a:rPr>
                <a:t>例</a:t>
              </a:r>
              <a:r>
                <a:rPr lang="en-US" altLang="zh-CN" sz="2400" dirty="0" smtClean="0">
                  <a:solidFill>
                    <a:schemeClr val="accent2"/>
                  </a:solidFill>
                </a:rPr>
                <a:t>5    </a:t>
              </a:r>
              <a:r>
                <a:rPr lang="zh-CN" altLang="en-US" sz="2400" dirty="0" smtClean="0">
                  <a:solidFill>
                    <a:schemeClr val="accent2"/>
                  </a:solidFill>
                </a:rPr>
                <a:t>                                            </a:t>
              </a:r>
              <a:r>
                <a:rPr lang="zh-CN" altLang="en-US" sz="2400" dirty="0" smtClean="0"/>
                <a:t>，</a:t>
              </a:r>
              <a:r>
                <a:rPr lang="zh-CN" altLang="en-US" sz="2400" dirty="0"/>
                <a:t>求</a:t>
              </a:r>
            </a:p>
          </p:txBody>
        </p:sp>
        <p:graphicFrame>
          <p:nvGraphicFramePr>
            <p:cNvPr id="24590" name="Object 64"/>
            <p:cNvGraphicFramePr>
              <a:graphicFrameLocks noChangeAspect="1"/>
            </p:cNvGraphicFramePr>
            <p:nvPr/>
          </p:nvGraphicFramePr>
          <p:xfrm>
            <a:off x="5513908" y="1654200"/>
            <a:ext cx="904875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475" name="Equation" r:id="rId5" imgW="494870" imgH="203024" progId="Equation.DSMT4">
                    <p:embed/>
                  </p:oleObj>
                </mc:Choice>
                <mc:Fallback>
                  <p:oleObj name="Equation" r:id="rId5" imgW="494870" imgH="2030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13908" y="1654200"/>
                          <a:ext cx="904875" cy="368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1113367" y="2420939"/>
            <a:ext cx="10071100" cy="465137"/>
            <a:chOff x="762329" y="2852937"/>
            <a:chExt cx="7552996" cy="465287"/>
          </a:xfrm>
        </p:grpSpPr>
        <p:sp>
          <p:nvSpPr>
            <p:cNvPr id="24586" name="TextBox 1"/>
            <p:cNvSpPr txBox="1">
              <a:spLocks noChangeArrowheads="1"/>
            </p:cNvSpPr>
            <p:nvPr/>
          </p:nvSpPr>
          <p:spPr bwMode="auto">
            <a:xfrm>
              <a:off x="762329" y="2852937"/>
              <a:ext cx="75529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lang="zh-CN" altLang="en-US" sz="2400" dirty="0"/>
                <a:t>解：        </a:t>
              </a:r>
              <a:r>
                <a:rPr lang="zh-CN" altLang="en-US" sz="2400" dirty="0" smtClean="0"/>
                <a:t>     全都</a:t>
              </a:r>
              <a:r>
                <a:rPr lang="zh-CN" altLang="en-US" sz="2400" dirty="0"/>
                <a:t>有意义，且结果均为二阶方阵</a:t>
              </a:r>
            </a:p>
          </p:txBody>
        </p:sp>
        <p:graphicFrame>
          <p:nvGraphicFramePr>
            <p:cNvPr id="24587" name="Object 64"/>
            <p:cNvGraphicFramePr>
              <a:graphicFrameLocks noChangeAspect="1"/>
            </p:cNvGraphicFramePr>
            <p:nvPr/>
          </p:nvGraphicFramePr>
          <p:xfrm>
            <a:off x="1402557" y="2951512"/>
            <a:ext cx="901700" cy="366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476" name="Equation" r:id="rId7" imgW="494870" imgH="203024" progId="Equation.DSMT4">
                    <p:embed/>
                  </p:oleObj>
                </mc:Choice>
                <mc:Fallback>
                  <p:oleObj name="Equation" r:id="rId7" imgW="494870" imgH="2030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2557" y="2951512"/>
                          <a:ext cx="901700" cy="3667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6" name="Object 64"/>
          <p:cNvGraphicFramePr>
            <a:graphicFrameLocks noChangeAspect="1"/>
          </p:cNvGraphicFramePr>
          <p:nvPr/>
        </p:nvGraphicFramePr>
        <p:xfrm>
          <a:off x="2815167" y="3105150"/>
          <a:ext cx="4912784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77" name="Equation" r:id="rId9" imgW="2019300" imgH="457200" progId="Equation.DSMT4">
                  <p:embed/>
                </p:oleObj>
              </mc:Choice>
              <mc:Fallback>
                <p:oleObj name="Equation" r:id="rId9" imgW="20193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5167" y="3105150"/>
                        <a:ext cx="4912784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64"/>
          <p:cNvGraphicFramePr>
            <a:graphicFrameLocks noChangeAspect="1"/>
          </p:cNvGraphicFramePr>
          <p:nvPr/>
        </p:nvGraphicFramePr>
        <p:xfrm>
          <a:off x="2798234" y="4329114"/>
          <a:ext cx="4883151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78" name="Equation" r:id="rId11" imgW="2006600" imgH="457200" progId="Equation.DSMT4">
                  <p:embed/>
                </p:oleObj>
              </mc:Choice>
              <mc:Fallback>
                <p:oleObj name="Equation" r:id="rId11" imgW="20066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8234" y="4329114"/>
                        <a:ext cx="4883151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64"/>
          <p:cNvGraphicFramePr>
            <a:graphicFrameLocks noChangeAspect="1"/>
          </p:cNvGraphicFramePr>
          <p:nvPr/>
        </p:nvGraphicFramePr>
        <p:xfrm>
          <a:off x="2159001" y="5603875"/>
          <a:ext cx="1530351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79" name="Equation" r:id="rId13" imgW="520474" imgH="165028" progId="Equation.DSMT4">
                  <p:embed/>
                </p:oleObj>
              </mc:Choice>
              <mc:Fallback>
                <p:oleObj name="Equation" r:id="rId13" imgW="520474" imgH="16502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1" y="5603875"/>
                        <a:ext cx="1530351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511551" y="5559426"/>
            <a:ext cx="54715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400" dirty="0"/>
              <a:t>，</a:t>
            </a:r>
            <a:r>
              <a:rPr lang="zh-CN" altLang="en-US" sz="2400" dirty="0" smtClean="0"/>
              <a:t>称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为</a:t>
            </a:r>
            <a:r>
              <a:rPr lang="zh-CN" altLang="en-US" sz="2400" dirty="0">
                <a:solidFill>
                  <a:srgbClr val="FF0000"/>
                </a:solidFill>
              </a:rPr>
              <a:t>可交换矩阵</a:t>
            </a:r>
          </a:p>
        </p:txBody>
      </p:sp>
    </p:spTree>
    <p:extLst>
      <p:ext uri="{BB962C8B-B14F-4D97-AF65-F5344CB8AC3E}">
        <p14:creationId xmlns:p14="http://schemas.microsoft.com/office/powerpoint/2010/main" val="94703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9540" y="436728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运算</a:t>
            </a:r>
            <a:endParaRPr lang="zh-CN" altLang="en-US" sz="2400" dirty="0" smtClean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13595" y="1381863"/>
            <a:ext cx="3060878" cy="571474"/>
            <a:chOff x="7069540" y="1350501"/>
            <a:chExt cx="3060878" cy="5714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069540" y="1350501"/>
              <a:ext cx="2470245" cy="571474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196149" y="1405405"/>
              <a:ext cx="2934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乘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法的运算律：</a:t>
              </a: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681650" y="2686479"/>
            <a:ext cx="4501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（当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AB=BA</a:t>
            </a:r>
            <a: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时，称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可交换）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536682" y="2303585"/>
            <a:ext cx="3141312" cy="461665"/>
            <a:chOff x="356676" y="2373923"/>
            <a:chExt cx="3141312" cy="461665"/>
          </a:xfrm>
        </p:grpSpPr>
        <p:grpSp>
          <p:nvGrpSpPr>
            <p:cNvPr id="14" name="组合 13"/>
            <p:cNvGrpSpPr/>
            <p:nvPr/>
          </p:nvGrpSpPr>
          <p:grpSpPr>
            <a:xfrm>
              <a:off x="640205" y="2373923"/>
              <a:ext cx="2857783" cy="461665"/>
              <a:chOff x="640205" y="2373923"/>
              <a:chExt cx="2857783" cy="461665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640205" y="2373923"/>
                <a:ext cx="15754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无交换律：</a:t>
                </a:r>
              </a:p>
            </p:txBody>
          </p:sp>
          <p:graphicFrame>
            <p:nvGraphicFramePr>
              <p:cNvPr id="13" name="对象 1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68229806"/>
                  </p:ext>
                </p:extLst>
              </p:nvPr>
            </p:nvGraphicFramePr>
            <p:xfrm>
              <a:off x="2107338" y="2392952"/>
              <a:ext cx="1390650" cy="3857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664" name="Equation" r:id="rId3" imgW="596880" imgH="164880" progId="Equation.DSMT4">
                      <p:embed/>
                    </p:oleObj>
                  </mc:Choice>
                  <mc:Fallback>
                    <p:oleObj name="Equation" r:id="rId3" imgW="596880" imgH="1648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107338" y="2392952"/>
                            <a:ext cx="1390650" cy="38576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9" name="矩形 28"/>
            <p:cNvSpPr/>
            <p:nvPr/>
          </p:nvSpPr>
          <p:spPr>
            <a:xfrm>
              <a:off x="356676" y="2496812"/>
              <a:ext cx="252000" cy="252000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513595" y="3497091"/>
            <a:ext cx="6201496" cy="479832"/>
            <a:chOff x="356676" y="3366065"/>
            <a:chExt cx="6201496" cy="479832"/>
          </a:xfrm>
        </p:grpSpPr>
        <p:grpSp>
          <p:nvGrpSpPr>
            <p:cNvPr id="21" name="组合 20"/>
            <p:cNvGrpSpPr/>
            <p:nvPr/>
          </p:nvGrpSpPr>
          <p:grpSpPr>
            <a:xfrm>
              <a:off x="640204" y="3366065"/>
              <a:ext cx="5917968" cy="479832"/>
              <a:chOff x="640204" y="3366065"/>
              <a:chExt cx="5917968" cy="479832"/>
            </a:xfrm>
          </p:grpSpPr>
          <p:sp>
            <p:nvSpPr>
              <p:cNvPr id="10" name="文本框 9"/>
              <p:cNvSpPr txBox="1"/>
              <p:nvPr/>
            </p:nvSpPr>
            <p:spPr>
              <a:xfrm>
                <a:off x="640204" y="3366065"/>
                <a:ext cx="29342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无零因子律：</a:t>
                </a:r>
              </a:p>
            </p:txBody>
          </p:sp>
          <p:graphicFrame>
            <p:nvGraphicFramePr>
              <p:cNvPr id="16" name="对象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77598575"/>
                  </p:ext>
                </p:extLst>
              </p:nvPr>
            </p:nvGraphicFramePr>
            <p:xfrm>
              <a:off x="2508204" y="3369647"/>
              <a:ext cx="2633662" cy="476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665" name="Equation" r:id="rId5" imgW="1130040" imgH="203040" progId="Equation.DSMT4">
                      <p:embed/>
                    </p:oleObj>
                  </mc:Choice>
                  <mc:Fallback>
                    <p:oleObj name="Equation" r:id="rId5" imgW="1130040" imgH="2030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08204" y="3369647"/>
                            <a:ext cx="2633662" cy="4762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8" name="直接连接符 17"/>
              <p:cNvCxnSpPr/>
              <p:nvPr/>
            </p:nvCxnSpPr>
            <p:spPr>
              <a:xfrm>
                <a:off x="3759283" y="3420000"/>
                <a:ext cx="131503" cy="360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文本框 18"/>
              <p:cNvSpPr txBox="1"/>
              <p:nvPr/>
            </p:nvSpPr>
            <p:spPr>
              <a:xfrm>
                <a:off x="5101655" y="3366065"/>
                <a:ext cx="4500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</a:t>
                </a:r>
              </a:p>
            </p:txBody>
          </p:sp>
          <p:graphicFrame>
            <p:nvGraphicFramePr>
              <p:cNvPr id="20" name="对象 1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7168895"/>
                  </p:ext>
                </p:extLst>
              </p:nvPr>
            </p:nvGraphicFramePr>
            <p:xfrm>
              <a:off x="5551697" y="3410217"/>
              <a:ext cx="1006475" cy="4175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666" name="Equation" r:id="rId7" imgW="431640" imgH="177480" progId="Equation.DSMT4">
                      <p:embed/>
                    </p:oleObj>
                  </mc:Choice>
                  <mc:Fallback>
                    <p:oleObj name="Equation" r:id="rId7" imgW="431640" imgH="177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5551697" y="3410217"/>
                            <a:ext cx="1006475" cy="41751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1" name="矩形 30"/>
            <p:cNvSpPr/>
            <p:nvPr/>
          </p:nvSpPr>
          <p:spPr>
            <a:xfrm>
              <a:off x="356676" y="3470897"/>
              <a:ext cx="252000" cy="252000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513595" y="4544219"/>
            <a:ext cx="5698258" cy="494417"/>
            <a:chOff x="356676" y="4413193"/>
            <a:chExt cx="5698258" cy="494417"/>
          </a:xfrm>
        </p:grpSpPr>
        <p:grpSp>
          <p:nvGrpSpPr>
            <p:cNvPr id="28" name="组合 27"/>
            <p:cNvGrpSpPr/>
            <p:nvPr/>
          </p:nvGrpSpPr>
          <p:grpSpPr>
            <a:xfrm>
              <a:off x="640205" y="4413193"/>
              <a:ext cx="5414729" cy="494417"/>
              <a:chOff x="640205" y="4413193"/>
              <a:chExt cx="5414729" cy="494417"/>
            </a:xfrm>
          </p:grpSpPr>
          <p:sp>
            <p:nvSpPr>
              <p:cNvPr id="11" name="文本框 10"/>
              <p:cNvSpPr txBox="1"/>
              <p:nvPr/>
            </p:nvSpPr>
            <p:spPr>
              <a:xfrm>
                <a:off x="640205" y="4413193"/>
                <a:ext cx="17161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无消去律：</a:t>
                </a:r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2238584" y="4431360"/>
                <a:ext cx="3816350" cy="476250"/>
                <a:chOff x="1164330" y="3780000"/>
                <a:chExt cx="3816350" cy="476250"/>
              </a:xfrm>
            </p:grpSpPr>
            <p:graphicFrame>
              <p:nvGraphicFramePr>
                <p:cNvPr id="24" name="对象 2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281449490"/>
                    </p:ext>
                  </p:extLst>
                </p:nvPr>
              </p:nvGraphicFramePr>
              <p:xfrm>
                <a:off x="1164330" y="3780000"/>
                <a:ext cx="3816350" cy="4762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2667" name="Equation" r:id="rId9" imgW="1638000" imgH="203040" progId="Equation.DSMT4">
                        <p:embed/>
                      </p:oleObj>
                    </mc:Choice>
                    <mc:Fallback>
                      <p:oleObj name="Equation" r:id="rId9" imgW="1638000" imgH="20304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1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64330" y="3780000"/>
                              <a:ext cx="3816350" cy="4762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cxnSp>
              <p:nvCxnSpPr>
                <p:cNvPr id="25" name="直接连接符 24"/>
                <p:cNvCxnSpPr/>
                <p:nvPr/>
              </p:nvCxnSpPr>
              <p:spPr>
                <a:xfrm>
                  <a:off x="3664326" y="3838125"/>
                  <a:ext cx="131503" cy="36000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3" name="矩形 32"/>
            <p:cNvSpPr/>
            <p:nvPr/>
          </p:nvSpPr>
          <p:spPr>
            <a:xfrm>
              <a:off x="356676" y="4518025"/>
              <a:ext cx="252000" cy="252000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8188392"/>
              </p:ext>
            </p:extLst>
          </p:nvPr>
        </p:nvGraphicFramePr>
        <p:xfrm>
          <a:off x="7218363" y="1428401"/>
          <a:ext cx="30797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68" name="Equation" r:id="rId11" imgW="1320480" imgH="253800" progId="Equation.DSMT4">
                  <p:embed/>
                </p:oleObj>
              </mc:Choice>
              <mc:Fallback>
                <p:oleObj name="Equation" r:id="rId11" imgW="13204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218363" y="1428401"/>
                        <a:ext cx="3079750" cy="55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785794"/>
              </p:ext>
            </p:extLst>
          </p:nvPr>
        </p:nvGraphicFramePr>
        <p:xfrm>
          <a:off x="7632212" y="1967452"/>
          <a:ext cx="3938587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69" name="Equation" r:id="rId13" imgW="1688760" imgH="253800" progId="Equation.DSMT4">
                  <p:embed/>
                </p:oleObj>
              </mc:Choice>
              <mc:Fallback>
                <p:oleObj name="Equation" r:id="rId13" imgW="16887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632212" y="1967452"/>
                        <a:ext cx="3938587" cy="55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1293685"/>
              </p:ext>
            </p:extLst>
          </p:nvPr>
        </p:nvGraphicFramePr>
        <p:xfrm>
          <a:off x="7218363" y="2808288"/>
          <a:ext cx="3643312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70" name="Equation" r:id="rId15" imgW="1562040" imgH="253800" progId="Equation.DSMT4">
                  <p:embed/>
                </p:oleObj>
              </mc:Choice>
              <mc:Fallback>
                <p:oleObj name="Equation" r:id="rId15" imgW="15620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218363" y="2808288"/>
                        <a:ext cx="3643312" cy="55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858993"/>
              </p:ext>
            </p:extLst>
          </p:nvPr>
        </p:nvGraphicFramePr>
        <p:xfrm>
          <a:off x="7643393" y="3362136"/>
          <a:ext cx="3081337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71" name="Equation" r:id="rId17" imgW="1320480" imgH="253800" progId="Equation.DSMT4">
                  <p:embed/>
                </p:oleObj>
              </mc:Choice>
              <mc:Fallback>
                <p:oleObj name="Equation" r:id="rId17" imgW="13204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643393" y="3362136"/>
                        <a:ext cx="3081337" cy="55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2806792"/>
              </p:ext>
            </p:extLst>
          </p:nvPr>
        </p:nvGraphicFramePr>
        <p:xfrm>
          <a:off x="7171694" y="4249359"/>
          <a:ext cx="2844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72" name="Equation" r:id="rId19" imgW="1218960" imgH="203040" progId="Equation.DSMT4">
                  <p:embed/>
                </p:oleObj>
              </mc:Choice>
              <mc:Fallback>
                <p:oleObj name="Equation" r:id="rId19" imgW="12189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171694" y="4249359"/>
                        <a:ext cx="28448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7232741"/>
              </p:ext>
            </p:extLst>
          </p:nvPr>
        </p:nvGraphicFramePr>
        <p:xfrm>
          <a:off x="7456488" y="4816475"/>
          <a:ext cx="24876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73" name="Equation" r:id="rId21" imgW="1066680" imgH="203040" progId="Equation.DSMT4">
                  <p:embed/>
                </p:oleObj>
              </mc:Choice>
              <mc:Fallback>
                <p:oleObj name="Equation" r:id="rId21" imgW="1066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456488" y="4816475"/>
                        <a:ext cx="2487612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文本框 6"/>
          <p:cNvSpPr txBox="1"/>
          <p:nvPr/>
        </p:nvSpPr>
        <p:spPr>
          <a:xfrm>
            <a:off x="576752" y="5593608"/>
            <a:ext cx="2934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法的运算律：</a:t>
            </a:r>
          </a:p>
        </p:txBody>
      </p:sp>
      <p:sp>
        <p:nvSpPr>
          <p:cNvPr id="42" name="文本框 6"/>
          <p:cNvSpPr txBox="1"/>
          <p:nvPr/>
        </p:nvSpPr>
        <p:spPr>
          <a:xfrm>
            <a:off x="281582" y="5585203"/>
            <a:ext cx="10071108" cy="461665"/>
          </a:xfrm>
          <a:prstGeom prst="rect">
            <a:avLst/>
          </a:prstGeom>
          <a:solidFill>
            <a:srgbClr val="004F8C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b="1" dirty="0" smtClean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可交换性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：方阵</a:t>
            </a:r>
            <a:r>
              <a:rPr lang="en-US"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和同阶的单位矩阵</a:t>
            </a:r>
            <a:r>
              <a:rPr lang="en-US"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，零方阵、数量矩阵可交换。</a:t>
            </a:r>
          </a:p>
        </p:txBody>
      </p:sp>
    </p:spTree>
    <p:extLst>
      <p:ext uri="{BB962C8B-B14F-4D97-AF65-F5344CB8AC3E}">
        <p14:creationId xmlns:p14="http://schemas.microsoft.com/office/powerpoint/2010/main" val="3524628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4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203200" y="-1322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3" name="Rectangle 6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4" name="Rectangle 8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5" name="Rectangle 10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6" name="Rectangle 1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7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8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9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0" name="Rectangle 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1" name="Rectangle 10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2" name="Rectangle 1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3" name="Rectangle 1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4" name="Rectangle 1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5" name="Rectangle 1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6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7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7668" name="组合 6"/>
          <p:cNvGrpSpPr>
            <a:grpSpLocks/>
          </p:cNvGrpSpPr>
          <p:nvPr/>
        </p:nvGrpSpPr>
        <p:grpSpPr bwMode="auto">
          <a:xfrm>
            <a:off x="1007533" y="1166648"/>
            <a:ext cx="9155752" cy="1836738"/>
            <a:chOff x="755576" y="950387"/>
            <a:chExt cx="6866379" cy="1837592"/>
          </a:xfrm>
        </p:grpSpPr>
        <p:sp>
          <p:nvSpPr>
            <p:cNvPr id="27675" name="TextBox 2"/>
            <p:cNvSpPr txBox="1">
              <a:spLocks noChangeArrowheads="1"/>
            </p:cNvSpPr>
            <p:nvPr/>
          </p:nvSpPr>
          <p:spPr bwMode="auto">
            <a:xfrm>
              <a:off x="755576" y="1628800"/>
              <a:ext cx="4464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lang="zh-CN" altLang="en-US" sz="2400" dirty="0"/>
                <a:t>由</a:t>
              </a:r>
              <a:r>
                <a:rPr lang="zh-CN" altLang="zh-CN" sz="2400" dirty="0"/>
                <a:t>矩阵乘法</a:t>
              </a:r>
              <a:r>
                <a:rPr lang="zh-CN" altLang="en-US" sz="2400" dirty="0"/>
                <a:t>定义</a:t>
              </a:r>
              <a:r>
                <a:rPr lang="zh-CN" altLang="zh-CN" sz="2400" dirty="0"/>
                <a:t>，线性方程组</a:t>
              </a:r>
              <a:endParaRPr lang="zh-CN" altLang="en-US" sz="2400" dirty="0"/>
            </a:p>
          </p:txBody>
        </p:sp>
        <p:graphicFrame>
          <p:nvGraphicFramePr>
            <p:cNvPr id="2767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0054566"/>
                </p:ext>
              </p:extLst>
            </p:nvPr>
          </p:nvGraphicFramePr>
          <p:xfrm>
            <a:off x="3891086" y="950387"/>
            <a:ext cx="3730869" cy="1837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826" name="Equation" r:id="rId3" imgW="1917700" imgH="939800" progId="Equation.DSMT4">
                    <p:embed/>
                  </p:oleObj>
                </mc:Choice>
                <mc:Fallback>
                  <p:oleObj name="Equation" r:id="rId3" imgW="1917700" imgH="939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1086" y="950387"/>
                          <a:ext cx="3730869" cy="18375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1007533" y="3284538"/>
            <a:ext cx="5386917" cy="461962"/>
            <a:chOff x="819200" y="3068960"/>
            <a:chExt cx="4040832" cy="461665"/>
          </a:xfrm>
        </p:grpSpPr>
        <p:sp>
          <p:nvSpPr>
            <p:cNvPr id="27673" name="TextBox 34"/>
            <p:cNvSpPr txBox="1">
              <a:spLocks noChangeArrowheads="1"/>
            </p:cNvSpPr>
            <p:nvPr/>
          </p:nvSpPr>
          <p:spPr bwMode="auto">
            <a:xfrm>
              <a:off x="819200" y="3068960"/>
              <a:ext cx="404083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lang="zh-CN" altLang="en-US" sz="2400" dirty="0"/>
                <a:t>可简写</a:t>
              </a:r>
              <a:r>
                <a:rPr lang="zh-CN" altLang="en-US" sz="2400" dirty="0" smtClean="0"/>
                <a:t>为             </a:t>
              </a:r>
              <a:r>
                <a:rPr lang="zh-CN" altLang="en-US" sz="2400" dirty="0"/>
                <a:t>，其中：</a:t>
              </a:r>
            </a:p>
          </p:txBody>
        </p:sp>
        <p:graphicFrame>
          <p:nvGraphicFramePr>
            <p:cNvPr id="27674" name="对象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4154056"/>
                </p:ext>
              </p:extLst>
            </p:nvPr>
          </p:nvGraphicFramePr>
          <p:xfrm>
            <a:off x="1876003" y="3125961"/>
            <a:ext cx="963613" cy="347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827" name="Equation" r:id="rId5" imgW="494870" imgH="177646" progId="Equation.DSMT4">
                    <p:embed/>
                  </p:oleObj>
                </mc:Choice>
                <mc:Fallback>
                  <p:oleObj name="Equation" r:id="rId5" imgW="494870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6003" y="3125961"/>
                          <a:ext cx="963613" cy="3476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1295400" y="4146550"/>
          <a:ext cx="3803651" cy="207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28" name="Equation" r:id="rId7" imgW="1612900" imgH="1168400" progId="Equation.DSMT4">
                  <p:embed/>
                </p:oleObj>
              </mc:Choice>
              <mc:Fallback>
                <p:oleObj name="Equation" r:id="rId7" imgW="1612900" imgH="116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146550"/>
                        <a:ext cx="3803651" cy="207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8481485" y="4135438"/>
          <a:ext cx="1468967" cy="207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29" name="Equation" r:id="rId9" imgW="622030" imgH="1167893" progId="Equation.DSMT4">
                  <p:embed/>
                </p:oleObj>
              </mc:Choice>
              <mc:Fallback>
                <p:oleObj name="Equation" r:id="rId9" imgW="622030" imgH="116789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1485" y="4135438"/>
                        <a:ext cx="1468967" cy="207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/>
        </p:nvGraphicFramePr>
        <p:xfrm>
          <a:off x="5808134" y="4149725"/>
          <a:ext cx="1646767" cy="207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30" name="Equation" r:id="rId11" imgW="698500" imgH="1168400" progId="Equation.DSMT4">
                  <p:embed/>
                </p:oleObj>
              </mc:Choice>
              <mc:Fallback>
                <p:oleObj name="Equation" r:id="rId11" imgW="698500" imgH="116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8134" y="4149725"/>
                        <a:ext cx="1646767" cy="207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846083" y="1319048"/>
            <a:ext cx="3783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线性方程组的矩阵表示</a:t>
            </a:r>
          </a:p>
        </p:txBody>
      </p:sp>
    </p:spTree>
    <p:extLst>
      <p:ext uri="{BB962C8B-B14F-4D97-AF65-F5344CB8AC3E}">
        <p14:creationId xmlns:p14="http://schemas.microsoft.com/office/powerpoint/2010/main" val="3380693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203200" y="-1322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3" name="Rectangle 6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4" name="Rectangle 8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5" name="Rectangle 10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6" name="Rectangle 1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7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8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9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0" name="Rectangle 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1" name="Rectangle 10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2" name="Rectangle 1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3" name="Rectangle 1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4" name="Rectangle 1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5" name="Rectangle 1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6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7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7668" name="组合 6"/>
          <p:cNvGrpSpPr>
            <a:grpSpLocks/>
          </p:cNvGrpSpPr>
          <p:nvPr/>
        </p:nvGrpSpPr>
        <p:grpSpPr bwMode="auto">
          <a:xfrm>
            <a:off x="1007533" y="1166648"/>
            <a:ext cx="8968263" cy="1836737"/>
            <a:chOff x="755576" y="950387"/>
            <a:chExt cx="6725772" cy="1837591"/>
          </a:xfrm>
        </p:grpSpPr>
        <p:sp>
          <p:nvSpPr>
            <p:cNvPr id="27675" name="TextBox 2"/>
            <p:cNvSpPr txBox="1">
              <a:spLocks noChangeArrowheads="1"/>
            </p:cNvSpPr>
            <p:nvPr/>
          </p:nvSpPr>
          <p:spPr bwMode="auto">
            <a:xfrm>
              <a:off x="755576" y="1628800"/>
              <a:ext cx="4464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lang="zh-CN" altLang="en-US" sz="2400" dirty="0"/>
                <a:t>由</a:t>
              </a:r>
              <a:r>
                <a:rPr lang="zh-CN" altLang="zh-CN" sz="2400" dirty="0"/>
                <a:t>矩阵乘法</a:t>
              </a:r>
              <a:r>
                <a:rPr lang="zh-CN" altLang="en-US" sz="2400" dirty="0"/>
                <a:t>定义</a:t>
              </a:r>
              <a:r>
                <a:rPr lang="zh-CN" altLang="zh-CN" sz="2400" dirty="0"/>
                <a:t>，</a:t>
              </a:r>
              <a:r>
                <a:rPr lang="zh-CN" altLang="zh-CN" sz="2400" dirty="0" smtClean="0"/>
                <a:t>线性</a:t>
              </a:r>
              <a:r>
                <a:rPr lang="zh-CN" altLang="en-US" sz="2400" dirty="0" smtClean="0"/>
                <a:t>变换</a:t>
              </a:r>
              <a:endParaRPr lang="zh-CN" altLang="en-US" sz="2400" dirty="0"/>
            </a:p>
          </p:txBody>
        </p:sp>
        <p:graphicFrame>
          <p:nvGraphicFramePr>
            <p:cNvPr id="2767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237651"/>
                </p:ext>
              </p:extLst>
            </p:nvPr>
          </p:nvGraphicFramePr>
          <p:xfrm>
            <a:off x="3700162" y="950387"/>
            <a:ext cx="3781186" cy="18375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830" name="Equation" r:id="rId3" imgW="1942920" imgH="939600" progId="Equation.DSMT4">
                    <p:embed/>
                  </p:oleObj>
                </mc:Choice>
                <mc:Fallback>
                  <p:oleObj name="Equation" r:id="rId3" imgW="1942920" imgH="939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0162" y="950387"/>
                          <a:ext cx="3781186" cy="18375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1007533" y="3284538"/>
            <a:ext cx="5386917" cy="461962"/>
            <a:chOff x="819200" y="3068960"/>
            <a:chExt cx="4040832" cy="461665"/>
          </a:xfrm>
        </p:grpSpPr>
        <p:sp>
          <p:nvSpPr>
            <p:cNvPr id="27673" name="TextBox 34"/>
            <p:cNvSpPr txBox="1">
              <a:spLocks noChangeArrowheads="1"/>
            </p:cNvSpPr>
            <p:nvPr/>
          </p:nvSpPr>
          <p:spPr bwMode="auto">
            <a:xfrm>
              <a:off x="819200" y="3068960"/>
              <a:ext cx="404083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lang="zh-CN" altLang="en-US" sz="2400" dirty="0"/>
                <a:t>可简写</a:t>
              </a:r>
              <a:r>
                <a:rPr lang="zh-CN" altLang="en-US" sz="2400" dirty="0" smtClean="0"/>
                <a:t>为             </a:t>
              </a:r>
              <a:r>
                <a:rPr lang="zh-CN" altLang="en-US" sz="2400" dirty="0"/>
                <a:t>，其中：</a:t>
              </a:r>
            </a:p>
          </p:txBody>
        </p:sp>
        <p:graphicFrame>
          <p:nvGraphicFramePr>
            <p:cNvPr id="27674" name="对象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738023"/>
                </p:ext>
              </p:extLst>
            </p:nvPr>
          </p:nvGraphicFramePr>
          <p:xfrm>
            <a:off x="1850843" y="3138765"/>
            <a:ext cx="1013383" cy="3220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831" name="Equation" r:id="rId5" imgW="520560" imgH="164880" progId="Equation.DSMT4">
                    <p:embed/>
                  </p:oleObj>
                </mc:Choice>
                <mc:Fallback>
                  <p:oleObj name="Equation" r:id="rId5" imgW="52056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0843" y="3138765"/>
                          <a:ext cx="1013383" cy="3220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4326523"/>
              </p:ext>
            </p:extLst>
          </p:nvPr>
        </p:nvGraphicFramePr>
        <p:xfrm>
          <a:off x="1284890" y="3999405"/>
          <a:ext cx="3803651" cy="207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32" name="Equation" r:id="rId7" imgW="1612800" imgH="1168200" progId="Equation.DSMT4">
                  <p:embed/>
                </p:oleObj>
              </mc:Choice>
              <mc:Fallback>
                <p:oleObj name="Equation" r:id="rId7" imgW="1612800" imgH="1168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4890" y="3999405"/>
                        <a:ext cx="3803651" cy="207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8959587"/>
              </p:ext>
            </p:extLst>
          </p:nvPr>
        </p:nvGraphicFramePr>
        <p:xfrm>
          <a:off x="7465028" y="3980902"/>
          <a:ext cx="1438275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33" name="Equation" r:id="rId9" imgW="609480" imgH="939600" progId="Equation.DSMT4">
                  <p:embed/>
                </p:oleObj>
              </mc:Choice>
              <mc:Fallback>
                <p:oleObj name="Equation" r:id="rId9" imgW="60948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5028" y="3980902"/>
                        <a:ext cx="1438275" cy="167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8531978"/>
              </p:ext>
            </p:extLst>
          </p:nvPr>
        </p:nvGraphicFramePr>
        <p:xfrm>
          <a:off x="5493059" y="3974553"/>
          <a:ext cx="1466850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34" name="Equation" r:id="rId11" imgW="622080" imgH="939600" progId="Equation.DSMT4">
                  <p:embed/>
                </p:oleObj>
              </mc:Choice>
              <mc:Fallback>
                <p:oleObj name="Equation" r:id="rId11" imgW="62208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3059" y="3974553"/>
                        <a:ext cx="1466850" cy="167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387931" y="1160568"/>
            <a:ext cx="3783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线性变换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的矩阵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</a:p>
        </p:txBody>
      </p:sp>
    </p:spTree>
    <p:extLst>
      <p:ext uri="{BB962C8B-B14F-4D97-AF65-F5344CB8AC3E}">
        <p14:creationId xmlns:p14="http://schemas.microsoft.com/office/powerpoint/2010/main" val="1969871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203200" y="-1322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3" name="Rectangle 6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4" name="Rectangle 8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5" name="Rectangle 10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6" name="Rectangle 1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7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8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9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0" name="Rectangle 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1" name="Rectangle 10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2" name="Rectangle 1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3" name="Rectangle 1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4" name="Rectangle 1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5" name="Rectangle 1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6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7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75" name="TextBox 2"/>
          <p:cNvSpPr txBox="1">
            <a:spLocks noChangeArrowheads="1"/>
          </p:cNvSpPr>
          <p:nvPr/>
        </p:nvSpPr>
        <p:spPr bwMode="auto">
          <a:xfrm>
            <a:off x="870897" y="1628313"/>
            <a:ext cx="41110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400" dirty="0" smtClean="0"/>
              <a:t>给定两个</a:t>
            </a:r>
            <a:r>
              <a:rPr lang="zh-CN" altLang="zh-CN" sz="2400" dirty="0" smtClean="0"/>
              <a:t>线性</a:t>
            </a:r>
            <a:r>
              <a:rPr lang="zh-CN" altLang="en-US" sz="2400" dirty="0" smtClean="0"/>
              <a:t>变换</a:t>
            </a:r>
            <a:endParaRPr lang="zh-CN" altLang="en-US" sz="2400" dirty="0"/>
          </a:p>
        </p:txBody>
      </p:sp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6003852"/>
              </p:ext>
            </p:extLst>
          </p:nvPr>
        </p:nvGraphicFramePr>
        <p:xfrm>
          <a:off x="856510" y="3934975"/>
          <a:ext cx="2995613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90" name="Equation" r:id="rId3" imgW="1269720" imgH="482400" progId="Equation.DSMT4">
                  <p:embed/>
                </p:oleObj>
              </mc:Choice>
              <mc:Fallback>
                <p:oleObj name="Equation" r:id="rId3" imgW="12697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510" y="3934975"/>
                        <a:ext cx="2995613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7317130"/>
              </p:ext>
            </p:extLst>
          </p:nvPr>
        </p:nvGraphicFramePr>
        <p:xfrm>
          <a:off x="6026588" y="3725535"/>
          <a:ext cx="4310062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91" name="Equation" r:id="rId5" imgW="1828800" imgH="711000" progId="Equation.DSMT4">
                  <p:embed/>
                </p:oleObj>
              </mc:Choice>
              <mc:Fallback>
                <p:oleObj name="Equation" r:id="rId5" imgW="182880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6588" y="3725535"/>
                        <a:ext cx="4310062" cy="126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998503"/>
              </p:ext>
            </p:extLst>
          </p:nvPr>
        </p:nvGraphicFramePr>
        <p:xfrm>
          <a:off x="1232557" y="2089978"/>
          <a:ext cx="324485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92" name="Equation" r:id="rId7" imgW="1777680" imgH="482400" progId="Equation.DSMT4">
                  <p:embed/>
                </p:oleObj>
              </mc:Choice>
              <mc:Fallback>
                <p:oleObj name="Equation" r:id="rId7" imgW="17776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2557" y="2089978"/>
                        <a:ext cx="3244850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0555291"/>
              </p:ext>
            </p:extLst>
          </p:nvPr>
        </p:nvGraphicFramePr>
        <p:xfrm>
          <a:off x="4702175" y="1933575"/>
          <a:ext cx="299720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93" name="Equation" r:id="rId9" imgW="1358640" imgH="711000" progId="Equation.DSMT4">
                  <p:embed/>
                </p:oleObj>
              </mc:Choice>
              <mc:Fallback>
                <p:oleObj name="Equation" r:id="rId9" imgW="1358640" imgH="7110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2175" y="1933575"/>
                        <a:ext cx="299720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1007532" y="3053557"/>
            <a:ext cx="5386917" cy="477536"/>
            <a:chOff x="1007532" y="3053557"/>
            <a:chExt cx="5386917" cy="477536"/>
          </a:xfrm>
        </p:grpSpPr>
        <p:grpSp>
          <p:nvGrpSpPr>
            <p:cNvPr id="8" name="组合 7"/>
            <p:cNvGrpSpPr>
              <a:grpSpLocks/>
            </p:cNvGrpSpPr>
            <p:nvPr/>
          </p:nvGrpSpPr>
          <p:grpSpPr bwMode="auto">
            <a:xfrm>
              <a:off x="1007532" y="3053557"/>
              <a:ext cx="5386917" cy="461962"/>
              <a:chOff x="819200" y="3068960"/>
              <a:chExt cx="4040832" cy="461665"/>
            </a:xfrm>
          </p:grpSpPr>
          <p:sp>
            <p:nvSpPr>
              <p:cNvPr id="27673" name="TextBox 34"/>
              <p:cNvSpPr txBox="1">
                <a:spLocks noChangeArrowheads="1"/>
              </p:cNvSpPr>
              <p:nvPr/>
            </p:nvSpPr>
            <p:spPr bwMode="auto">
              <a:xfrm>
                <a:off x="819200" y="3068960"/>
                <a:ext cx="404083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9pPr>
              </a:lstStyle>
              <a:p>
                <a:pPr algn="l" eaLnBrk="1" hangingPunct="1"/>
                <a:r>
                  <a:rPr lang="zh-CN" altLang="en-US" sz="2400" dirty="0" smtClean="0"/>
                  <a:t>求出从         到        的线性变换</a:t>
                </a:r>
                <a:endParaRPr lang="zh-CN" altLang="en-US" sz="2400" dirty="0"/>
              </a:p>
            </p:txBody>
          </p:sp>
          <p:graphicFrame>
            <p:nvGraphicFramePr>
              <p:cNvPr id="27674" name="对象 3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78491903"/>
                  </p:ext>
                </p:extLst>
              </p:nvPr>
            </p:nvGraphicFramePr>
            <p:xfrm>
              <a:off x="1615540" y="3084825"/>
              <a:ext cx="643040" cy="445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5494" name="Equation" r:id="rId11" imgW="330120" imgH="228600" progId="Equation.DSMT4">
                      <p:embed/>
                    </p:oleObj>
                  </mc:Choice>
                  <mc:Fallback>
                    <p:oleObj name="Equation" r:id="rId11" imgW="33012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15540" y="3084825"/>
                            <a:ext cx="643040" cy="4458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1" name="对象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07428915"/>
                </p:ext>
              </p:extLst>
            </p:nvPr>
          </p:nvGraphicFramePr>
          <p:xfrm>
            <a:off x="3239821" y="3085006"/>
            <a:ext cx="922337" cy="446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495" name="Equation" r:id="rId13" imgW="355320" imgH="228600" progId="Equation.DSMT4">
                    <p:embed/>
                  </p:oleObj>
                </mc:Choice>
                <mc:Fallback>
                  <p:oleObj name="Equation" r:id="rId13" imgW="3553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9821" y="3085006"/>
                          <a:ext cx="922337" cy="4460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2942317"/>
              </p:ext>
            </p:extLst>
          </p:nvPr>
        </p:nvGraphicFramePr>
        <p:xfrm>
          <a:off x="1166484" y="3515519"/>
          <a:ext cx="192246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96" name="Equation" r:id="rId15" imgW="1054080" imgH="203040" progId="Equation.DSMT4">
                  <p:embed/>
                </p:oleObj>
              </mc:Choice>
              <mc:Fallback>
                <p:oleObj name="Equation" r:id="rId15" imgW="1054080" imgH="20304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484" y="3515519"/>
                        <a:ext cx="1922462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8215383"/>
              </p:ext>
            </p:extLst>
          </p:nvPr>
        </p:nvGraphicFramePr>
        <p:xfrm>
          <a:off x="3783011" y="3706319"/>
          <a:ext cx="2187575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97" name="Equation" r:id="rId17" imgW="927000" imgH="711000" progId="Equation.DSMT4">
                  <p:embed/>
                </p:oleObj>
              </mc:Choice>
              <mc:Fallback>
                <p:oleObj name="Equation" r:id="rId17" imgW="927000" imgH="711000" progId="Equation.DSMT4">
                  <p:embed/>
                  <p:pic>
                    <p:nvPicPr>
                      <p:cNvPr id="0" name="对象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3011" y="3706319"/>
                        <a:ext cx="2187575" cy="126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70897" y="4918841"/>
            <a:ext cx="3489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将（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II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）代入（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）可得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62455" y="1166648"/>
            <a:ext cx="3783724" cy="46166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线性变换复合的矩阵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3945954"/>
              </p:ext>
            </p:extLst>
          </p:nvPr>
        </p:nvGraphicFramePr>
        <p:xfrm>
          <a:off x="1068649" y="5380506"/>
          <a:ext cx="6583363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98" name="Equation" r:id="rId19" imgW="3606480" imgH="482400" progId="Equation.DSMT4">
                  <p:embed/>
                </p:oleObj>
              </mc:Choice>
              <mc:Fallback>
                <p:oleObj name="Equation" r:id="rId19" imgW="3606480" imgH="4824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8649" y="5380506"/>
                        <a:ext cx="6583363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72065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75" grpId="0"/>
      <p:bldP spid="5" grpId="0"/>
      <p:bldP spid="3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203200" y="-1322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3" name="Rectangle 6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4" name="Rectangle 8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5" name="Rectangle 10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6" name="Rectangle 1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7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8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9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0" name="Rectangle 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1" name="Rectangle 10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2" name="Rectangle 1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3" name="Rectangle 1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4" name="Rectangle 1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5" name="Rectangle 1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6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7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772511" y="5623445"/>
            <a:ext cx="5386917" cy="509148"/>
            <a:chOff x="1255986" y="5623445"/>
            <a:chExt cx="5386917" cy="509148"/>
          </a:xfrm>
        </p:grpSpPr>
        <p:graphicFrame>
          <p:nvGraphicFramePr>
            <p:cNvPr id="31" name="对象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7608284"/>
                </p:ext>
              </p:extLst>
            </p:nvPr>
          </p:nvGraphicFramePr>
          <p:xfrm>
            <a:off x="2737945" y="5623445"/>
            <a:ext cx="922337" cy="446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879" name="Equation" r:id="rId3" imgW="355320" imgH="228600" progId="Equation.DSMT4">
                    <p:embed/>
                  </p:oleObj>
                </mc:Choice>
                <mc:Fallback>
                  <p:oleObj name="Equation" r:id="rId3" imgW="3553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7945" y="5623445"/>
                          <a:ext cx="922337" cy="4460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" name="组合 9"/>
            <p:cNvGrpSpPr/>
            <p:nvPr/>
          </p:nvGrpSpPr>
          <p:grpSpPr>
            <a:xfrm>
              <a:off x="1255986" y="5649774"/>
              <a:ext cx="5386917" cy="482819"/>
              <a:chOff x="1255986" y="5649774"/>
              <a:chExt cx="5386917" cy="482819"/>
            </a:xfrm>
          </p:grpSpPr>
          <p:grpSp>
            <p:nvGrpSpPr>
              <p:cNvPr id="8" name="组合 7"/>
              <p:cNvGrpSpPr>
                <a:grpSpLocks/>
              </p:cNvGrpSpPr>
              <p:nvPr/>
            </p:nvGrpSpPr>
            <p:grpSpPr bwMode="auto">
              <a:xfrm>
                <a:off x="1255986" y="5649774"/>
                <a:ext cx="5386917" cy="482819"/>
                <a:chOff x="855775" y="3111139"/>
                <a:chExt cx="4040832" cy="482509"/>
              </a:xfrm>
            </p:grpSpPr>
            <p:sp>
              <p:nvSpPr>
                <p:cNvPr id="27673" name="TextBox 34"/>
                <p:cNvSpPr txBox="1">
                  <a:spLocks noChangeArrowheads="1"/>
                </p:cNvSpPr>
                <p:nvPr/>
              </p:nvSpPr>
              <p:spPr bwMode="auto">
                <a:xfrm>
                  <a:off x="855775" y="3131983"/>
                  <a:ext cx="4040832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9pPr>
                </a:lstStyle>
                <a:p>
                  <a:pPr algn="l" eaLnBrk="1" hangingPunct="1"/>
                  <a:r>
                    <a:rPr lang="zh-CN" altLang="en-US" sz="2400" dirty="0" smtClean="0"/>
                    <a:t>从        到        的线性变换</a:t>
                  </a:r>
                  <a:endParaRPr lang="zh-CN" altLang="en-US" sz="2400" dirty="0"/>
                </a:p>
              </p:txBody>
            </p:sp>
            <p:graphicFrame>
              <p:nvGraphicFramePr>
                <p:cNvPr id="27674" name="对象 37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190211411"/>
                    </p:ext>
                  </p:extLst>
                </p:nvPr>
              </p:nvGraphicFramePr>
              <p:xfrm>
                <a:off x="1126730" y="3111139"/>
                <a:ext cx="643040" cy="4458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21880" name="Equation" r:id="rId5" imgW="330120" imgH="228600" progId="Equation.DSMT4">
                        <p:embed/>
                      </p:oleObj>
                    </mc:Choice>
                    <mc:Fallback>
                      <p:oleObj name="Equation" r:id="rId5" imgW="330120" imgH="2286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26730" y="3111139"/>
                              <a:ext cx="643040" cy="4458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3" name="对象 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83291308"/>
                  </p:ext>
                </p:extLst>
              </p:nvPr>
            </p:nvGraphicFramePr>
            <p:xfrm>
              <a:off x="5200102" y="5703174"/>
              <a:ext cx="1296988" cy="3968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1881" name="Equation" r:id="rId7" imgW="711000" imgH="203040" progId="Equation.DSMT4">
                      <p:embed/>
                    </p:oleObj>
                  </mc:Choice>
                  <mc:Fallback>
                    <p:oleObj name="Equation" r:id="rId7" imgW="71100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00102" y="5703174"/>
                            <a:ext cx="1296988" cy="3968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2279070"/>
              </p:ext>
            </p:extLst>
          </p:nvPr>
        </p:nvGraphicFramePr>
        <p:xfrm>
          <a:off x="1007532" y="1838519"/>
          <a:ext cx="6583363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82" name="Equation" r:id="rId9" imgW="3606480" imgH="482400" progId="Equation.DSMT4">
                  <p:embed/>
                </p:oleObj>
              </mc:Choice>
              <mc:Fallback>
                <p:oleObj name="Equation" r:id="rId9" imgW="36064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7532" y="1838519"/>
                        <a:ext cx="6583363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693683" y="2775126"/>
            <a:ext cx="1418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整理可得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485845"/>
              </p:ext>
            </p:extLst>
          </p:nvPr>
        </p:nvGraphicFramePr>
        <p:xfrm>
          <a:off x="1255986" y="4629412"/>
          <a:ext cx="635000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83" name="Equation" r:id="rId11" imgW="3479760" imgH="482400" progId="Equation.DSMT4">
                  <p:embed/>
                </p:oleObj>
              </mc:Choice>
              <mc:Fallback>
                <p:oleObj name="Equation" r:id="rId11" imgW="3479760" imgH="4824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5986" y="4629412"/>
                        <a:ext cx="6350000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772511" y="4167747"/>
            <a:ext cx="3032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该线性变换的矩阵为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7514999"/>
              </p:ext>
            </p:extLst>
          </p:nvPr>
        </p:nvGraphicFramePr>
        <p:xfrm>
          <a:off x="1403131" y="3236791"/>
          <a:ext cx="64674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84" name="Equation" r:id="rId13" imgW="3543120" imgH="482400" progId="Equation.DSMT4">
                  <p:embed/>
                </p:oleObj>
              </mc:Choice>
              <mc:Fallback>
                <p:oleObj name="Equation" r:id="rId13" imgW="3543120" imgH="4824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131" y="3236791"/>
                        <a:ext cx="646747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693683" y="1166648"/>
            <a:ext cx="3783724" cy="46166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线性变换复合的矩阵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</a:p>
        </p:txBody>
      </p:sp>
    </p:spTree>
    <p:extLst>
      <p:ext uri="{BB962C8B-B14F-4D97-AF65-F5344CB8AC3E}">
        <p14:creationId xmlns:p14="http://schemas.microsoft.com/office/powerpoint/2010/main" val="851880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6" grpId="0"/>
      <p:bldP spid="3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12"/>
          <p:cNvSpPr>
            <a:spLocks noChangeArrowheads="1"/>
          </p:cNvSpPr>
          <p:nvPr/>
        </p:nvSpPr>
        <p:spPr bwMode="auto">
          <a:xfrm>
            <a:off x="1016000" y="1127360"/>
            <a:ext cx="47921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方阵的幂运算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24" name="Rectangle 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725" name="Rectangle 4"/>
          <p:cNvSpPr>
            <a:spLocks noChangeArrowheads="1"/>
          </p:cNvSpPr>
          <p:nvPr/>
        </p:nvSpPr>
        <p:spPr bwMode="auto">
          <a:xfrm>
            <a:off x="203200" y="-1322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727" name="Rectangle 8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728" name="Rectangle 10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729" name="Rectangle 1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730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256367" y="2349500"/>
          <a:ext cx="5988051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95" name="Equation" r:id="rId3" imgW="2095500" imgH="228600" progId="Equation.DSMT4">
                  <p:embed/>
                </p:oleObj>
              </mc:Choice>
              <mc:Fallback>
                <p:oleObj name="Equation" r:id="rId3" imgW="20955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6367" y="2349500"/>
                        <a:ext cx="5988051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1871134" y="1700213"/>
          <a:ext cx="6167967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96" name="Equation" r:id="rId5" imgW="2159000" imgH="215900" progId="Equation.DSMT4">
                  <p:embed/>
                </p:oleObj>
              </mc:Choice>
              <mc:Fallback>
                <p:oleObj name="Equation" r:id="rId5" imgW="21590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134" y="1700213"/>
                        <a:ext cx="6167967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横卷形 23"/>
          <p:cNvSpPr/>
          <p:nvPr/>
        </p:nvSpPr>
        <p:spPr>
          <a:xfrm>
            <a:off x="954618" y="2997201"/>
            <a:ext cx="2070100" cy="792163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dirty="0">
                <a:solidFill>
                  <a:schemeClr val="tx1"/>
                </a:solidFill>
              </a:rPr>
              <a:t>运算律</a:t>
            </a: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1435869"/>
              </p:ext>
            </p:extLst>
          </p:nvPr>
        </p:nvGraphicFramePr>
        <p:xfrm>
          <a:off x="3720153" y="3175794"/>
          <a:ext cx="232198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97" name="Equation" r:id="rId7" imgW="812520" imgH="203040" progId="Equation.DSMT4">
                  <p:embed/>
                </p:oleObj>
              </mc:Choice>
              <mc:Fallback>
                <p:oleObj name="Equation" r:id="rId7" imgW="8125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0153" y="3175794"/>
                        <a:ext cx="2321983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0943114"/>
              </p:ext>
            </p:extLst>
          </p:nvPr>
        </p:nvGraphicFramePr>
        <p:xfrm>
          <a:off x="3776133" y="3866001"/>
          <a:ext cx="2032000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98" name="Equation" r:id="rId9" imgW="711000" imgH="304560" progId="Equation.DSMT4">
                  <p:embed/>
                </p:oleObj>
              </mc:Choice>
              <mc:Fallback>
                <p:oleObj name="Equation" r:id="rId9" imgW="7110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6133" y="3866001"/>
                        <a:ext cx="2032000" cy="65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0733993"/>
              </p:ext>
            </p:extLst>
          </p:nvPr>
        </p:nvGraphicFramePr>
        <p:xfrm>
          <a:off x="954618" y="4712139"/>
          <a:ext cx="3666067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99" name="Equation" r:id="rId11" imgW="1282700" imgH="279400" progId="Equation.DSMT4">
                  <p:embed/>
                </p:oleObj>
              </mc:Choice>
              <mc:Fallback>
                <p:oleObj name="Equation" r:id="rId11" imgW="12827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4618" y="4712139"/>
                        <a:ext cx="3666067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954618" y="5528045"/>
            <a:ext cx="4407338" cy="461665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什么条件下上式成立？</a:t>
            </a:r>
          </a:p>
        </p:txBody>
      </p:sp>
    </p:spTree>
    <p:extLst>
      <p:ext uri="{BB962C8B-B14F-4D97-AF65-F5344CB8AC3E}">
        <p14:creationId xmlns:p14="http://schemas.microsoft.com/office/powerpoint/2010/main" val="1833810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/>
          <p:cNvSpPr txBox="1">
            <a:spLocks noChangeArrowheads="1"/>
          </p:cNvSpPr>
          <p:nvPr/>
        </p:nvSpPr>
        <p:spPr bwMode="auto">
          <a:xfrm>
            <a:off x="1433431" y="3309611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itchFamily="2" charset="-122"/>
              </a:rPr>
              <a:t>解</a:t>
            </a:r>
          </a:p>
        </p:txBody>
      </p:sp>
      <p:graphicFrame>
        <p:nvGraphicFramePr>
          <p:cNvPr id="727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6604730"/>
              </p:ext>
            </p:extLst>
          </p:nvPr>
        </p:nvGraphicFramePr>
        <p:xfrm>
          <a:off x="2193158" y="2758421"/>
          <a:ext cx="6028267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40" name="公式" r:id="rId3" imgW="4521200" imgH="1625600" progId="Equation.3">
                  <p:embed/>
                </p:oleObj>
              </mc:Choice>
              <mc:Fallback>
                <p:oleObj name="公式" r:id="rId3" imgW="4521200" imgH="1625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3158" y="2758421"/>
                        <a:ext cx="6028267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3303633"/>
              </p:ext>
            </p:extLst>
          </p:nvPr>
        </p:nvGraphicFramePr>
        <p:xfrm>
          <a:off x="3048000" y="4703818"/>
          <a:ext cx="3454400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41" name="Equation" r:id="rId5" imgW="2590800" imgH="1612900" progId="Equation.3">
                  <p:embed/>
                </p:oleObj>
              </mc:Choice>
              <mc:Fallback>
                <p:oleObj name="Equation" r:id="rId5" imgW="2590800" imgH="1612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703818"/>
                        <a:ext cx="3454400" cy="161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626238"/>
              </p:ext>
            </p:extLst>
          </p:nvPr>
        </p:nvGraphicFramePr>
        <p:xfrm>
          <a:off x="2182649" y="1168623"/>
          <a:ext cx="5384800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42" name="Equation" r:id="rId7" imgW="3517900" imgH="1511300" progId="Equation.3">
                  <p:embed/>
                </p:oleObj>
              </mc:Choice>
              <mc:Fallback>
                <p:oleObj name="Equation" r:id="rId7" imgW="3517900" imgH="151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2649" y="1168623"/>
                        <a:ext cx="5384800" cy="141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6" name="Rectangle 6"/>
          <p:cNvSpPr>
            <a:spLocks noChangeArrowheads="1"/>
          </p:cNvSpPr>
          <p:nvPr/>
        </p:nvSpPr>
        <p:spPr bwMode="auto">
          <a:xfrm>
            <a:off x="1342861" y="1615038"/>
            <a:ext cx="7264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 smtClean="0"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800" b="1" dirty="0" smtClean="0">
                <a:latin typeface="黑体" pitchFamily="2" charset="-122"/>
                <a:ea typeface="黑体" pitchFamily="2" charset="-122"/>
              </a:rPr>
              <a:t>6</a:t>
            </a:r>
            <a:endParaRPr lang="en-US" altLang="zh-CN" sz="2800" b="1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6289272"/>
              </p:ext>
            </p:extLst>
          </p:nvPr>
        </p:nvGraphicFramePr>
        <p:xfrm>
          <a:off x="1114097" y="1077310"/>
          <a:ext cx="76200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64" name="公式" r:id="rId3" imgW="6210300" imgH="1676400" progId="Equation.3">
                  <p:embed/>
                </p:oleObj>
              </mc:Choice>
              <mc:Fallback>
                <p:oleObj name="公式" r:id="rId3" imgW="6210300" imgH="167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097" y="1077310"/>
                        <a:ext cx="76200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5144085"/>
              </p:ext>
            </p:extLst>
          </p:nvPr>
        </p:nvGraphicFramePr>
        <p:xfrm>
          <a:off x="1678152" y="2554674"/>
          <a:ext cx="3759200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65" name="公式" r:id="rId5" imgW="2895600" imgH="1676400" progId="Equation.3">
                  <p:embed/>
                </p:oleObj>
              </mc:Choice>
              <mc:Fallback>
                <p:oleObj name="公式" r:id="rId5" imgW="2895600" imgH="167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8152" y="2554674"/>
                        <a:ext cx="3759200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5773682" y="2966546"/>
            <a:ext cx="19880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由此归纳出</a:t>
            </a:r>
          </a:p>
        </p:txBody>
      </p:sp>
      <p:graphicFrame>
        <p:nvGraphicFramePr>
          <p:cNvPr id="737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0655616"/>
              </p:ext>
            </p:extLst>
          </p:nvPr>
        </p:nvGraphicFramePr>
        <p:xfrm>
          <a:off x="578069" y="4059621"/>
          <a:ext cx="8519584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66" name="公式" r:id="rId7" imgW="6388100" imgH="2286000" progId="Equation.3">
                  <p:embed/>
                </p:oleObj>
              </mc:Choice>
              <mc:Fallback>
                <p:oleObj name="公式" r:id="rId7" imgW="6388100" imgH="228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069" y="4059621"/>
                        <a:ext cx="8519584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2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1145627" y="1335146"/>
            <a:ext cx="30700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/>
              <a:t>用数学归纳法证明</a:t>
            </a:r>
          </a:p>
        </p:txBody>
      </p:sp>
      <p:grpSp>
        <p:nvGrpSpPr>
          <p:cNvPr id="74755" name="Group 3"/>
          <p:cNvGrpSpPr>
            <a:grpSpLocks/>
          </p:cNvGrpSpPr>
          <p:nvPr/>
        </p:nvGrpSpPr>
        <p:grpSpPr bwMode="auto">
          <a:xfrm>
            <a:off x="4460876" y="1334490"/>
            <a:ext cx="3786717" cy="523876"/>
            <a:chOff x="144" y="1776"/>
            <a:chExt cx="1789" cy="330"/>
          </a:xfrm>
        </p:grpSpPr>
        <p:sp>
          <p:nvSpPr>
            <p:cNvPr id="43017" name="Text Box 4"/>
            <p:cNvSpPr txBox="1">
              <a:spLocks noChangeArrowheads="1"/>
            </p:cNvSpPr>
            <p:nvPr/>
          </p:nvSpPr>
          <p:spPr bwMode="auto">
            <a:xfrm>
              <a:off x="144" y="1776"/>
              <a:ext cx="178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/>
                <a:t>当           时，显然成立</a:t>
              </a:r>
              <a:r>
                <a:rPr lang="en-US" altLang="zh-CN" sz="2800" b="1" dirty="0">
                  <a:solidFill>
                    <a:schemeClr val="bg2"/>
                  </a:solidFill>
                </a:rPr>
                <a:t>.</a:t>
              </a:r>
            </a:p>
          </p:txBody>
        </p:sp>
        <p:graphicFrame>
          <p:nvGraphicFramePr>
            <p:cNvPr id="43018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7071800"/>
                </p:ext>
              </p:extLst>
            </p:nvPr>
          </p:nvGraphicFramePr>
          <p:xfrm>
            <a:off x="346" y="1837"/>
            <a:ext cx="528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602" name="公式" r:id="rId3" imgW="838200" imgH="330200" progId="Equation.3">
                    <p:embed/>
                  </p:oleObj>
                </mc:Choice>
                <mc:Fallback>
                  <p:oleObj name="公式" r:id="rId3" imgW="838200" imgH="330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" y="1837"/>
                          <a:ext cx="528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4758" name="Group 6"/>
          <p:cNvGrpSpPr>
            <a:grpSpLocks/>
          </p:cNvGrpSpPr>
          <p:nvPr/>
        </p:nvGrpSpPr>
        <p:grpSpPr bwMode="auto">
          <a:xfrm>
            <a:off x="1219201" y="2133604"/>
            <a:ext cx="6483350" cy="523876"/>
            <a:chOff x="182" y="2106"/>
            <a:chExt cx="3063" cy="330"/>
          </a:xfrm>
        </p:grpSpPr>
        <p:sp>
          <p:nvSpPr>
            <p:cNvPr id="43014" name="Text Box 7"/>
            <p:cNvSpPr txBox="1">
              <a:spLocks noChangeArrowheads="1"/>
            </p:cNvSpPr>
            <p:nvPr/>
          </p:nvSpPr>
          <p:spPr bwMode="auto">
            <a:xfrm>
              <a:off x="182" y="2106"/>
              <a:ext cx="306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/>
                <a:t>假设           </a:t>
              </a:r>
              <a:r>
                <a:rPr lang="zh-CN" altLang="en-US" sz="2800" b="1" dirty="0" smtClean="0"/>
                <a:t>  时成立，则                    时 </a:t>
              </a:r>
              <a:r>
                <a:rPr lang="zh-CN" altLang="en-US" sz="2800" b="1" dirty="0" smtClean="0">
                  <a:solidFill>
                    <a:schemeClr val="bg2"/>
                  </a:solidFill>
                </a:rPr>
                <a:t>，</a:t>
              </a:r>
              <a:endParaRPr lang="zh-CN" altLang="en-US" sz="2800" b="1" dirty="0">
                <a:solidFill>
                  <a:schemeClr val="bg2"/>
                </a:solidFill>
              </a:endParaRPr>
            </a:p>
          </p:txBody>
        </p:sp>
        <p:graphicFrame>
          <p:nvGraphicFramePr>
            <p:cNvPr id="43015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3067350"/>
                </p:ext>
              </p:extLst>
            </p:nvPr>
          </p:nvGraphicFramePr>
          <p:xfrm>
            <a:off x="540" y="2167"/>
            <a:ext cx="536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603" name="公式" r:id="rId5" imgW="850531" imgH="330057" progId="Equation.3">
                    <p:embed/>
                  </p:oleObj>
                </mc:Choice>
                <mc:Fallback>
                  <p:oleObj name="公式" r:id="rId5" imgW="850531" imgH="3300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" y="2167"/>
                          <a:ext cx="536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6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7549541"/>
                </p:ext>
              </p:extLst>
            </p:nvPr>
          </p:nvGraphicFramePr>
          <p:xfrm>
            <a:off x="1971" y="2175"/>
            <a:ext cx="792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604" name="公式" r:id="rId7" imgW="1371600" imgH="330200" progId="Equation.3">
                    <p:embed/>
                  </p:oleObj>
                </mc:Choice>
                <mc:Fallback>
                  <p:oleObj name="公式" r:id="rId7" imgW="1371600" imgH="330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1" y="2175"/>
                          <a:ext cx="792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47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554323"/>
              </p:ext>
            </p:extLst>
          </p:nvPr>
        </p:nvGraphicFramePr>
        <p:xfrm>
          <a:off x="428443" y="2958662"/>
          <a:ext cx="9872133" cy="221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05" name="Equation" r:id="rId9" imgW="7886700" imgH="2197100" progId="Equation.3">
                  <p:embed/>
                </p:oleObj>
              </mc:Choice>
              <mc:Fallback>
                <p:oleObj name="Equation" r:id="rId9" imgW="7886700" imgH="219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43" y="2958662"/>
                        <a:ext cx="9872133" cy="221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778" name="Group 2"/>
          <p:cNvGrpSpPr>
            <a:grpSpLocks/>
          </p:cNvGrpSpPr>
          <p:nvPr/>
        </p:nvGrpSpPr>
        <p:grpSpPr bwMode="auto">
          <a:xfrm>
            <a:off x="1051035" y="3200404"/>
            <a:ext cx="3845983" cy="523876"/>
            <a:chOff x="144" y="1728"/>
            <a:chExt cx="1817" cy="330"/>
          </a:xfrm>
        </p:grpSpPr>
        <p:sp>
          <p:nvSpPr>
            <p:cNvPr id="44037" name="Text Box 3"/>
            <p:cNvSpPr txBox="1">
              <a:spLocks noChangeArrowheads="1"/>
            </p:cNvSpPr>
            <p:nvPr/>
          </p:nvSpPr>
          <p:spPr bwMode="auto">
            <a:xfrm>
              <a:off x="144" y="1728"/>
              <a:ext cx="181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/>
                <a:t>所以对于任意的   都有</a:t>
              </a:r>
            </a:p>
          </p:txBody>
        </p:sp>
        <p:graphicFrame>
          <p:nvGraphicFramePr>
            <p:cNvPr id="44038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4921139"/>
                </p:ext>
              </p:extLst>
            </p:nvPr>
          </p:nvGraphicFramePr>
          <p:xfrm>
            <a:off x="1379" y="1789"/>
            <a:ext cx="159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612" name="公式" r:id="rId3" imgW="253890" imgH="330057" progId="Equation.3">
                    <p:embed/>
                  </p:oleObj>
                </mc:Choice>
                <mc:Fallback>
                  <p:oleObj name="公式" r:id="rId3" imgW="253890" imgH="3300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9" y="1789"/>
                          <a:ext cx="159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57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6557153"/>
              </p:ext>
            </p:extLst>
          </p:nvPr>
        </p:nvGraphicFramePr>
        <p:xfrm>
          <a:off x="1439333" y="3972472"/>
          <a:ext cx="6451600" cy="219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13" name="Equation" r:id="rId5" imgW="4838700" imgH="2197100" progId="Equation.3">
                  <p:embed/>
                </p:oleObj>
              </mc:Choice>
              <mc:Fallback>
                <p:oleObj name="Equation" r:id="rId5" imgW="4838700" imgH="219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333" y="3972472"/>
                        <a:ext cx="6451600" cy="219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2549751"/>
              </p:ext>
            </p:extLst>
          </p:nvPr>
        </p:nvGraphicFramePr>
        <p:xfrm>
          <a:off x="1219201" y="1143004"/>
          <a:ext cx="73787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14" name="Equation" r:id="rId7" imgW="5041900" imgH="2197100" progId="Equation.3">
                  <p:embed/>
                </p:oleObj>
              </mc:Choice>
              <mc:Fallback>
                <p:oleObj name="Equation" r:id="rId7" imgW="5041900" imgH="219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1" y="1143004"/>
                        <a:ext cx="7378700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3509553"/>
              </p:ext>
            </p:extLst>
          </p:nvPr>
        </p:nvGraphicFramePr>
        <p:xfrm>
          <a:off x="1106488" y="3548063"/>
          <a:ext cx="4391025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20" name="Equation" r:id="rId3" imgW="1536480" imgH="253800" progId="Equation.DSMT4">
                  <p:embed/>
                </p:oleObj>
              </mc:Choice>
              <mc:Fallback>
                <p:oleObj name="Equation" r:id="rId3" imgW="1536480" imgH="253800" progId="Equation.DSMT4">
                  <p:embed/>
                  <p:pic>
                    <p:nvPicPr>
                      <p:cNvPr id="0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6488" y="3548063"/>
                        <a:ext cx="4391025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9615534"/>
              </p:ext>
            </p:extLst>
          </p:nvPr>
        </p:nvGraphicFramePr>
        <p:xfrm>
          <a:off x="1231024" y="1766285"/>
          <a:ext cx="8602663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21" name="Equation" r:id="rId5" imgW="3009600" imgH="253800" progId="Equation.DSMT4">
                  <p:embed/>
                </p:oleObj>
              </mc:Choice>
              <mc:Fallback>
                <p:oleObj name="Equation" r:id="rId5" imgW="3009600" imgH="253800" progId="Equation.DSMT4">
                  <p:embed/>
                  <p:pic>
                    <p:nvPicPr>
                      <p:cNvPr id="0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024" y="1766285"/>
                        <a:ext cx="8602663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1016000" y="1127360"/>
            <a:ext cx="47921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方阵的多项式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1387" name="Picture 1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847" y="2387875"/>
            <a:ext cx="10704513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5477068"/>
              </p:ext>
            </p:extLst>
          </p:nvPr>
        </p:nvGraphicFramePr>
        <p:xfrm>
          <a:off x="6099393" y="3252513"/>
          <a:ext cx="2322513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22" name="Equation" r:id="rId8" imgW="812520" imgH="457200" progId="Equation.DSMT4">
                  <p:embed/>
                </p:oleObj>
              </mc:Choice>
              <mc:Fallback>
                <p:oleObj name="Equation" r:id="rId8" imgW="812520" imgH="4572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9393" y="3252513"/>
                        <a:ext cx="2322513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0091353"/>
              </p:ext>
            </p:extLst>
          </p:nvPr>
        </p:nvGraphicFramePr>
        <p:xfrm>
          <a:off x="848054" y="4451569"/>
          <a:ext cx="10236201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23" name="Equation" r:id="rId10" imgW="3581280" imgH="495000" progId="Equation.DSMT4">
                  <p:embed/>
                </p:oleObj>
              </mc:Choice>
              <mc:Fallback>
                <p:oleObj name="Equation" r:id="rId10" imgW="3581280" imgH="4950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054" y="4451569"/>
                        <a:ext cx="10236201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115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2544234" y="3789364"/>
            <a:ext cx="575733" cy="20161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2544234" y="1700214"/>
            <a:ext cx="3071284" cy="43338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1750" name="Rectangle 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751" name="Rectangle 4"/>
          <p:cNvSpPr>
            <a:spLocks noChangeArrowheads="1"/>
          </p:cNvSpPr>
          <p:nvPr/>
        </p:nvSpPr>
        <p:spPr bwMode="auto">
          <a:xfrm>
            <a:off x="203200" y="-1322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752" name="Rectangle 6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753" name="Rectangle 8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754" name="Rectangle 10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755" name="Rectangle 1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756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5842000" y="2370138"/>
            <a:ext cx="345651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/>
              <a:t>则，转置矩阵为：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2525184" y="2168525"/>
            <a:ext cx="3073400" cy="4318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9" name="圆角矩形 28"/>
          <p:cNvSpPr/>
          <p:nvPr/>
        </p:nvSpPr>
        <p:spPr>
          <a:xfrm>
            <a:off x="3469218" y="3789364"/>
            <a:ext cx="575733" cy="201612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0" name="圆角矩形 29"/>
          <p:cNvSpPr/>
          <p:nvPr/>
        </p:nvSpPr>
        <p:spPr>
          <a:xfrm>
            <a:off x="2508251" y="3068638"/>
            <a:ext cx="3073400" cy="4318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1" name="圆角矩形 30"/>
          <p:cNvSpPr/>
          <p:nvPr/>
        </p:nvSpPr>
        <p:spPr>
          <a:xfrm>
            <a:off x="5232400" y="3794126"/>
            <a:ext cx="575733" cy="201612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1104901" y="3776663"/>
          <a:ext cx="4974167" cy="201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58" name="Equation" r:id="rId3" imgW="1739900" imgH="939800" progId="Equation.DSMT4">
                  <p:embed/>
                </p:oleObj>
              </mc:Choice>
              <mc:Fallback>
                <p:oleObj name="Equation" r:id="rId3" imgW="1739900" imgH="93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901" y="3776663"/>
                        <a:ext cx="4974167" cy="201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200151" y="1693863"/>
          <a:ext cx="4618567" cy="182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59" name="Equation" r:id="rId5" imgW="1778000" imgH="939800" progId="Equation.DSMT4">
                  <p:embed/>
                </p:oleObj>
              </mc:Choice>
              <mc:Fallback>
                <p:oleObj name="Equation" r:id="rId5" imgW="1778000" imgH="93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1" y="1693863"/>
                        <a:ext cx="4618567" cy="182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7143751" y="3808414"/>
          <a:ext cx="3831167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60" name="Equation" r:id="rId7" imgW="1473200" imgH="457200" progId="Equation.DSMT4">
                  <p:embed/>
                </p:oleObj>
              </mc:Choice>
              <mc:Fallback>
                <p:oleObj name="Equation" r:id="rId7" imgW="14732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1" y="3808414"/>
                        <a:ext cx="3831167" cy="890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7617885" y="4889500"/>
          <a:ext cx="3069167" cy="138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61" name="Equation" r:id="rId9" imgW="1180588" imgH="710891" progId="Equation.DSMT4">
                  <p:embed/>
                </p:oleObj>
              </mc:Choice>
              <mc:Fallback>
                <p:oleObj name="Equation" r:id="rId9" imgW="1180588" imgH="7108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7885" y="4889500"/>
                        <a:ext cx="3069167" cy="1385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/>
          <p:cNvGrpSpPr/>
          <p:nvPr/>
        </p:nvGrpSpPr>
        <p:grpSpPr>
          <a:xfrm>
            <a:off x="980881" y="1068818"/>
            <a:ext cx="2429302" cy="580029"/>
            <a:chOff x="723331" y="1201915"/>
            <a:chExt cx="2429302" cy="5800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" name="圆角矩形 25"/>
            <p:cNvSpPr/>
            <p:nvPr/>
          </p:nvSpPr>
          <p:spPr>
            <a:xfrm>
              <a:off x="723331" y="1201915"/>
              <a:ext cx="1544303" cy="580029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6"/>
            <p:cNvSpPr txBox="1"/>
            <p:nvPr/>
          </p:nvSpPr>
          <p:spPr>
            <a:xfrm>
              <a:off x="723331" y="1261096"/>
              <a:ext cx="24293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矩阵转置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3382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3" grpId="0"/>
      <p:bldP spid="22" grpId="0" animBg="1"/>
      <p:bldP spid="29" grpId="0" animBg="1"/>
      <p:bldP spid="30" grpId="0" animBg="1"/>
      <p:bldP spid="3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14"/>
          <p:cNvSpPr txBox="1">
            <a:spLocks noChangeArrowheads="1"/>
          </p:cNvSpPr>
          <p:nvPr/>
        </p:nvSpPr>
        <p:spPr bwMode="auto">
          <a:xfrm>
            <a:off x="7247467" y="404813"/>
            <a:ext cx="3937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sz="2000"/>
              <a:t>2.1  </a:t>
            </a:r>
            <a:r>
              <a:rPr kumimoji="1" lang="zh-CN" altLang="en-US" sz="2000">
                <a:latin typeface="Times New Roman" pitchFamily="18" charset="0"/>
                <a:ea typeface="黑体" pitchFamily="2" charset="-122"/>
              </a:rPr>
              <a:t>矩阵的定义与运算</a:t>
            </a:r>
          </a:p>
        </p:txBody>
      </p:sp>
      <p:sp>
        <p:nvSpPr>
          <p:cNvPr id="32771" name="Rectangle 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203200" y="-1322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773" name="Rectangle 6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774" name="Rectangle 8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775" name="Rectangle 10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776" name="Rectangle 1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777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" name="横卷形 23"/>
          <p:cNvSpPr/>
          <p:nvPr/>
        </p:nvSpPr>
        <p:spPr>
          <a:xfrm>
            <a:off x="912285" y="908051"/>
            <a:ext cx="2067983" cy="792163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dirty="0">
                <a:solidFill>
                  <a:schemeClr val="tx1"/>
                </a:solidFill>
              </a:rPr>
              <a:t>运算律</a:t>
            </a: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4028018" y="1047750"/>
          <a:ext cx="1748367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66" name="Equation" r:id="rId3" imgW="672808" imgH="304668" progId="Equation.DSMT4">
                  <p:embed/>
                </p:oleObj>
              </mc:Choice>
              <mc:Fallback>
                <p:oleObj name="Equation" r:id="rId3" imgW="672808" imgH="30466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8018" y="1047750"/>
                        <a:ext cx="1748367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4034367" y="1700213"/>
          <a:ext cx="3134784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67" name="Equation" r:id="rId5" imgW="1206500" imgH="279400" progId="Equation.DSMT4">
                  <p:embed/>
                </p:oleObj>
              </mc:Choice>
              <mc:Fallback>
                <p:oleObj name="Equation" r:id="rId5" imgW="12065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4367" y="1700213"/>
                        <a:ext cx="3134784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4057652" y="2336801"/>
          <a:ext cx="399203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68" name="Equation" r:id="rId7" imgW="1536700" imgH="279400" progId="Equation.DSMT4">
                  <p:embed/>
                </p:oleObj>
              </mc:Choice>
              <mc:Fallback>
                <p:oleObj name="Equation" r:id="rId7" imgW="15367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7652" y="2336801"/>
                        <a:ext cx="3992033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6801018"/>
              </p:ext>
            </p:extLst>
          </p:nvPr>
        </p:nvGraphicFramePr>
        <p:xfrm>
          <a:off x="4072467" y="2936876"/>
          <a:ext cx="2406651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69" name="Equation" r:id="rId9" imgW="927000" imgH="279360" progId="Equation.DSMT4">
                  <p:embed/>
                </p:oleObj>
              </mc:Choice>
              <mc:Fallback>
                <p:oleObj name="Equation" r:id="rId9" imgW="9270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2467" y="2936876"/>
                        <a:ext cx="2406651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横卷形 17"/>
          <p:cNvSpPr/>
          <p:nvPr/>
        </p:nvSpPr>
        <p:spPr>
          <a:xfrm>
            <a:off x="954618" y="3573463"/>
            <a:ext cx="2592916" cy="792162"/>
          </a:xfrm>
          <a:prstGeom prst="horizontalScroll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dirty="0" smtClean="0">
                <a:solidFill>
                  <a:schemeClr val="tx1"/>
                </a:solidFill>
              </a:rPr>
              <a:t>两类矩阵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1390652" y="4432304"/>
            <a:ext cx="2932167" cy="408499"/>
            <a:chOff x="2998143" y="4290055"/>
            <a:chExt cx="2198171" cy="407988"/>
          </a:xfrm>
        </p:grpSpPr>
        <p:sp>
          <p:nvSpPr>
            <p:cNvPr id="2" name="TextBox 1"/>
            <p:cNvSpPr txBox="1"/>
            <p:nvPr/>
          </p:nvSpPr>
          <p:spPr>
            <a:xfrm>
              <a:off x="2998143" y="4294812"/>
              <a:ext cx="1943843" cy="36887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457200" indent="-457200" algn="l">
                <a:buClr>
                  <a:schemeClr val="accent6">
                    <a:lumMod val="60000"/>
                    <a:lumOff val="40000"/>
                  </a:schemeClr>
                </a:buClr>
                <a:buFont typeface="Wingdings" panose="05000000000000000000" pitchFamily="2" charset="2"/>
                <a:buChar char="l"/>
                <a:defRPr/>
              </a:pPr>
              <a:r>
                <a:rPr lang="zh-CN" altLang="en-US" dirty="0"/>
                <a:t>对称阵：</a:t>
              </a:r>
            </a:p>
          </p:txBody>
        </p:sp>
        <p:graphicFrame>
          <p:nvGraphicFramePr>
            <p:cNvPr id="32792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0566514"/>
                </p:ext>
              </p:extLst>
            </p:nvPr>
          </p:nvGraphicFramePr>
          <p:xfrm>
            <a:off x="4189839" y="4290055"/>
            <a:ext cx="1006475" cy="407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670" name="Equation" r:id="rId11" imgW="469696" imgH="190417" progId="Equation.DSMT4">
                    <p:embed/>
                  </p:oleObj>
                </mc:Choice>
                <mc:Fallback>
                  <p:oleObj name="Equation" r:id="rId11" imgW="469696" imgH="19041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9839" y="4290055"/>
                          <a:ext cx="1006475" cy="4079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/>
          <p:cNvGrpSpPr>
            <a:grpSpLocks/>
          </p:cNvGrpSpPr>
          <p:nvPr/>
        </p:nvGrpSpPr>
        <p:grpSpPr bwMode="auto">
          <a:xfrm>
            <a:off x="5322322" y="4437067"/>
            <a:ext cx="3366887" cy="408499"/>
            <a:chOff x="2998142" y="4269443"/>
            <a:chExt cx="2525631" cy="407988"/>
          </a:xfrm>
        </p:grpSpPr>
        <p:sp>
          <p:nvSpPr>
            <p:cNvPr id="29" name="TextBox 28"/>
            <p:cNvSpPr txBox="1"/>
            <p:nvPr/>
          </p:nvSpPr>
          <p:spPr>
            <a:xfrm>
              <a:off x="2998142" y="4294812"/>
              <a:ext cx="2149872" cy="36887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457200" indent="-457200" algn="l">
                <a:buClr>
                  <a:schemeClr val="accent6">
                    <a:lumMod val="60000"/>
                    <a:lumOff val="40000"/>
                  </a:schemeClr>
                </a:buClr>
                <a:buFont typeface="Wingdings" panose="05000000000000000000" pitchFamily="2" charset="2"/>
                <a:buChar char="l"/>
                <a:defRPr/>
              </a:pPr>
              <a:r>
                <a:rPr lang="zh-CN" altLang="en-US" dirty="0"/>
                <a:t>反对称阵：</a:t>
              </a:r>
            </a:p>
          </p:txBody>
        </p:sp>
        <p:graphicFrame>
          <p:nvGraphicFramePr>
            <p:cNvPr id="3279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4798525"/>
                </p:ext>
              </p:extLst>
            </p:nvPr>
          </p:nvGraphicFramePr>
          <p:xfrm>
            <a:off x="4326798" y="4269443"/>
            <a:ext cx="1196975" cy="407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671" name="Equation" r:id="rId13" imgW="558800" imgH="190500" progId="Equation.DSMT4">
                    <p:embed/>
                  </p:oleObj>
                </mc:Choice>
                <mc:Fallback>
                  <p:oleObj name="Equation" r:id="rId13" imgW="558800" imgH="1905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6798" y="4269443"/>
                          <a:ext cx="1196975" cy="4079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86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490133" y="5084764"/>
          <a:ext cx="4125384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72" name="Equation" r:id="rId15" imgW="1587500" imgH="711200" progId="Equation.DSMT4">
                  <p:embed/>
                </p:oleObj>
              </mc:Choice>
              <mc:Fallback>
                <p:oleObj name="Equation" r:id="rId15" imgW="1587500" imgH="71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133" y="5084764"/>
                        <a:ext cx="4125384" cy="1392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7029451" y="5119689"/>
          <a:ext cx="4155016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73" name="Equation" r:id="rId17" imgW="1600200" imgH="711200" progId="Equation.DSMT4">
                  <p:embed/>
                </p:oleObj>
              </mc:Choice>
              <mc:Fallback>
                <p:oleObj name="Equation" r:id="rId17" imgW="1600200" imgH="71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9451" y="5119689"/>
                        <a:ext cx="4155016" cy="1392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810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200152" y="1693863"/>
          <a:ext cx="4652433" cy="182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18" name="Equation" r:id="rId3" imgW="1790700" imgH="939800" progId="Equation.DSMT4">
                  <p:embed/>
                </p:oleObj>
              </mc:Choice>
              <mc:Fallback>
                <p:oleObj name="Equation" r:id="rId3" imgW="1790700" imgH="93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2" y="1693863"/>
                        <a:ext cx="4652433" cy="182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1" name="Rectangle 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822" name="Rectangle 4"/>
          <p:cNvSpPr>
            <a:spLocks noChangeArrowheads="1"/>
          </p:cNvSpPr>
          <p:nvPr/>
        </p:nvSpPr>
        <p:spPr bwMode="auto">
          <a:xfrm>
            <a:off x="203200" y="-1322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823" name="Rectangle 6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824" name="Rectangle 8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825" name="Rectangle 10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826" name="Rectangle 1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827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5842001" y="2370138"/>
            <a:ext cx="5899151" cy="501650"/>
            <a:chOff x="4381500" y="2370138"/>
            <a:chExt cx="4424363" cy="501650"/>
          </a:xfrm>
        </p:grpSpPr>
        <p:sp>
          <p:nvSpPr>
            <p:cNvPr id="34836" name="TextBox 2"/>
            <p:cNvSpPr txBox="1">
              <a:spLocks noChangeArrowheads="1"/>
            </p:cNvSpPr>
            <p:nvPr/>
          </p:nvSpPr>
          <p:spPr bwMode="auto">
            <a:xfrm>
              <a:off x="4381500" y="2370138"/>
              <a:ext cx="31432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lang="zh-CN" altLang="en-US" sz="2400" dirty="0"/>
                <a:t>，</a:t>
              </a:r>
              <a:r>
                <a:rPr lang="zh-CN" altLang="en-US" sz="2400" dirty="0" smtClean="0"/>
                <a:t>则      </a:t>
              </a:r>
              <a:r>
                <a:rPr lang="zh-CN" altLang="en-US" sz="2400" dirty="0"/>
                <a:t>的行列式记为</a:t>
              </a:r>
            </a:p>
          </p:txBody>
        </p:sp>
        <p:graphicFrame>
          <p:nvGraphicFramePr>
            <p:cNvPr id="34837" name="对象 1"/>
            <p:cNvGraphicFramePr>
              <a:graphicFrameLocks noChangeAspect="1"/>
            </p:cNvGraphicFramePr>
            <p:nvPr/>
          </p:nvGraphicFramePr>
          <p:xfrm>
            <a:off x="5067300" y="2439988"/>
            <a:ext cx="296863" cy="320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619" name="Equation" r:id="rId5" imgW="152268" imgH="164957" progId="Equation.DSMT4">
                    <p:embed/>
                  </p:oleObj>
                </mc:Choice>
                <mc:Fallback>
                  <p:oleObj name="Equation" r:id="rId5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7300" y="2439988"/>
                          <a:ext cx="296863" cy="320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8" name="对象 22"/>
            <p:cNvGraphicFramePr>
              <a:graphicFrameLocks noChangeAspect="1"/>
            </p:cNvGraphicFramePr>
            <p:nvPr/>
          </p:nvGraphicFramePr>
          <p:xfrm>
            <a:off x="7223125" y="2374900"/>
            <a:ext cx="1582738" cy="4968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620" name="Equation" r:id="rId7" imgW="812447" imgH="253890" progId="Equation.DSMT4">
                    <p:embed/>
                  </p:oleObj>
                </mc:Choice>
                <mc:Fallback>
                  <p:oleObj name="Equation" r:id="rId7" imgW="812447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23125" y="2374900"/>
                          <a:ext cx="1582738" cy="4968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1786468" y="4005263"/>
          <a:ext cx="3926417" cy="182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21" name="Equation" r:id="rId9" imgW="1511300" imgH="939800" progId="Equation.DSMT4">
                  <p:embed/>
                </p:oleObj>
              </mc:Choice>
              <mc:Fallback>
                <p:oleObj name="Equation" r:id="rId9" imgW="1511300" imgH="93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6468" y="4005263"/>
                        <a:ext cx="3926417" cy="182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6565975" y="3792538"/>
            <a:ext cx="3744383" cy="887412"/>
            <a:chOff x="4381500" y="2182813"/>
            <a:chExt cx="2808312" cy="887412"/>
          </a:xfrm>
        </p:grpSpPr>
        <p:sp>
          <p:nvSpPr>
            <p:cNvPr id="34834" name="TextBox 17"/>
            <p:cNvSpPr txBox="1">
              <a:spLocks noChangeArrowheads="1"/>
            </p:cNvSpPr>
            <p:nvPr/>
          </p:nvSpPr>
          <p:spPr bwMode="auto">
            <a:xfrm>
              <a:off x="4381500" y="2370138"/>
              <a:ext cx="2808312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lang="zh-CN" altLang="en-US" sz="2400" dirty="0"/>
                <a:t>如</a:t>
              </a:r>
              <a:r>
                <a:rPr lang="zh-CN" altLang="en-US" sz="2400" dirty="0" smtClean="0"/>
                <a:t>：                     </a:t>
              </a:r>
              <a:r>
                <a:rPr lang="zh-CN" altLang="en-US" sz="2400" dirty="0"/>
                <a:t>则：</a:t>
              </a:r>
            </a:p>
          </p:txBody>
        </p:sp>
        <p:graphicFrame>
          <p:nvGraphicFramePr>
            <p:cNvPr id="34835" name="对象 1"/>
            <p:cNvGraphicFramePr>
              <a:graphicFrameLocks noChangeAspect="1"/>
            </p:cNvGraphicFramePr>
            <p:nvPr/>
          </p:nvGraphicFramePr>
          <p:xfrm>
            <a:off x="5004048" y="2182813"/>
            <a:ext cx="1435100" cy="887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622" name="Equation" r:id="rId11" imgW="736600" imgH="457200" progId="Equation.DSMT4">
                    <p:embed/>
                  </p:oleObj>
                </mc:Choice>
                <mc:Fallback>
                  <p:oleObj name="Equation" r:id="rId11" imgW="7366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4048" y="2182813"/>
                          <a:ext cx="1435100" cy="887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对象 1"/>
          <p:cNvGraphicFramePr>
            <a:graphicFrameLocks noChangeAspect="1"/>
          </p:cNvGraphicFramePr>
          <p:nvPr/>
        </p:nvGraphicFramePr>
        <p:xfrm>
          <a:off x="7425267" y="4868863"/>
          <a:ext cx="2607733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23" name="Equation" r:id="rId13" imgW="1002865" imgH="457002" progId="Equation.DSMT4">
                  <p:embed/>
                </p:oleObj>
              </mc:Choice>
              <mc:Fallback>
                <p:oleObj name="Equation" r:id="rId13" imgW="1002865" imgH="457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5267" y="4868863"/>
                        <a:ext cx="2607733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椭圆形标注 3"/>
          <p:cNvSpPr/>
          <p:nvPr/>
        </p:nvSpPr>
        <p:spPr>
          <a:xfrm>
            <a:off x="7776634" y="2924175"/>
            <a:ext cx="2256367" cy="649288"/>
          </a:xfrm>
          <a:prstGeom prst="wedgeEllipseCallout">
            <a:avLst>
              <a:gd name="adj1" fmla="val -50098"/>
              <a:gd name="adj2" fmla="val 11737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dirty="0"/>
              <a:t>数表</a:t>
            </a:r>
          </a:p>
        </p:txBody>
      </p:sp>
      <p:sp>
        <p:nvSpPr>
          <p:cNvPr id="23" name="椭圆形标注 22"/>
          <p:cNvSpPr/>
          <p:nvPr/>
        </p:nvSpPr>
        <p:spPr>
          <a:xfrm>
            <a:off x="7440085" y="5949950"/>
            <a:ext cx="2256367" cy="647700"/>
          </a:xfrm>
          <a:prstGeom prst="wedgeEllipseCallout">
            <a:avLst>
              <a:gd name="adj1" fmla="val -36591"/>
              <a:gd name="adj2" fmla="val -117789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dirty="0"/>
              <a:t>数字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636047" y="1172954"/>
            <a:ext cx="2603869" cy="580029"/>
            <a:chOff x="548764" y="1201915"/>
            <a:chExt cx="2603869" cy="5800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" name="圆角矩形 25"/>
            <p:cNvSpPr/>
            <p:nvPr/>
          </p:nvSpPr>
          <p:spPr>
            <a:xfrm>
              <a:off x="548764" y="1201915"/>
              <a:ext cx="2268007" cy="580029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6"/>
            <p:cNvSpPr txBox="1"/>
            <p:nvPr/>
          </p:nvSpPr>
          <p:spPr>
            <a:xfrm>
              <a:off x="723331" y="1261096"/>
              <a:ext cx="24293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方阵的行列式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5303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203200" y="-1322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45" name="Rectangle 6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46" name="Rectangle 8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47" name="Rectangle 10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48" name="Rectangle 1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49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" name="横卷形 23"/>
          <p:cNvSpPr/>
          <p:nvPr/>
        </p:nvSpPr>
        <p:spPr>
          <a:xfrm>
            <a:off x="893233" y="1303338"/>
            <a:ext cx="2067984" cy="793750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dirty="0">
                <a:solidFill>
                  <a:schemeClr val="tx1"/>
                </a:solidFill>
              </a:rPr>
              <a:t>运算律</a:t>
            </a: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4057487"/>
              </p:ext>
            </p:extLst>
          </p:nvPr>
        </p:nvGraphicFramePr>
        <p:xfrm>
          <a:off x="1168399" y="2229070"/>
          <a:ext cx="1517651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98" name="Equation" r:id="rId3" imgW="583947" imgH="279279" progId="Equation.DSMT4">
                  <p:embed/>
                </p:oleObj>
              </mc:Choice>
              <mc:Fallback>
                <p:oleObj name="Equation" r:id="rId3" imgW="583947" imgH="2792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399" y="2229070"/>
                        <a:ext cx="1517651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1825267"/>
              </p:ext>
            </p:extLst>
          </p:nvPr>
        </p:nvGraphicFramePr>
        <p:xfrm>
          <a:off x="1101980" y="2930198"/>
          <a:ext cx="7490884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99" name="Equation" r:id="rId5" imgW="2882900" imgH="254000" progId="Equation.DSMT4">
                  <p:embed/>
                </p:oleObj>
              </mc:Choice>
              <mc:Fallback>
                <p:oleObj name="Equation" r:id="rId5" imgW="28829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1980" y="2930198"/>
                        <a:ext cx="7490884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113755"/>
              </p:ext>
            </p:extLst>
          </p:nvPr>
        </p:nvGraphicFramePr>
        <p:xfrm>
          <a:off x="1154531" y="3604064"/>
          <a:ext cx="5509684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00" name="Equation" r:id="rId7" imgW="2120900" imgH="254000" progId="Equation.DSMT4">
                  <p:embed/>
                </p:oleObj>
              </mc:Choice>
              <mc:Fallback>
                <p:oleObj name="Equation" r:id="rId7" imgW="21209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4531" y="3604064"/>
                        <a:ext cx="5509684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4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" name="横卷形 13"/>
          <p:cNvSpPr/>
          <p:nvPr/>
        </p:nvSpPr>
        <p:spPr>
          <a:xfrm>
            <a:off x="966805" y="3873117"/>
            <a:ext cx="1440064" cy="793750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b="1" dirty="0" smtClean="0">
                <a:solidFill>
                  <a:srgbClr val="FF0000"/>
                </a:solidFill>
              </a:rPr>
              <a:t>思考题：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810972"/>
              </p:ext>
            </p:extLst>
          </p:nvPr>
        </p:nvGraphicFramePr>
        <p:xfrm>
          <a:off x="1154222" y="4797644"/>
          <a:ext cx="7519987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01" name="Equation" r:id="rId9" imgW="2895480" imgH="253800" progId="Equation.DSMT4">
                  <p:embed/>
                </p:oleObj>
              </mc:Choice>
              <mc:Fallback>
                <p:oleObj name="Equation" r:id="rId9" imgW="2895480" imgH="2538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4222" y="4797644"/>
                        <a:ext cx="7519987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9789948"/>
              </p:ext>
            </p:extLst>
          </p:nvPr>
        </p:nvGraphicFramePr>
        <p:xfrm>
          <a:off x="1104627" y="5560028"/>
          <a:ext cx="857567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02" name="Equation" r:id="rId11" imgW="3301920" imgH="253800" progId="Equation.DSMT4">
                  <p:embed/>
                </p:oleObj>
              </mc:Choice>
              <mc:Fallback>
                <p:oleObj name="Equation" r:id="rId11" imgW="3301920" imgH="253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627" y="5560028"/>
                        <a:ext cx="8575675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3656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02" name="Group 2"/>
          <p:cNvGrpSpPr>
            <a:grpSpLocks/>
          </p:cNvGrpSpPr>
          <p:nvPr/>
        </p:nvGrpSpPr>
        <p:grpSpPr bwMode="auto">
          <a:xfrm>
            <a:off x="683172" y="1086727"/>
            <a:ext cx="10352690" cy="1522413"/>
            <a:chOff x="576" y="480"/>
            <a:chExt cx="4848" cy="959"/>
          </a:xfrm>
        </p:grpSpPr>
        <p:sp>
          <p:nvSpPr>
            <p:cNvPr id="51214" name="Rectangle 3"/>
            <p:cNvSpPr>
              <a:spLocks noChangeArrowheads="1"/>
            </p:cNvSpPr>
            <p:nvPr/>
          </p:nvSpPr>
          <p:spPr bwMode="auto">
            <a:xfrm>
              <a:off x="576" y="480"/>
              <a:ext cx="4848" cy="8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 smtClean="0">
                  <a:ea typeface="黑体" pitchFamily="2" charset="-122"/>
                </a:rPr>
                <a:t>例</a:t>
              </a:r>
              <a:r>
                <a:rPr lang="en-US" altLang="zh-CN" sz="2800" b="1" dirty="0" smtClean="0">
                  <a:latin typeface="黑体" pitchFamily="2" charset="-122"/>
                  <a:ea typeface="黑体" pitchFamily="2" charset="-122"/>
                </a:rPr>
                <a:t>7</a:t>
              </a:r>
              <a:r>
                <a:rPr lang="zh-CN" altLang="en-US" sz="2800" b="1" dirty="0" smtClean="0">
                  <a:latin typeface="宋体" charset="-122"/>
                </a:rPr>
                <a:t>设</a:t>
              </a:r>
              <a:r>
                <a:rPr lang="zh-CN" altLang="en-US" sz="2800" b="1" dirty="0">
                  <a:latin typeface="宋体" charset="-122"/>
                </a:rPr>
                <a:t>列矩阵                满足       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800" b="1" dirty="0">
                <a:latin typeface="宋体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b="1" dirty="0">
                <a:latin typeface="宋体" charset="-122"/>
              </a:endParaRPr>
            </a:p>
          </p:txBody>
        </p:sp>
        <p:graphicFrame>
          <p:nvGraphicFramePr>
            <p:cNvPr id="51215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8063639"/>
                </p:ext>
              </p:extLst>
            </p:nvPr>
          </p:nvGraphicFramePr>
          <p:xfrm>
            <a:off x="1591" y="540"/>
            <a:ext cx="1339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76" name="Equation" r:id="rId3" imgW="2870200" imgH="508000" progId="Equation.3">
                    <p:embed/>
                  </p:oleObj>
                </mc:Choice>
                <mc:Fallback>
                  <p:oleObj name="Equation" r:id="rId3" imgW="2870200" imgH="508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1" y="540"/>
                          <a:ext cx="1339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1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9857974"/>
                </p:ext>
              </p:extLst>
            </p:nvPr>
          </p:nvGraphicFramePr>
          <p:xfrm>
            <a:off x="3303" y="535"/>
            <a:ext cx="818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77" name="Equation" r:id="rId5" imgW="1435100" imgH="444500" progId="Equation.3">
                    <p:embed/>
                  </p:oleObj>
                </mc:Choice>
                <mc:Fallback>
                  <p:oleObj name="Equation" r:id="rId5" imgW="1435100" imgH="444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3" y="535"/>
                          <a:ext cx="818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1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5475845"/>
                </p:ext>
              </p:extLst>
            </p:nvPr>
          </p:nvGraphicFramePr>
          <p:xfrm>
            <a:off x="576" y="820"/>
            <a:ext cx="4562" cy="6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78" name="Equation" r:id="rId7" imgW="7581900" imgH="1028700" progId="Equation.3">
                    <p:embed/>
                  </p:oleObj>
                </mc:Choice>
                <mc:Fallback>
                  <p:oleObj name="Equation" r:id="rId7" imgW="7581900" imgH="1028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820"/>
                          <a:ext cx="4562" cy="6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951" name="Rectangle 7"/>
          <p:cNvSpPr>
            <a:spLocks noChangeArrowheads="1"/>
          </p:cNvSpPr>
          <p:nvPr/>
        </p:nvSpPr>
        <p:spPr bwMode="auto">
          <a:xfrm>
            <a:off x="766191" y="2685394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itchFamily="2" charset="-122"/>
              </a:rPr>
              <a:t>证明</a:t>
            </a:r>
          </a:p>
        </p:txBody>
      </p:sp>
      <p:graphicFrame>
        <p:nvGraphicFramePr>
          <p:cNvPr id="829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7692229"/>
              </p:ext>
            </p:extLst>
          </p:nvPr>
        </p:nvGraphicFramePr>
        <p:xfrm>
          <a:off x="1851573" y="2690650"/>
          <a:ext cx="41656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79" name="Equation" r:id="rId9" imgW="3124200" imgH="546100" progId="Equation.3">
                  <p:embed/>
                </p:oleObj>
              </mc:Choice>
              <mc:Fallback>
                <p:oleObj name="Equation" r:id="rId9" imgW="3124200" imgH="546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1573" y="2690650"/>
                        <a:ext cx="41656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4949854"/>
              </p:ext>
            </p:extLst>
          </p:nvPr>
        </p:nvGraphicFramePr>
        <p:xfrm>
          <a:off x="5992648" y="2675214"/>
          <a:ext cx="321733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80" name="Equation" r:id="rId11" imgW="2413000" imgH="533400" progId="Equation.3">
                  <p:embed/>
                </p:oleObj>
              </mc:Choice>
              <mc:Fallback>
                <p:oleObj name="Equation" r:id="rId11" imgW="2413000" imgH="533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2648" y="2675214"/>
                        <a:ext cx="321733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2431078"/>
              </p:ext>
            </p:extLst>
          </p:nvPr>
        </p:nvGraphicFramePr>
        <p:xfrm>
          <a:off x="2984938" y="3310758"/>
          <a:ext cx="353906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81" name="Equation" r:id="rId13" imgW="2654300" imgH="444500" progId="Equation.3">
                  <p:embed/>
                </p:oleObj>
              </mc:Choice>
              <mc:Fallback>
                <p:oleObj name="Equation" r:id="rId13" imgW="26543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938" y="3310758"/>
                        <a:ext cx="3539067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4332442"/>
              </p:ext>
            </p:extLst>
          </p:nvPr>
        </p:nvGraphicFramePr>
        <p:xfrm>
          <a:off x="1303283" y="3710152"/>
          <a:ext cx="3352800" cy="442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82" name="Equation" r:id="rId15" imgW="2514600" imgH="431800" progId="Equation.3">
                  <p:embed/>
                </p:oleObj>
              </mc:Choice>
              <mc:Fallback>
                <p:oleObj name="Equation" r:id="rId15" imgW="25146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3283" y="3710152"/>
                        <a:ext cx="3352800" cy="4423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7660083"/>
              </p:ext>
            </p:extLst>
          </p:nvPr>
        </p:nvGraphicFramePr>
        <p:xfrm>
          <a:off x="854841" y="4246179"/>
          <a:ext cx="221826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83" name="Equation" r:id="rId17" imgW="1663700" imgH="381000" progId="Equation.3">
                  <p:embed/>
                </p:oleObj>
              </mc:Choice>
              <mc:Fallback>
                <p:oleObj name="Equation" r:id="rId17" imgW="16637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841" y="4246179"/>
                        <a:ext cx="2218267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5774541"/>
              </p:ext>
            </p:extLst>
          </p:nvPr>
        </p:nvGraphicFramePr>
        <p:xfrm>
          <a:off x="3072526" y="4191000"/>
          <a:ext cx="2561020" cy="469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84" name="Equation" r:id="rId19" imgW="2184400" imgH="533400" progId="Equation.3">
                  <p:embed/>
                </p:oleObj>
              </mc:Choice>
              <mc:Fallback>
                <p:oleObj name="Equation" r:id="rId19" imgW="2184400" imgH="533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2526" y="4191000"/>
                        <a:ext cx="2561020" cy="4690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3854008"/>
              </p:ext>
            </p:extLst>
          </p:nvPr>
        </p:nvGraphicFramePr>
        <p:xfrm>
          <a:off x="2084552" y="4834759"/>
          <a:ext cx="4358290" cy="392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85" name="Equation" r:id="rId21" imgW="4267200" imgH="457200" progId="Equation.3">
                  <p:embed/>
                </p:oleObj>
              </mc:Choice>
              <mc:Fallback>
                <p:oleObj name="Equation" r:id="rId21" imgW="42672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4552" y="4834759"/>
                        <a:ext cx="4358290" cy="3922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3974522"/>
              </p:ext>
            </p:extLst>
          </p:nvPr>
        </p:nvGraphicFramePr>
        <p:xfrm>
          <a:off x="2040867" y="5323708"/>
          <a:ext cx="3818650" cy="508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86" name="Equation" r:id="rId23" imgW="1803240" imgH="279360" progId="Equation.DSMT4">
                  <p:embed/>
                </p:oleObj>
              </mc:Choice>
              <mc:Fallback>
                <p:oleObj name="Equation" r:id="rId23" imgW="18032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0867" y="5323708"/>
                        <a:ext cx="3818650" cy="5083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290780"/>
              </p:ext>
            </p:extLst>
          </p:nvPr>
        </p:nvGraphicFramePr>
        <p:xfrm>
          <a:off x="2063531" y="5787094"/>
          <a:ext cx="34544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87" name="Equation" r:id="rId25" imgW="3086100" imgH="381000" progId="Equation.3">
                  <p:embed/>
                </p:oleObj>
              </mc:Choice>
              <mc:Fallback>
                <p:oleObj name="Equation" r:id="rId25" imgW="30861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31" y="5787094"/>
                        <a:ext cx="3454400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7381687"/>
              </p:ext>
            </p:extLst>
          </p:nvPr>
        </p:nvGraphicFramePr>
        <p:xfrm>
          <a:off x="5482895" y="5859518"/>
          <a:ext cx="914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88" name="Equation" r:id="rId27" imgW="685502" imgH="304668" progId="Equation.3">
                  <p:embed/>
                </p:oleObj>
              </mc:Choice>
              <mc:Fallback>
                <p:oleObj name="Equation" r:id="rId27" imgW="685502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2895" y="5859518"/>
                        <a:ext cx="914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2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2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2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2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51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26" name="Group 2"/>
          <p:cNvGrpSpPr>
            <a:grpSpLocks/>
          </p:cNvGrpSpPr>
          <p:nvPr/>
        </p:nvGrpSpPr>
        <p:grpSpPr bwMode="auto">
          <a:xfrm>
            <a:off x="620110" y="1163747"/>
            <a:ext cx="10163504" cy="580970"/>
            <a:chOff x="576" y="480"/>
            <a:chExt cx="3725" cy="601"/>
          </a:xfrm>
        </p:grpSpPr>
        <p:sp>
          <p:nvSpPr>
            <p:cNvPr id="52241" name="Text Box 3"/>
            <p:cNvSpPr txBox="1">
              <a:spLocks noChangeArrowheads="1"/>
            </p:cNvSpPr>
            <p:nvPr/>
          </p:nvSpPr>
          <p:spPr bwMode="auto">
            <a:xfrm>
              <a:off x="576" y="480"/>
              <a:ext cx="3725" cy="6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 smtClean="0">
                  <a:ea typeface="黑体" pitchFamily="2" charset="-122"/>
                </a:rPr>
                <a:t>例</a:t>
              </a:r>
              <a:r>
                <a:rPr lang="en-US" altLang="zh-CN" sz="2800" b="1" dirty="0" smtClean="0">
                  <a:latin typeface="黑体" pitchFamily="2" charset="-122"/>
                  <a:ea typeface="黑体" pitchFamily="2" charset="-122"/>
                </a:rPr>
                <a:t>8</a:t>
              </a:r>
              <a:r>
                <a:rPr lang="en-US" altLang="zh-CN" sz="2800" b="1" dirty="0" smtClean="0"/>
                <a:t>   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证明任一      阶矩阵     都可表示成对称</a:t>
              </a:r>
              <a:r>
                <a:rPr lang="zh-CN" altLang="en-US" sz="2800" b="1" dirty="0" smtClean="0">
                  <a:solidFill>
                    <a:srgbClr val="FF0000"/>
                  </a:solidFill>
                </a:rPr>
                <a:t>阵与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反对称阵之和</a:t>
              </a:r>
              <a:r>
                <a:rPr lang="en-US" altLang="zh-CN" sz="2800" b="1" dirty="0">
                  <a:solidFill>
                    <a:srgbClr val="FF0000"/>
                  </a:solidFill>
                </a:rPr>
                <a:t>.</a:t>
              </a:r>
            </a:p>
          </p:txBody>
        </p:sp>
        <p:graphicFrame>
          <p:nvGraphicFramePr>
            <p:cNvPr id="5224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2140816"/>
                </p:ext>
              </p:extLst>
            </p:nvPr>
          </p:nvGraphicFramePr>
          <p:xfrm>
            <a:off x="1443" y="581"/>
            <a:ext cx="188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786" name="Equation" r:id="rId3" imgW="126720" imgH="139680" progId="Equation.DSMT4">
                    <p:embed/>
                  </p:oleObj>
                </mc:Choice>
                <mc:Fallback>
                  <p:oleObj name="Equation" r:id="rId3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3" y="581"/>
                          <a:ext cx="188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43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8081170"/>
                </p:ext>
              </p:extLst>
            </p:nvPr>
          </p:nvGraphicFramePr>
          <p:xfrm>
            <a:off x="2029" y="575"/>
            <a:ext cx="188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787" name="Equation" r:id="rId5" imgW="152280" imgH="164880" progId="Equation.DSMT4">
                    <p:embed/>
                  </p:oleObj>
                </mc:Choice>
                <mc:Fallback>
                  <p:oleObj name="Equation" r:id="rId5" imgW="1522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9" y="575"/>
                          <a:ext cx="188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3974" name="Rectangle 6"/>
          <p:cNvSpPr>
            <a:spLocks noChangeArrowheads="1"/>
          </p:cNvSpPr>
          <p:nvPr/>
        </p:nvSpPr>
        <p:spPr bwMode="auto">
          <a:xfrm>
            <a:off x="766190" y="1970690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itchFamily="2" charset="-122"/>
              </a:rPr>
              <a:t>证明</a:t>
            </a:r>
          </a:p>
        </p:txBody>
      </p:sp>
      <p:graphicFrame>
        <p:nvGraphicFramePr>
          <p:cNvPr id="839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1738545"/>
              </p:ext>
            </p:extLst>
          </p:nvPr>
        </p:nvGraphicFramePr>
        <p:xfrm>
          <a:off x="1874241" y="2023543"/>
          <a:ext cx="2709333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88" name="Equation" r:id="rId7" imgW="2032000" imgH="419100" progId="Equation.3">
                  <p:embed/>
                </p:oleObj>
              </mc:Choice>
              <mc:Fallback>
                <p:oleObj name="Equation" r:id="rId7" imgW="20320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4241" y="2023543"/>
                        <a:ext cx="2709333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2572398"/>
              </p:ext>
            </p:extLst>
          </p:nvPr>
        </p:nvGraphicFramePr>
        <p:xfrm>
          <a:off x="857708" y="2493910"/>
          <a:ext cx="348826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89" name="Equation" r:id="rId9" imgW="2616200" imgH="533400" progId="Equation.3">
                  <p:embed/>
                </p:oleObj>
              </mc:Choice>
              <mc:Fallback>
                <p:oleObj name="Equation" r:id="rId9" imgW="2616200" imgH="533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708" y="2493910"/>
                        <a:ext cx="348826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9900406"/>
              </p:ext>
            </p:extLst>
          </p:nvPr>
        </p:nvGraphicFramePr>
        <p:xfrm>
          <a:off x="4386317" y="2569779"/>
          <a:ext cx="1828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90" name="Equation" r:id="rId11" imgW="1371600" imgH="381000" progId="Equation.3">
                  <p:embed/>
                </p:oleObj>
              </mc:Choice>
              <mc:Fallback>
                <p:oleObj name="Equation" r:id="rId11" imgW="13716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6317" y="2569779"/>
                        <a:ext cx="18288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0079480"/>
              </p:ext>
            </p:extLst>
          </p:nvPr>
        </p:nvGraphicFramePr>
        <p:xfrm>
          <a:off x="6228914" y="2616419"/>
          <a:ext cx="89323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91" name="Equation" r:id="rId13" imgW="672808" imgH="368140" progId="Equation.3">
                  <p:embed/>
                </p:oleObj>
              </mc:Choice>
              <mc:Fallback>
                <p:oleObj name="Equation" r:id="rId13" imgW="672808" imgH="3681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914" y="2616419"/>
                        <a:ext cx="89323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9" name="Rectangle 11"/>
          <p:cNvSpPr>
            <a:spLocks noChangeArrowheads="1"/>
          </p:cNvSpPr>
          <p:nvPr/>
        </p:nvSpPr>
        <p:spPr bwMode="auto">
          <a:xfrm>
            <a:off x="620110" y="3200401"/>
            <a:ext cx="32383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</a:rPr>
              <a:t>  </a:t>
            </a:r>
            <a:r>
              <a:rPr lang="zh-CN" altLang="en-US" sz="2800" b="1" dirty="0"/>
              <a:t>所以</a:t>
            </a:r>
            <a:r>
              <a:rPr lang="en-US" altLang="zh-CN" sz="2800" b="1" dirty="0"/>
              <a:t>C</a:t>
            </a:r>
            <a:r>
              <a:rPr lang="zh-CN" altLang="en-US" sz="2800" b="1" dirty="0"/>
              <a:t>为对称矩阵</a:t>
            </a:r>
            <a:r>
              <a:rPr lang="en-US" altLang="zh-CN" sz="2800" b="1" dirty="0">
                <a:solidFill>
                  <a:schemeClr val="bg2"/>
                </a:solidFill>
              </a:rPr>
              <a:t>.</a:t>
            </a:r>
          </a:p>
        </p:txBody>
      </p:sp>
      <p:graphicFrame>
        <p:nvGraphicFramePr>
          <p:cNvPr id="8398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6724183"/>
              </p:ext>
            </p:extLst>
          </p:nvPr>
        </p:nvGraphicFramePr>
        <p:xfrm>
          <a:off x="829853" y="3844159"/>
          <a:ext cx="2827867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92" name="Equation" r:id="rId15" imgW="2120900" imgH="444500" progId="Equation.3">
                  <p:embed/>
                </p:oleObj>
              </mc:Choice>
              <mc:Fallback>
                <p:oleObj name="Equation" r:id="rId15" imgW="21209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853" y="3844159"/>
                        <a:ext cx="2827867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7262592"/>
              </p:ext>
            </p:extLst>
          </p:nvPr>
        </p:nvGraphicFramePr>
        <p:xfrm>
          <a:off x="3858497" y="3723621"/>
          <a:ext cx="3454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93" name="Equation" r:id="rId17" imgW="2590800" imgH="533400" progId="Equation.3">
                  <p:embed/>
                </p:oleObj>
              </mc:Choice>
              <mc:Fallback>
                <p:oleObj name="Equation" r:id="rId17" imgW="2590800" imgH="533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8497" y="3723621"/>
                        <a:ext cx="3454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5582029"/>
              </p:ext>
            </p:extLst>
          </p:nvPr>
        </p:nvGraphicFramePr>
        <p:xfrm>
          <a:off x="7223750" y="3823137"/>
          <a:ext cx="1811867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94" name="Equation" r:id="rId19" imgW="1358310" imgH="380835" progId="Equation.3">
                  <p:embed/>
                </p:oleObj>
              </mc:Choice>
              <mc:Fallback>
                <p:oleObj name="Equation" r:id="rId19" imgW="1358310" imgH="38083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3750" y="3823137"/>
                        <a:ext cx="1811867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3" name="Object 15"/>
          <p:cNvGraphicFramePr>
            <a:graphicFrameLocks noChangeAspect="1"/>
          </p:cNvGraphicFramePr>
          <p:nvPr/>
        </p:nvGraphicFramePr>
        <p:xfrm>
          <a:off x="10134600" y="3944939"/>
          <a:ext cx="1185333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95" name="Equation" r:id="rId21" imgW="888614" imgH="355446" progId="Equation.3">
                  <p:embed/>
                </p:oleObj>
              </mc:Choice>
              <mc:Fallback>
                <p:oleObj name="Equation" r:id="rId21" imgW="888614" imgH="3554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34600" y="3944939"/>
                        <a:ext cx="1185333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84" name="Rectangle 16"/>
          <p:cNvSpPr>
            <a:spLocks noChangeArrowheads="1"/>
          </p:cNvSpPr>
          <p:nvPr/>
        </p:nvSpPr>
        <p:spPr bwMode="auto">
          <a:xfrm>
            <a:off x="620110" y="4466901"/>
            <a:ext cx="396346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</a:rPr>
              <a:t>  </a:t>
            </a:r>
            <a:r>
              <a:rPr lang="zh-CN" altLang="en-US" sz="2800" b="1" dirty="0"/>
              <a:t>所以</a:t>
            </a:r>
            <a:r>
              <a:rPr lang="en-US" altLang="zh-CN" sz="2800" b="1" dirty="0"/>
              <a:t>B</a:t>
            </a:r>
            <a:r>
              <a:rPr lang="zh-CN" altLang="en-US" sz="2800" b="1" dirty="0"/>
              <a:t>为反对称矩阵</a:t>
            </a:r>
            <a:r>
              <a:rPr lang="en-US" altLang="zh-CN" sz="2800" b="1" dirty="0">
                <a:solidFill>
                  <a:schemeClr val="bg2"/>
                </a:solidFill>
              </a:rPr>
              <a:t>.</a:t>
            </a:r>
          </a:p>
        </p:txBody>
      </p:sp>
      <p:graphicFrame>
        <p:nvGraphicFramePr>
          <p:cNvPr id="8398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2962215"/>
              </p:ext>
            </p:extLst>
          </p:nvPr>
        </p:nvGraphicFramePr>
        <p:xfrm>
          <a:off x="889876" y="5122812"/>
          <a:ext cx="418253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96" name="Equation" r:id="rId23" imgW="3136900" imgH="876300" progId="Equation.3">
                  <p:embed/>
                </p:oleObj>
              </mc:Choice>
              <mc:Fallback>
                <p:oleObj name="Equation" r:id="rId23" imgW="3136900" imgH="876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876" y="5122812"/>
                        <a:ext cx="418253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4547401"/>
              </p:ext>
            </p:extLst>
          </p:nvPr>
        </p:nvGraphicFramePr>
        <p:xfrm>
          <a:off x="5058104" y="5272199"/>
          <a:ext cx="179493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97" name="Equation" r:id="rId25" imgW="1346200" imgH="825500" progId="Equation.3">
                  <p:embed/>
                </p:oleObj>
              </mc:Choice>
              <mc:Fallback>
                <p:oleObj name="Equation" r:id="rId25" imgW="13462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8104" y="5272199"/>
                        <a:ext cx="179493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87" name="Text Box 19"/>
          <p:cNvSpPr txBox="1">
            <a:spLocks noChangeArrowheads="1"/>
          </p:cNvSpPr>
          <p:nvPr/>
        </p:nvSpPr>
        <p:spPr bwMode="auto">
          <a:xfrm>
            <a:off x="7080022" y="5328746"/>
            <a:ext cx="17171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/>
              <a:t>命题得证</a:t>
            </a:r>
            <a:r>
              <a:rPr lang="en-US" altLang="zh-CN" sz="2800" b="1" dirty="0">
                <a:solidFill>
                  <a:schemeClr val="bg2"/>
                </a:solidFill>
              </a:rPr>
              <a:t>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8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3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3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83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3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3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3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3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"/>
                                        <p:tgtEl>
                                          <p:spTgt spid="83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3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3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"/>
                                        <p:tgtEl>
                                          <p:spTgt spid="83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4" grpId="0" autoUpdateAnimBg="0"/>
      <p:bldP spid="83979" grpId="0" autoUpdateAnimBg="0"/>
      <p:bldP spid="83984" grpId="0" autoUpdateAnimBg="0"/>
      <p:bldP spid="83987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9540" y="436728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运算</a:t>
            </a:r>
            <a:endParaRPr lang="zh-CN" altLang="en-US" sz="2400" dirty="0" smtClean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48764" y="1291320"/>
            <a:ext cx="3381791" cy="580029"/>
            <a:chOff x="548764" y="1291320"/>
            <a:chExt cx="3381791" cy="5800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5" name="组合 4"/>
            <p:cNvGrpSpPr/>
            <p:nvPr/>
          </p:nvGrpSpPr>
          <p:grpSpPr>
            <a:xfrm>
              <a:off x="548764" y="1291320"/>
              <a:ext cx="3381791" cy="580029"/>
              <a:chOff x="548764" y="1201915"/>
              <a:chExt cx="3381791" cy="580029"/>
            </a:xfrm>
          </p:grpSpPr>
          <p:sp>
            <p:nvSpPr>
              <p:cNvPr id="6" name="圆角矩形 5"/>
              <p:cNvSpPr/>
              <p:nvPr/>
            </p:nvSpPr>
            <p:spPr>
              <a:xfrm>
                <a:off x="548765" y="1201915"/>
                <a:ext cx="3381790" cy="580029"/>
              </a:xfrm>
              <a:prstGeom prst="round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548764" y="1261096"/>
                <a:ext cx="323166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方阵 </a:t>
                </a:r>
                <a:r>
                  <a:rPr lang="en-US" altLang="zh-CN" sz="2400" i="1" dirty="0" smtClean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的伴随矩阵</a:t>
                </a:r>
              </a:p>
            </p:txBody>
          </p:sp>
        </p:grp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1951351"/>
                </p:ext>
              </p:extLst>
            </p:nvPr>
          </p:nvGraphicFramePr>
          <p:xfrm>
            <a:off x="3318764" y="1314963"/>
            <a:ext cx="461665" cy="4616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599" name="Equation" r:id="rId3" imgW="190440" imgH="190440" progId="Equation.DSMT4">
                    <p:embed/>
                  </p:oleObj>
                </mc:Choice>
                <mc:Fallback>
                  <p:oleObj name="Equation" r:id="rId3" imgW="19044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318764" y="1314963"/>
                          <a:ext cx="461665" cy="46166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056716"/>
              </p:ext>
            </p:extLst>
          </p:nvPr>
        </p:nvGraphicFramePr>
        <p:xfrm>
          <a:off x="630728" y="2148421"/>
          <a:ext cx="3217863" cy="173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00" name="Equation" r:id="rId5" imgW="1739880" imgH="939600" progId="Equation.DSMT4">
                  <p:embed/>
                </p:oleObj>
              </mc:Choice>
              <mc:Fallback>
                <p:oleObj name="Equation" r:id="rId5" imgW="173988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0728" y="2148421"/>
                        <a:ext cx="3217863" cy="173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5502237"/>
              </p:ext>
            </p:extLst>
          </p:nvPr>
        </p:nvGraphicFramePr>
        <p:xfrm>
          <a:off x="3930555" y="2084388"/>
          <a:ext cx="3877014" cy="173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01" name="Equation" r:id="rId7" imgW="1358640" imgH="927000" progId="Equation.DSMT4">
                  <p:embed/>
                </p:oleObj>
              </mc:Choice>
              <mc:Fallback>
                <p:oleObj name="Equation" r:id="rId7" imgW="1358640" imgH="927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30555" y="2084388"/>
                        <a:ext cx="3877014" cy="173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直接连接符 13"/>
          <p:cNvCxnSpPr/>
          <p:nvPr/>
        </p:nvCxnSpPr>
        <p:spPr>
          <a:xfrm>
            <a:off x="1330308" y="2567201"/>
            <a:ext cx="216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1330308" y="3060726"/>
            <a:ext cx="216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263687" y="3840655"/>
            <a:ext cx="2016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1333890"/>
              </p:ext>
            </p:extLst>
          </p:nvPr>
        </p:nvGraphicFramePr>
        <p:xfrm>
          <a:off x="4921837" y="2096294"/>
          <a:ext cx="638175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02" name="Equation" r:id="rId9" imgW="241200" imgH="914400" progId="Equation.DSMT4">
                  <p:embed/>
                </p:oleObj>
              </mc:Choice>
              <mc:Fallback>
                <p:oleObj name="Equation" r:id="rId9" imgW="24120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21837" y="2096294"/>
                        <a:ext cx="638175" cy="171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314506"/>
              </p:ext>
            </p:extLst>
          </p:nvPr>
        </p:nvGraphicFramePr>
        <p:xfrm>
          <a:off x="5568950" y="2108200"/>
          <a:ext cx="671513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03" name="Equation" r:id="rId11" imgW="253800" imgH="914400" progId="Equation.DSMT4">
                  <p:embed/>
                </p:oleObj>
              </mc:Choice>
              <mc:Fallback>
                <p:oleObj name="Equation" r:id="rId11" imgW="25380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68950" y="2108200"/>
                        <a:ext cx="671513" cy="171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4752305"/>
              </p:ext>
            </p:extLst>
          </p:nvPr>
        </p:nvGraphicFramePr>
        <p:xfrm>
          <a:off x="6349682" y="2155825"/>
          <a:ext cx="201612" cy="166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04" name="Equation" r:id="rId13" imgW="75960" imgH="888840" progId="Equation.DSMT4">
                  <p:embed/>
                </p:oleObj>
              </mc:Choice>
              <mc:Fallback>
                <p:oleObj name="Equation" r:id="rId13" imgW="7596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349682" y="2155825"/>
                        <a:ext cx="201612" cy="166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4582200"/>
              </p:ext>
            </p:extLst>
          </p:nvPr>
        </p:nvGraphicFramePr>
        <p:xfrm>
          <a:off x="6524625" y="2097088"/>
          <a:ext cx="671513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05" name="Equation" r:id="rId15" imgW="253800" imgH="914400" progId="Equation.DSMT4">
                  <p:embed/>
                </p:oleObj>
              </mc:Choice>
              <mc:Fallback>
                <p:oleObj name="Equation" r:id="rId15" imgW="25380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524625" y="2097088"/>
                        <a:ext cx="671513" cy="171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/>
          <p:cNvGrpSpPr/>
          <p:nvPr/>
        </p:nvGrpSpPr>
        <p:grpSpPr>
          <a:xfrm>
            <a:off x="8045747" y="2702256"/>
            <a:ext cx="2988860" cy="461665"/>
            <a:chOff x="8045747" y="2702256"/>
            <a:chExt cx="2988860" cy="461665"/>
          </a:xfrm>
        </p:grpSpPr>
        <p:sp>
          <p:nvSpPr>
            <p:cNvPr id="22" name="文本框 21"/>
            <p:cNvSpPr txBox="1"/>
            <p:nvPr/>
          </p:nvSpPr>
          <p:spPr>
            <a:xfrm>
              <a:off x="8045747" y="2702256"/>
              <a:ext cx="29888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称     为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的伴随矩阵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23" name="对象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04048246"/>
                </p:ext>
              </p:extLst>
            </p:nvPr>
          </p:nvGraphicFramePr>
          <p:xfrm>
            <a:off x="8592746" y="2702257"/>
            <a:ext cx="412209" cy="412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606" name="Equation" r:id="rId17" imgW="190440" imgH="190440" progId="Equation.DSMT4">
                    <p:embed/>
                  </p:oleObj>
                </mc:Choice>
                <mc:Fallback>
                  <p:oleObj name="Equation" r:id="rId17" imgW="19044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8592746" y="2702257"/>
                          <a:ext cx="412209" cy="41220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/>
          <p:cNvGrpSpPr/>
          <p:nvPr/>
        </p:nvGrpSpPr>
        <p:grpSpPr>
          <a:xfrm>
            <a:off x="3780429" y="4524713"/>
            <a:ext cx="3088541" cy="941695"/>
            <a:chOff x="4072090" y="4537846"/>
            <a:chExt cx="3088541" cy="941695"/>
          </a:xfrm>
        </p:grpSpPr>
        <p:graphicFrame>
          <p:nvGraphicFramePr>
            <p:cNvPr id="24" name="对象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4971425"/>
                </p:ext>
              </p:extLst>
            </p:nvPr>
          </p:nvGraphicFramePr>
          <p:xfrm>
            <a:off x="4267602" y="4701513"/>
            <a:ext cx="2801938" cy="614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607" name="Equation" r:id="rId19" imgW="1155600" imgH="253800" progId="Equation.DSMT4">
                    <p:embed/>
                  </p:oleObj>
                </mc:Choice>
                <mc:Fallback>
                  <p:oleObj name="Equation" r:id="rId19" imgW="11556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267602" y="4701513"/>
                          <a:ext cx="2801938" cy="6143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圆角矩形 24"/>
            <p:cNvSpPr/>
            <p:nvPr/>
          </p:nvSpPr>
          <p:spPr>
            <a:xfrm>
              <a:off x="4072090" y="4537846"/>
              <a:ext cx="3088541" cy="941695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1594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14"/>
          <p:cNvSpPr txBox="1">
            <a:spLocks noChangeArrowheads="1"/>
          </p:cNvSpPr>
          <p:nvPr/>
        </p:nvSpPr>
        <p:spPr bwMode="auto">
          <a:xfrm>
            <a:off x="7247467" y="404813"/>
            <a:ext cx="3937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sz="2000"/>
              <a:t>2.1  </a:t>
            </a:r>
            <a:r>
              <a:rPr kumimoji="1" lang="zh-CN" altLang="en-US" sz="2000">
                <a:latin typeface="Times New Roman" pitchFamily="18" charset="0"/>
                <a:ea typeface="黑体" pitchFamily="2" charset="-122"/>
              </a:rPr>
              <a:t>矩阵的定义与运算</a:t>
            </a:r>
          </a:p>
        </p:txBody>
      </p:sp>
      <p:sp>
        <p:nvSpPr>
          <p:cNvPr id="38915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8916" name="组合 4"/>
          <p:cNvGrpSpPr>
            <a:grpSpLocks/>
          </p:cNvGrpSpPr>
          <p:nvPr/>
        </p:nvGrpSpPr>
        <p:grpSpPr bwMode="auto">
          <a:xfrm>
            <a:off x="912285" y="1250463"/>
            <a:ext cx="8170011" cy="894355"/>
            <a:chOff x="684287" y="1196752"/>
            <a:chExt cx="6128061" cy="981114"/>
          </a:xfrm>
        </p:grpSpPr>
        <p:sp>
          <p:nvSpPr>
            <p:cNvPr id="38927" name="Text Box 2"/>
            <p:cNvSpPr txBox="1">
              <a:spLocks noChangeArrowheads="1"/>
            </p:cNvSpPr>
            <p:nvPr/>
          </p:nvSpPr>
          <p:spPr bwMode="auto">
            <a:xfrm>
              <a:off x="684287" y="1196752"/>
              <a:ext cx="5615979" cy="8307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lnSpc>
                  <a:spcPct val="200000"/>
                </a:lnSpc>
              </a:pPr>
              <a:r>
                <a:rPr lang="zh-CN" altLang="en-US" sz="2400" dirty="0" smtClean="0">
                  <a:solidFill>
                    <a:schemeClr val="accent2"/>
                  </a:solidFill>
                </a:rPr>
                <a:t>例</a:t>
              </a:r>
              <a:r>
                <a:rPr lang="en-US" altLang="zh-CN" sz="2400" dirty="0" smtClean="0">
                  <a:solidFill>
                    <a:schemeClr val="accent2"/>
                  </a:solidFill>
                </a:rPr>
                <a:t>9  </a:t>
              </a:r>
              <a:r>
                <a:rPr lang="zh-CN" altLang="en-US" sz="2400" dirty="0"/>
                <a:t>已知       </a:t>
              </a:r>
              <a:r>
                <a:rPr lang="zh-CN" altLang="en-US" sz="2400" dirty="0" smtClean="0"/>
                <a:t>              ，</a:t>
              </a:r>
              <a:r>
                <a:rPr lang="zh-CN" altLang="en-US" sz="2400" dirty="0"/>
                <a:t>求</a:t>
              </a:r>
            </a:p>
          </p:txBody>
        </p:sp>
        <p:graphicFrame>
          <p:nvGraphicFramePr>
            <p:cNvPr id="38928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7821179"/>
                </p:ext>
              </p:extLst>
            </p:nvPr>
          </p:nvGraphicFramePr>
          <p:xfrm>
            <a:off x="1803791" y="1266256"/>
            <a:ext cx="1658938" cy="9116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412" name="Equation" r:id="rId3" imgW="825500" imgH="457200" progId="Equation.DSMT4">
                    <p:embed/>
                  </p:oleObj>
                </mc:Choice>
                <mc:Fallback>
                  <p:oleObj name="Equation" r:id="rId3" imgW="8255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3791" y="1266256"/>
                          <a:ext cx="1658938" cy="9116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29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7889904"/>
                </p:ext>
              </p:extLst>
            </p:nvPr>
          </p:nvGraphicFramePr>
          <p:xfrm>
            <a:off x="3926273" y="1308797"/>
            <a:ext cx="2886075" cy="6066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413" name="Equation" r:id="rId5" imgW="1434477" imgH="304668" progId="Equation.DSMT4">
                    <p:embed/>
                  </p:oleObj>
                </mc:Choice>
                <mc:Fallback>
                  <p:oleObj name="Equation" r:id="rId5" imgW="1434477" imgH="30466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6273" y="1308797"/>
                          <a:ext cx="2886075" cy="6066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114749" y="2161733"/>
            <a:ext cx="3541183" cy="822325"/>
            <a:chOff x="979445" y="1951638"/>
            <a:chExt cx="2656416" cy="822448"/>
          </a:xfrm>
        </p:grpSpPr>
        <p:sp>
          <p:nvSpPr>
            <p:cNvPr id="38925" name="TextBox 1"/>
            <p:cNvSpPr txBox="1">
              <a:spLocks noChangeArrowheads="1"/>
            </p:cNvSpPr>
            <p:nvPr/>
          </p:nvSpPr>
          <p:spPr bwMode="auto">
            <a:xfrm>
              <a:off x="979445" y="1988840"/>
              <a:ext cx="2656416" cy="6464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lnSpc>
                  <a:spcPct val="150000"/>
                </a:lnSpc>
              </a:pPr>
              <a:r>
                <a:rPr lang="zh-CN" altLang="en-US" sz="2400"/>
                <a:t>解：       </a:t>
              </a:r>
              <a:endParaRPr lang="en-US" altLang="zh-CN" sz="2400"/>
            </a:p>
          </p:txBody>
        </p:sp>
        <p:graphicFrame>
          <p:nvGraphicFramePr>
            <p:cNvPr id="38926" name="Object 64"/>
            <p:cNvGraphicFramePr>
              <a:graphicFrameLocks noChangeAspect="1"/>
            </p:cNvGraphicFramePr>
            <p:nvPr/>
          </p:nvGraphicFramePr>
          <p:xfrm>
            <a:off x="1751357" y="1951638"/>
            <a:ext cx="1547745" cy="822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414" name="Equation" r:id="rId7" imgW="850900" imgH="457200" progId="Equation.DSMT4">
                    <p:embed/>
                  </p:oleObj>
                </mc:Choice>
                <mc:Fallback>
                  <p:oleObj name="Equation" r:id="rId7" imgW="8509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1357" y="1951638"/>
                          <a:ext cx="1547745" cy="8224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4594183"/>
              </p:ext>
            </p:extLst>
          </p:nvPr>
        </p:nvGraphicFramePr>
        <p:xfrm>
          <a:off x="4408743" y="2198929"/>
          <a:ext cx="1540933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415" name="Equation" r:id="rId9" imgW="634725" imgH="304668" progId="Equation.DSMT4">
                  <p:embed/>
                </p:oleObj>
              </mc:Choice>
              <mc:Fallback>
                <p:oleObj name="Equation" r:id="rId9" imgW="634725" imgH="30466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8743" y="2198929"/>
                        <a:ext cx="1540933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4177605"/>
              </p:ext>
            </p:extLst>
          </p:nvPr>
        </p:nvGraphicFramePr>
        <p:xfrm>
          <a:off x="6137056" y="2198929"/>
          <a:ext cx="1200149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416" name="Equation" r:id="rId11" imgW="494870" imgH="253780" progId="Equation.DSMT4">
                  <p:embed/>
                </p:oleObj>
              </mc:Choice>
              <mc:Fallback>
                <p:oleObj name="Equation" r:id="rId11" imgW="494870" imgH="2537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7056" y="2198929"/>
                        <a:ext cx="1200149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1513507"/>
              </p:ext>
            </p:extLst>
          </p:nvPr>
        </p:nvGraphicFramePr>
        <p:xfrm>
          <a:off x="1214749" y="2845258"/>
          <a:ext cx="4529667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417" name="Equation" r:id="rId13" imgW="1866900" imgH="457200" progId="Equation.DSMT4">
                  <p:embed/>
                </p:oleObj>
              </mc:Choice>
              <mc:Fallback>
                <p:oleObj name="Equation" r:id="rId13" imgW="18669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749" y="2845258"/>
                        <a:ext cx="4529667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1051982" y="3746016"/>
            <a:ext cx="3180183" cy="501650"/>
            <a:chOff x="1404044" y="5764748"/>
            <a:chExt cx="2628909" cy="501941"/>
          </a:xfrm>
        </p:grpSpPr>
        <p:graphicFrame>
          <p:nvGraphicFramePr>
            <p:cNvPr id="38923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7721470"/>
                </p:ext>
              </p:extLst>
            </p:nvPr>
          </p:nvGraphicFramePr>
          <p:xfrm>
            <a:off x="2230724" y="5764748"/>
            <a:ext cx="1802229" cy="5019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418" name="Equation" r:id="rId15" imgW="990360" imgH="279360" progId="Equation.DSMT4">
                    <p:embed/>
                  </p:oleObj>
                </mc:Choice>
                <mc:Fallback>
                  <p:oleObj name="Equation" r:id="rId15" imgW="990360" imgH="279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0724" y="5764748"/>
                          <a:ext cx="1802229" cy="5019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24" name="TextBox 2"/>
            <p:cNvSpPr txBox="1">
              <a:spLocks noChangeArrowheads="1"/>
            </p:cNvSpPr>
            <p:nvPr/>
          </p:nvSpPr>
          <p:spPr bwMode="auto">
            <a:xfrm>
              <a:off x="1404044" y="5764748"/>
              <a:ext cx="172779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400" dirty="0" smtClean="0">
                  <a:solidFill>
                    <a:srgbClr val="FF0000"/>
                  </a:solidFill>
                </a:rPr>
                <a:t>注意：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1114749" y="4884682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ea typeface="黑体" pitchFamily="2" charset="-122"/>
              </a:rPr>
              <a:t>证明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860941"/>
              </p:ext>
            </p:extLst>
          </p:nvPr>
        </p:nvGraphicFramePr>
        <p:xfrm>
          <a:off x="2116449" y="5012029"/>
          <a:ext cx="1405759" cy="394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419" name="Equation" r:id="rId17" imgW="1714500" imgH="482600" progId="Equation.3">
                  <p:embed/>
                </p:oleObj>
              </mc:Choice>
              <mc:Fallback>
                <p:oleObj name="Equation" r:id="rId17" imgW="1714500" imgH="482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6449" y="5012029"/>
                        <a:ext cx="1405759" cy="394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3696334"/>
              </p:ext>
            </p:extLst>
          </p:nvPr>
        </p:nvGraphicFramePr>
        <p:xfrm>
          <a:off x="3878167" y="4952424"/>
          <a:ext cx="1555532" cy="388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420" name="Equation" r:id="rId19" imgW="2082800" imgH="520700" progId="Equation.3">
                  <p:embed/>
                </p:oleObj>
              </mc:Choice>
              <mc:Fallback>
                <p:oleObj name="Equation" r:id="rId19" imgW="2082800" imgH="5207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8167" y="4952424"/>
                        <a:ext cx="1555532" cy="3888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5678214" y="4884682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/>
              <a:t>则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6344652"/>
              </p:ext>
            </p:extLst>
          </p:nvPr>
        </p:nvGraphicFramePr>
        <p:xfrm>
          <a:off x="1214749" y="5710183"/>
          <a:ext cx="4145527" cy="421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421" name="Equation" r:id="rId21" imgW="4622800" imgH="469900" progId="Equation.3">
                  <p:embed/>
                </p:oleObj>
              </mc:Choice>
              <mc:Fallback>
                <p:oleObj name="Equation" r:id="rId21" imgW="4622800" imgH="4699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749" y="5710183"/>
                        <a:ext cx="4145527" cy="4213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7087122"/>
              </p:ext>
            </p:extLst>
          </p:nvPr>
        </p:nvGraphicFramePr>
        <p:xfrm>
          <a:off x="5872655" y="5676462"/>
          <a:ext cx="1117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422" name="Equation" r:id="rId23" imgW="1117115" imgH="482391" progId="Equation.3">
                  <p:embed/>
                </p:oleObj>
              </mc:Choice>
              <mc:Fallback>
                <p:oleObj name="Equation" r:id="rId23" imgW="1117115" imgH="482391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2655" y="5676462"/>
                        <a:ext cx="1117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/>
          <p:cNvGrpSpPr>
            <a:grpSpLocks/>
          </p:cNvGrpSpPr>
          <p:nvPr/>
        </p:nvGrpSpPr>
        <p:grpSpPr bwMode="auto">
          <a:xfrm>
            <a:off x="1083955" y="4389791"/>
            <a:ext cx="6163512" cy="497523"/>
            <a:chOff x="1404044" y="5764748"/>
            <a:chExt cx="3014586" cy="497811"/>
          </a:xfrm>
        </p:grpSpPr>
        <p:graphicFrame>
          <p:nvGraphicFramePr>
            <p:cNvPr id="24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3643463"/>
                </p:ext>
              </p:extLst>
            </p:nvPr>
          </p:nvGraphicFramePr>
          <p:xfrm>
            <a:off x="2361230" y="5805359"/>
            <a:ext cx="20574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423" name="Equation" r:id="rId25" imgW="1130040" imgH="253800" progId="Equation.DSMT4">
                    <p:embed/>
                  </p:oleObj>
                </mc:Choice>
                <mc:Fallback>
                  <p:oleObj name="Equation" r:id="rId25" imgW="113004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1230" y="5805359"/>
                          <a:ext cx="2057400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TextBox 2"/>
            <p:cNvSpPr txBox="1">
              <a:spLocks noChangeArrowheads="1"/>
            </p:cNvSpPr>
            <p:nvPr/>
          </p:nvSpPr>
          <p:spPr bwMode="auto">
            <a:xfrm>
              <a:off x="1404044" y="5764748"/>
              <a:ext cx="1727795" cy="461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400" dirty="0">
                  <a:solidFill>
                    <a:srgbClr val="FF0000"/>
                  </a:solidFill>
                </a:rPr>
                <a:t>伴随矩阵</a:t>
              </a:r>
              <a:r>
                <a:rPr lang="zh-CN" altLang="en-US" sz="2400" dirty="0" smtClean="0">
                  <a:solidFill>
                    <a:srgbClr val="FF0000"/>
                  </a:solidFill>
                </a:rPr>
                <a:t>定理</a:t>
              </a:r>
              <a:r>
                <a:rPr lang="zh-CN" altLang="en-US" sz="2400" dirty="0">
                  <a:solidFill>
                    <a:schemeClr val="accent5"/>
                  </a:solidFill>
                </a:rPr>
                <a:t>：</a:t>
              </a:r>
            </a:p>
          </p:txBody>
        </p:sp>
      </p:grpSp>
      <p:sp>
        <p:nvSpPr>
          <p:cNvPr id="26" name="TextBox 2"/>
          <p:cNvSpPr txBox="1">
            <a:spLocks noChangeArrowheads="1"/>
          </p:cNvSpPr>
          <p:nvPr/>
        </p:nvSpPr>
        <p:spPr bwMode="auto">
          <a:xfrm>
            <a:off x="4454846" y="3766009"/>
            <a:ext cx="35325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dirty="0" smtClean="0">
                <a:solidFill>
                  <a:schemeClr val="accent5"/>
                </a:solidFill>
              </a:rPr>
              <a:t>其中</a:t>
            </a:r>
            <a:r>
              <a:rPr lang="en-US" altLang="zh-CN" sz="2400" dirty="0" smtClean="0">
                <a:solidFill>
                  <a:schemeClr val="accent5"/>
                </a:solidFill>
              </a:rPr>
              <a:t>n</a:t>
            </a:r>
            <a:r>
              <a:rPr lang="zh-CN" altLang="en-US" sz="2400" dirty="0" smtClean="0">
                <a:solidFill>
                  <a:schemeClr val="accent5"/>
                </a:solidFill>
              </a:rPr>
              <a:t>为矩阵</a:t>
            </a:r>
            <a:r>
              <a:rPr lang="en-US" altLang="zh-CN" sz="2400" dirty="0" smtClean="0">
                <a:solidFill>
                  <a:schemeClr val="accent5"/>
                </a:solidFill>
              </a:rPr>
              <a:t>A</a:t>
            </a:r>
            <a:r>
              <a:rPr lang="zh-CN" altLang="en-US" sz="2400" dirty="0" smtClean="0">
                <a:solidFill>
                  <a:schemeClr val="accent5"/>
                </a:solidFill>
              </a:rPr>
              <a:t>的阶数。</a:t>
            </a:r>
            <a:endParaRPr lang="zh-CN" altLang="en-US" sz="24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3963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utoUpdateAnimBg="0"/>
      <p:bldP spid="20" grpId="0" autoUpdateAnimBg="0"/>
      <p:bldP spid="2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2"/>
          <p:cNvSpPr txBox="1">
            <a:spLocks noChangeArrowheads="1"/>
          </p:cNvSpPr>
          <p:nvPr/>
        </p:nvSpPr>
        <p:spPr bwMode="auto">
          <a:xfrm>
            <a:off x="677895" y="3352799"/>
            <a:ext cx="2039341" cy="58477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*共轭矩阵</a:t>
            </a:r>
            <a:endParaRPr lang="zh-CN" altLang="en-US" b="1" dirty="0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86019" name="Group 3"/>
          <p:cNvGrpSpPr>
            <a:grpSpLocks/>
          </p:cNvGrpSpPr>
          <p:nvPr/>
        </p:nvGrpSpPr>
        <p:grpSpPr bwMode="auto">
          <a:xfrm>
            <a:off x="918633" y="4114801"/>
            <a:ext cx="10608734" cy="1562100"/>
            <a:chOff x="590" y="729"/>
            <a:chExt cx="5012" cy="984"/>
          </a:xfrm>
        </p:grpSpPr>
        <p:sp>
          <p:nvSpPr>
            <p:cNvPr id="54286" name="Text Box 4"/>
            <p:cNvSpPr txBox="1">
              <a:spLocks noChangeArrowheads="1"/>
            </p:cNvSpPr>
            <p:nvPr/>
          </p:nvSpPr>
          <p:spPr bwMode="auto">
            <a:xfrm>
              <a:off x="590" y="729"/>
              <a:ext cx="42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rgbClr val="0000FF"/>
                  </a:solidFill>
                  <a:ea typeface="黑体" pitchFamily="2" charset="-122"/>
                </a:rPr>
                <a:t>定义</a:t>
              </a:r>
            </a:p>
          </p:txBody>
        </p:sp>
        <p:sp>
          <p:nvSpPr>
            <p:cNvPr id="54287" name="Text Box 5"/>
            <p:cNvSpPr txBox="1">
              <a:spLocks noChangeArrowheads="1"/>
            </p:cNvSpPr>
            <p:nvPr/>
          </p:nvSpPr>
          <p:spPr bwMode="auto">
            <a:xfrm>
              <a:off x="768" y="1112"/>
              <a:ext cx="4834" cy="6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b="1" dirty="0"/>
                <a:t>当               为复矩阵时，用      表示     的</a:t>
              </a:r>
              <a:r>
                <a:rPr lang="zh-CN" altLang="en-US" sz="2800" b="1" dirty="0" smtClean="0"/>
                <a:t>共轭复数</a:t>
              </a:r>
              <a:r>
                <a:rPr lang="zh-CN" altLang="en-US" sz="2800" b="1" dirty="0"/>
                <a:t>，记　　　　，　称为     的共轭矩阵</a:t>
              </a:r>
              <a:r>
                <a:rPr lang="en-US" altLang="zh-CN" sz="2800" b="1" dirty="0"/>
                <a:t>.      </a:t>
              </a:r>
            </a:p>
          </p:txBody>
        </p:sp>
        <p:graphicFrame>
          <p:nvGraphicFramePr>
            <p:cNvPr id="54288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351972"/>
                </p:ext>
              </p:extLst>
            </p:nvPr>
          </p:nvGraphicFramePr>
          <p:xfrm>
            <a:off x="1006" y="1166"/>
            <a:ext cx="628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38" name="公式" r:id="rId3" imgW="1282700" imgH="495300" progId="Equation.3">
                    <p:embed/>
                  </p:oleObj>
                </mc:Choice>
                <mc:Fallback>
                  <p:oleObj name="公式" r:id="rId3" imgW="1282700" imgH="495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6" y="1166"/>
                          <a:ext cx="628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89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5753340"/>
                </p:ext>
              </p:extLst>
            </p:nvPr>
          </p:nvGraphicFramePr>
          <p:xfrm>
            <a:off x="2834" y="1150"/>
            <a:ext cx="247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39" name="公式" r:id="rId5" imgW="393529" imgH="520474" progId="Equation.3">
                    <p:embed/>
                  </p:oleObj>
                </mc:Choice>
                <mc:Fallback>
                  <p:oleObj name="公式" r:id="rId5" imgW="393529" imgH="52047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4" y="1150"/>
                          <a:ext cx="247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90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5772170"/>
                </p:ext>
              </p:extLst>
            </p:nvPr>
          </p:nvGraphicFramePr>
          <p:xfrm>
            <a:off x="3378" y="1112"/>
            <a:ext cx="223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40" name="公式" r:id="rId7" imgW="355292" imgH="494870" progId="Equation.3">
                    <p:embed/>
                  </p:oleObj>
                </mc:Choice>
                <mc:Fallback>
                  <p:oleObj name="公式" r:id="rId7" imgW="355292" imgH="4948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8" y="1112"/>
                          <a:ext cx="223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91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3060797"/>
                </p:ext>
              </p:extLst>
            </p:nvPr>
          </p:nvGraphicFramePr>
          <p:xfrm>
            <a:off x="4794" y="1168"/>
            <a:ext cx="808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41" name="公式" r:id="rId9" imgW="1282700" imgH="520700" progId="Equation.3">
                    <p:embed/>
                  </p:oleObj>
                </mc:Choice>
                <mc:Fallback>
                  <p:oleObj name="公式" r:id="rId9" imgW="1282700" imgH="520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4" y="1168"/>
                          <a:ext cx="808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92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4892854"/>
                </p:ext>
              </p:extLst>
            </p:nvPr>
          </p:nvGraphicFramePr>
          <p:xfrm>
            <a:off x="632" y="1413"/>
            <a:ext cx="19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42" name="公式" r:id="rId11" imgW="317225" imgH="380670" progId="Equation.3">
                    <p:embed/>
                  </p:oleObj>
                </mc:Choice>
                <mc:Fallback>
                  <p:oleObj name="公式" r:id="rId11" imgW="317225" imgH="380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2" y="1413"/>
                          <a:ext cx="199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93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23919"/>
                </p:ext>
              </p:extLst>
            </p:nvPr>
          </p:nvGraphicFramePr>
          <p:xfrm>
            <a:off x="1172" y="1413"/>
            <a:ext cx="199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43" name="公式" r:id="rId13" imgW="317225" imgH="317225" progId="Equation.3">
                    <p:embed/>
                  </p:oleObj>
                </mc:Choice>
                <mc:Fallback>
                  <p:oleObj name="公式" r:id="rId13" imgW="317225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2" y="1413"/>
                          <a:ext cx="199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276" name="Text Box 12"/>
          <p:cNvSpPr txBox="1">
            <a:spLocks noChangeArrowheads="1"/>
          </p:cNvSpPr>
          <p:nvPr/>
        </p:nvSpPr>
        <p:spPr bwMode="auto">
          <a:xfrm>
            <a:off x="1201977" y="1105641"/>
            <a:ext cx="71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/>
              <a:t>故</a:t>
            </a:r>
          </a:p>
        </p:txBody>
      </p:sp>
      <p:graphicFrame>
        <p:nvGraphicFramePr>
          <p:cNvPr id="5427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531676"/>
              </p:ext>
            </p:extLst>
          </p:nvPr>
        </p:nvGraphicFramePr>
        <p:xfrm>
          <a:off x="2154620" y="1157045"/>
          <a:ext cx="2590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4" name="Equation" r:id="rId15" imgW="1943100" imgH="520700" progId="Equation.3">
                  <p:embed/>
                </p:oleObj>
              </mc:Choice>
              <mc:Fallback>
                <p:oleObj name="Equation" r:id="rId15" imgW="19431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620" y="1157045"/>
                        <a:ext cx="25908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0668837"/>
              </p:ext>
            </p:extLst>
          </p:nvPr>
        </p:nvGraphicFramePr>
        <p:xfrm>
          <a:off x="4785783" y="1224184"/>
          <a:ext cx="1625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5" name="Equation" r:id="rId17" imgW="1218671" imgH="482391" progId="Equation.3">
                  <p:embed/>
                </p:oleObj>
              </mc:Choice>
              <mc:Fallback>
                <p:oleObj name="Equation" r:id="rId17" imgW="1218671" imgH="4823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5783" y="1224184"/>
                        <a:ext cx="1625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628444"/>
              </p:ext>
            </p:extLst>
          </p:nvPr>
        </p:nvGraphicFramePr>
        <p:xfrm>
          <a:off x="6411383" y="1180254"/>
          <a:ext cx="1371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6" name="Equation" r:id="rId19" imgW="1028254" imgH="444307" progId="Equation.3">
                  <p:embed/>
                </p:oleObj>
              </mc:Choice>
              <mc:Fallback>
                <p:oleObj name="Equation" r:id="rId19" imgW="1028254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1383" y="1180254"/>
                        <a:ext cx="13716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32" name="Text Box 16"/>
          <p:cNvSpPr txBox="1">
            <a:spLocks noChangeArrowheads="1"/>
          </p:cNvSpPr>
          <p:nvPr/>
        </p:nvSpPr>
        <p:spPr bwMode="auto">
          <a:xfrm>
            <a:off x="1140667" y="1706784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/>
              <a:t>同理可得</a:t>
            </a:r>
          </a:p>
        </p:txBody>
      </p:sp>
      <p:graphicFrame>
        <p:nvGraphicFramePr>
          <p:cNvPr id="8603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182060"/>
              </p:ext>
            </p:extLst>
          </p:nvPr>
        </p:nvGraphicFramePr>
        <p:xfrm>
          <a:off x="998502" y="2154620"/>
          <a:ext cx="353906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7" name="Equation" r:id="rId21" imgW="2654300" imgH="977900" progId="Equation.3">
                  <p:embed/>
                </p:oleObj>
              </mc:Choice>
              <mc:Fallback>
                <p:oleObj name="Equation" r:id="rId21" imgW="26543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8502" y="2154620"/>
                        <a:ext cx="3539067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4" name="Object 18"/>
          <p:cNvGraphicFramePr>
            <a:graphicFrameLocks noChangeAspect="1"/>
          </p:cNvGraphicFramePr>
          <p:nvPr/>
        </p:nvGraphicFramePr>
        <p:xfrm>
          <a:off x="5969000" y="3219450"/>
          <a:ext cx="254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8" name="Equation" r:id="rId23" imgW="190500" imgH="419100" progId="Equation.3">
                  <p:embed/>
                </p:oleObj>
              </mc:Choice>
              <mc:Fallback>
                <p:oleObj name="Equation" r:id="rId23" imgW="1905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9000" y="3219450"/>
                        <a:ext cx="254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931170"/>
              </p:ext>
            </p:extLst>
          </p:nvPr>
        </p:nvGraphicFramePr>
        <p:xfrm>
          <a:off x="4540469" y="2414752"/>
          <a:ext cx="1625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9" name="Equation" r:id="rId25" imgW="1218671" imgH="482391" progId="Equation.3">
                  <p:embed/>
                </p:oleObj>
              </mc:Choice>
              <mc:Fallback>
                <p:oleObj name="Equation" r:id="rId25" imgW="1218671" imgH="4823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0469" y="2414752"/>
                        <a:ext cx="1625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7515181"/>
              </p:ext>
            </p:extLst>
          </p:nvPr>
        </p:nvGraphicFramePr>
        <p:xfrm>
          <a:off x="6120524" y="2404242"/>
          <a:ext cx="1625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50" name="Equation" r:id="rId27" imgW="1218671" imgH="482391" progId="Equation.3">
                  <p:embed/>
                </p:oleObj>
              </mc:Choice>
              <mc:Fallback>
                <p:oleObj name="Equation" r:id="rId27" imgW="1218671" imgH="4823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0524" y="2404242"/>
                        <a:ext cx="1625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3845089"/>
              </p:ext>
            </p:extLst>
          </p:nvPr>
        </p:nvGraphicFramePr>
        <p:xfrm>
          <a:off x="7679559" y="2362200"/>
          <a:ext cx="1371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51" name="Equation" r:id="rId28" imgW="1028254" imgH="444307" progId="Equation.3">
                  <p:embed/>
                </p:oleObj>
              </mc:Choice>
              <mc:Fallback>
                <p:oleObj name="Equation" r:id="rId28" imgW="1028254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9559" y="2362200"/>
                        <a:ext cx="13716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8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"/>
                                        <p:tgtEl>
                                          <p:spTgt spid="8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 animBg="1" autoUpdateAnimBg="0"/>
      <p:bldP spid="86032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0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7895427"/>
              </p:ext>
            </p:extLst>
          </p:nvPr>
        </p:nvGraphicFramePr>
        <p:xfrm>
          <a:off x="1131613" y="2895600"/>
          <a:ext cx="2540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25" name="Equation" r:id="rId3" imgW="1905000" imgH="457200" progId="Equation.3">
                  <p:embed/>
                </p:oleObj>
              </mc:Choice>
              <mc:Fallback>
                <p:oleObj name="Equation" r:id="rId3" imgW="19050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1613" y="2895600"/>
                        <a:ext cx="2540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7943340"/>
              </p:ext>
            </p:extLst>
          </p:nvPr>
        </p:nvGraphicFramePr>
        <p:xfrm>
          <a:off x="1142124" y="3668111"/>
          <a:ext cx="272626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26" name="Equation" r:id="rId5" imgW="2044700" imgH="457200" progId="Equation.3">
                  <p:embed/>
                </p:oleObj>
              </mc:Choice>
              <mc:Fallback>
                <p:oleObj name="Equation" r:id="rId5" imgW="20447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2124" y="3668111"/>
                        <a:ext cx="272626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557048" y="1099811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ea typeface="黑体" pitchFamily="2" charset="-122"/>
              </a:rPr>
              <a:t>运算性质</a:t>
            </a:r>
          </a:p>
        </p:txBody>
      </p:sp>
      <p:graphicFrame>
        <p:nvGraphicFramePr>
          <p:cNvPr id="870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8502852"/>
              </p:ext>
            </p:extLst>
          </p:nvPr>
        </p:nvGraphicFramePr>
        <p:xfrm>
          <a:off x="1152634" y="2136734"/>
          <a:ext cx="3556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27" name="Equation" r:id="rId7" imgW="2667000" imgH="457200" progId="Equation.3">
                  <p:embed/>
                </p:oleObj>
              </mc:Choice>
              <mc:Fallback>
                <p:oleObj name="Equation" r:id="rId7" imgW="26670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2634" y="2136734"/>
                        <a:ext cx="3556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302" name="Group 6"/>
          <p:cNvGrpSpPr>
            <a:grpSpLocks/>
          </p:cNvGrpSpPr>
          <p:nvPr/>
        </p:nvGrpSpPr>
        <p:grpSpPr bwMode="auto">
          <a:xfrm>
            <a:off x="557048" y="1617621"/>
            <a:ext cx="11988800" cy="519113"/>
            <a:chOff x="576" y="912"/>
            <a:chExt cx="5664" cy="327"/>
          </a:xfrm>
        </p:grpSpPr>
        <p:sp>
          <p:nvSpPr>
            <p:cNvPr id="55303" name="Text Box 7"/>
            <p:cNvSpPr txBox="1">
              <a:spLocks noChangeArrowheads="1"/>
            </p:cNvSpPr>
            <p:nvPr/>
          </p:nvSpPr>
          <p:spPr bwMode="auto">
            <a:xfrm>
              <a:off x="576" y="912"/>
              <a:ext cx="56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chemeClr val="bg2"/>
                  </a:solidFill>
                </a:rPr>
                <a:t>（</a:t>
              </a:r>
              <a:r>
                <a:rPr lang="zh-CN" altLang="en-US" sz="2800" b="1" dirty="0"/>
                <a:t>设        为复矩阵，  为复数</a:t>
              </a:r>
              <a:r>
                <a:rPr lang="en-US" altLang="zh-CN" sz="2800" b="1" dirty="0"/>
                <a:t>,</a:t>
              </a:r>
              <a:r>
                <a:rPr lang="zh-CN" altLang="en-US" sz="2800" b="1" dirty="0"/>
                <a:t>且运算都是可行的）</a:t>
              </a:r>
              <a:r>
                <a:rPr lang="en-US" altLang="zh-CN" sz="2800" b="1" dirty="0"/>
                <a:t>:</a:t>
              </a:r>
            </a:p>
          </p:txBody>
        </p:sp>
        <p:graphicFrame>
          <p:nvGraphicFramePr>
            <p:cNvPr id="55304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3640973"/>
                </p:ext>
              </p:extLst>
            </p:nvPr>
          </p:nvGraphicFramePr>
          <p:xfrm>
            <a:off x="934" y="968"/>
            <a:ext cx="451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28" name="Equation" r:id="rId9" imgW="723586" imgH="393529" progId="Equation.3">
                    <p:embed/>
                  </p:oleObj>
                </mc:Choice>
                <mc:Fallback>
                  <p:oleObj name="Equation" r:id="rId9" imgW="723586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4" y="968"/>
                          <a:ext cx="451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05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851799"/>
                </p:ext>
              </p:extLst>
            </p:nvPr>
          </p:nvGraphicFramePr>
          <p:xfrm>
            <a:off x="2072" y="968"/>
            <a:ext cx="174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29" name="公式" r:id="rId11" imgW="279279" imgH="342751" progId="Equation.3">
                    <p:embed/>
                  </p:oleObj>
                </mc:Choice>
                <mc:Fallback>
                  <p:oleObj name="公式" r:id="rId11" imgW="279279" imgH="34275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2" y="968"/>
                          <a:ext cx="174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1047632" y="4503507"/>
            <a:ext cx="5973278" cy="961872"/>
            <a:chOff x="979445" y="1988840"/>
            <a:chExt cx="4278582" cy="822448"/>
          </a:xfrm>
        </p:grpSpPr>
        <p:sp>
          <p:nvSpPr>
            <p:cNvPr id="11" name="TextBox 1"/>
            <p:cNvSpPr txBox="1">
              <a:spLocks noChangeArrowheads="1"/>
            </p:cNvSpPr>
            <p:nvPr/>
          </p:nvSpPr>
          <p:spPr bwMode="auto">
            <a:xfrm>
              <a:off x="979445" y="1988840"/>
              <a:ext cx="2656416" cy="569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lnSpc>
                  <a:spcPct val="150000"/>
                </a:lnSpc>
              </a:pPr>
              <a:r>
                <a:rPr lang="zh-CN" altLang="en-US" sz="2400" dirty="0"/>
                <a:t>比如</a:t>
              </a:r>
              <a:r>
                <a:rPr lang="zh-CN" altLang="en-US" sz="2400" dirty="0" smtClean="0"/>
                <a:t>      </a:t>
              </a:r>
              <a:endParaRPr lang="en-US" altLang="zh-CN" sz="2400" dirty="0"/>
            </a:p>
          </p:txBody>
        </p:sp>
        <p:graphicFrame>
          <p:nvGraphicFramePr>
            <p:cNvPr id="12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8719621"/>
                </p:ext>
              </p:extLst>
            </p:nvPr>
          </p:nvGraphicFramePr>
          <p:xfrm>
            <a:off x="1587790" y="1988840"/>
            <a:ext cx="3670237" cy="822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30" name="Equation" r:id="rId13" imgW="2019240" imgH="457200" progId="Equation.DSMT4">
                    <p:embed/>
                  </p:oleObj>
                </mc:Choice>
                <mc:Fallback>
                  <p:oleObj name="Equation" r:id="rId13" imgW="201924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7790" y="1988840"/>
                          <a:ext cx="3670237" cy="8224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5645501"/>
              </p:ext>
            </p:extLst>
          </p:nvPr>
        </p:nvGraphicFramePr>
        <p:xfrm>
          <a:off x="1177760" y="5483662"/>
          <a:ext cx="5373688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31" name="Equation" r:id="rId15" imgW="1612800" imgH="228600" progId="Equation.DSMT4">
                  <p:embed/>
                </p:oleObj>
              </mc:Choice>
              <mc:Fallback>
                <p:oleObj name="Equation" r:id="rId15" imgW="1612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7760" y="5483662"/>
                        <a:ext cx="5373688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Text Box 3"/>
          <p:cNvSpPr txBox="1">
            <a:spLocks noChangeArrowheads="1"/>
          </p:cNvSpPr>
          <p:nvPr/>
        </p:nvSpPr>
        <p:spPr bwMode="auto">
          <a:xfrm>
            <a:off x="2150785" y="2895601"/>
            <a:ext cx="615553" cy="1509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ea typeface="黑体" pitchFamily="2" charset="-122"/>
              </a:rPr>
              <a:t>矩阵运算</a:t>
            </a:r>
          </a:p>
        </p:txBody>
      </p:sp>
      <p:graphicFrame>
        <p:nvGraphicFramePr>
          <p:cNvPr id="880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6327508"/>
              </p:ext>
            </p:extLst>
          </p:nvPr>
        </p:nvGraphicFramePr>
        <p:xfrm>
          <a:off x="2766338" y="1745295"/>
          <a:ext cx="582084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03" name="Equation" r:id="rId3" imgW="381000" imgH="2578100" progId="Equation.3">
                  <p:embed/>
                </p:oleObj>
              </mc:Choice>
              <mc:Fallback>
                <p:oleObj name="Equation" r:id="rId3" imgW="381000" imgH="2578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6338" y="1745295"/>
                        <a:ext cx="582084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69" name="Rectangle 5"/>
          <p:cNvSpPr>
            <a:spLocks noChangeArrowheads="1"/>
          </p:cNvSpPr>
          <p:nvPr/>
        </p:nvSpPr>
        <p:spPr bwMode="auto">
          <a:xfrm>
            <a:off x="3338788" y="1676401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itchFamily="2" charset="-122"/>
              </a:rPr>
              <a:t>加法</a:t>
            </a:r>
          </a:p>
        </p:txBody>
      </p:sp>
      <p:sp>
        <p:nvSpPr>
          <p:cNvPr id="88070" name="Rectangle 6"/>
          <p:cNvSpPr>
            <a:spLocks noChangeArrowheads="1"/>
          </p:cNvSpPr>
          <p:nvPr/>
        </p:nvSpPr>
        <p:spPr bwMode="auto">
          <a:xfrm>
            <a:off x="3296039" y="2301769"/>
            <a:ext cx="23487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itchFamily="2" charset="-122"/>
              </a:rPr>
              <a:t>数与矩阵相乘</a:t>
            </a:r>
          </a:p>
        </p:txBody>
      </p:sp>
      <p:sp>
        <p:nvSpPr>
          <p:cNvPr id="88071" name="Rectangle 7"/>
          <p:cNvSpPr>
            <a:spLocks noChangeArrowheads="1"/>
          </p:cNvSpPr>
          <p:nvPr/>
        </p:nvSpPr>
        <p:spPr bwMode="auto">
          <a:xfrm>
            <a:off x="3296039" y="2895601"/>
            <a:ext cx="27093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itchFamily="2" charset="-122"/>
              </a:rPr>
              <a:t>矩阵与矩阵相乘</a:t>
            </a:r>
          </a:p>
        </p:txBody>
      </p:sp>
      <p:sp>
        <p:nvSpPr>
          <p:cNvPr id="88072" name="Rectangle 8"/>
          <p:cNvSpPr>
            <a:spLocks noChangeArrowheads="1"/>
          </p:cNvSpPr>
          <p:nvPr/>
        </p:nvSpPr>
        <p:spPr bwMode="auto">
          <a:xfrm>
            <a:off x="3377325" y="3505201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itchFamily="2" charset="-122"/>
              </a:rPr>
              <a:t>转置矩阵</a:t>
            </a:r>
          </a:p>
        </p:txBody>
      </p:sp>
      <p:sp>
        <p:nvSpPr>
          <p:cNvPr id="88073" name="Rectangle 9"/>
          <p:cNvSpPr>
            <a:spLocks noChangeArrowheads="1"/>
          </p:cNvSpPr>
          <p:nvPr/>
        </p:nvSpPr>
        <p:spPr bwMode="auto">
          <a:xfrm>
            <a:off x="3409742" y="4661010"/>
            <a:ext cx="30700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itchFamily="2" charset="-122"/>
              </a:rPr>
              <a:t>对称阵与伴随矩阵</a:t>
            </a:r>
          </a:p>
        </p:txBody>
      </p:sp>
      <p:sp>
        <p:nvSpPr>
          <p:cNvPr id="88074" name="Rectangle 10"/>
          <p:cNvSpPr>
            <a:spLocks noChangeArrowheads="1"/>
          </p:cNvSpPr>
          <p:nvPr/>
        </p:nvSpPr>
        <p:spPr bwMode="auto">
          <a:xfrm>
            <a:off x="3377325" y="4041230"/>
            <a:ext cx="23487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itchFamily="2" charset="-122"/>
              </a:rPr>
              <a:t>方阵的行列式</a:t>
            </a:r>
          </a:p>
        </p:txBody>
      </p:sp>
      <p:sp>
        <p:nvSpPr>
          <p:cNvPr id="88075" name="Rectangle 11"/>
          <p:cNvSpPr>
            <a:spLocks noChangeArrowheads="1"/>
          </p:cNvSpPr>
          <p:nvPr/>
        </p:nvSpPr>
        <p:spPr bwMode="auto">
          <a:xfrm>
            <a:off x="3516971" y="5181601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itchFamily="2" charset="-122"/>
              </a:rPr>
              <a:t>共轭矩阵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1640" y="1291680"/>
            <a:ext cx="1177159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8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8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8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"/>
                                        <p:tgtEl>
                                          <p:spTgt spid="88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"/>
                                        <p:tgtEl>
                                          <p:spTgt spid="88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autoUpdateAnimBg="0"/>
      <p:bldP spid="88069" grpId="0" autoUpdateAnimBg="0"/>
      <p:bldP spid="88070" grpId="0" autoUpdateAnimBg="0"/>
      <p:bldP spid="88071" grpId="0" autoUpdateAnimBg="0"/>
      <p:bldP spid="88072" grpId="0" autoUpdateAnimBg="0"/>
      <p:bldP spid="88073" grpId="0" autoUpdateAnimBg="0"/>
      <p:bldP spid="88074" grpId="0" autoUpdateAnimBg="0"/>
      <p:bldP spid="88075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970456" y="2819400"/>
            <a:ext cx="100584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/>
              <a:t>　　</a:t>
            </a:r>
            <a:r>
              <a:rPr lang="zh-CN" altLang="en-US" sz="2800" b="1" dirty="0">
                <a:solidFill>
                  <a:srgbClr val="FF0000"/>
                </a:solidFill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</a:rPr>
              <a:t>）只有当第一个矩阵的列数等于第二个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矩阵的行数时，两个矩阵才能相乘</a:t>
            </a:r>
            <a:r>
              <a:rPr lang="en-US" altLang="zh-CN" sz="2800" b="1" dirty="0">
                <a:solidFill>
                  <a:srgbClr val="FF0000"/>
                </a:solidFill>
              </a:rPr>
              <a:t>,</a:t>
            </a:r>
            <a:r>
              <a:rPr lang="zh-CN" altLang="en-US" sz="2800" b="1" dirty="0">
                <a:solidFill>
                  <a:srgbClr val="FF0000"/>
                </a:solidFill>
              </a:rPr>
              <a:t>且矩阵相乘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不满足交换律</a:t>
            </a:r>
            <a:r>
              <a:rPr lang="en-US" altLang="zh-CN" sz="2800" b="1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89091" name="Rectangle 3"/>
          <p:cNvSpPr>
            <a:spLocks noChangeArrowheads="1"/>
          </p:cNvSpPr>
          <p:nvPr/>
        </p:nvSpPr>
        <p:spPr bwMode="auto">
          <a:xfrm>
            <a:off x="970456" y="1676400"/>
            <a:ext cx="10058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/>
              <a:t>　　</a:t>
            </a:r>
            <a:r>
              <a:rPr lang="zh-CN" altLang="en-US" sz="2800" b="1" dirty="0">
                <a:solidFill>
                  <a:srgbClr val="FF0000"/>
                </a:solidFill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）只有当两个矩阵是同型矩阵时，才能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进行加法运算</a:t>
            </a:r>
            <a:r>
              <a:rPr lang="en-US" altLang="zh-CN" sz="2800" b="1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57348" name="Text Box 4"/>
          <p:cNvSpPr txBox="1">
            <a:spLocks noChangeArrowheads="1"/>
          </p:cNvSpPr>
          <p:nvPr/>
        </p:nvSpPr>
        <p:spPr bwMode="auto">
          <a:xfrm>
            <a:off x="882870" y="1021556"/>
            <a:ext cx="271356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ea typeface="黑体" pitchFamily="2" charset="-122"/>
              </a:rPr>
              <a:t>注意</a:t>
            </a:r>
          </a:p>
        </p:txBody>
      </p:sp>
      <p:sp>
        <p:nvSpPr>
          <p:cNvPr id="89093" name="Rectangle 5"/>
          <p:cNvSpPr>
            <a:spLocks noChangeArrowheads="1"/>
          </p:cNvSpPr>
          <p:nvPr/>
        </p:nvSpPr>
        <p:spPr bwMode="auto">
          <a:xfrm>
            <a:off x="970456" y="4267200"/>
            <a:ext cx="10261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</a:rPr>
              <a:t>       </a:t>
            </a:r>
            <a:r>
              <a:rPr lang="zh-CN" altLang="en-US" sz="2800" b="1" dirty="0">
                <a:solidFill>
                  <a:srgbClr val="FF0000"/>
                </a:solidFill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</a:rPr>
              <a:t>）矩阵的数乘运算与行列式的数乘运算不同</a:t>
            </a:r>
            <a:r>
              <a:rPr lang="en-US" altLang="zh-CN" sz="2800" b="1" dirty="0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8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8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0" grpId="0" autoUpdateAnimBg="0"/>
      <p:bldP spid="89091" grpId="0" autoUpdateAnimBg="0"/>
      <p:bldP spid="89093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93986" y="988082"/>
            <a:ext cx="10515600" cy="912813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effectLst/>
              </a:rPr>
              <a:t>思考题</a:t>
            </a:r>
          </a:p>
        </p:txBody>
      </p:sp>
      <p:graphicFrame>
        <p:nvGraphicFramePr>
          <p:cNvPr id="583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7354146"/>
              </p:ext>
            </p:extLst>
          </p:nvPr>
        </p:nvGraphicFramePr>
        <p:xfrm>
          <a:off x="1107089" y="1710559"/>
          <a:ext cx="535093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40" name="Equation" r:id="rId3" imgW="4013200" imgH="406400" progId="Equation.3">
                  <p:embed/>
                </p:oleObj>
              </mc:Choice>
              <mc:Fallback>
                <p:oleObj name="Equation" r:id="rId3" imgW="40132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7089" y="1710559"/>
                        <a:ext cx="535093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301842"/>
              </p:ext>
            </p:extLst>
          </p:nvPr>
        </p:nvGraphicFramePr>
        <p:xfrm>
          <a:off x="1877848" y="2372711"/>
          <a:ext cx="499533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41" name="Equation" r:id="rId5" imgW="3746500" imgH="457200" progId="Equation.3">
                  <p:embed/>
                </p:oleObj>
              </mc:Choice>
              <mc:Fallback>
                <p:oleObj name="Equation" r:id="rId5" imgW="37465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7848" y="2372711"/>
                        <a:ext cx="499533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977462" y="3048001"/>
            <a:ext cx="39709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/>
              <a:t>成立的充要条件是什么</a:t>
            </a:r>
            <a:r>
              <a:rPr lang="en-US" altLang="zh-CN" sz="2800" b="1" dirty="0"/>
              <a:t>?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6027" y="688648"/>
            <a:ext cx="10515600" cy="1325563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effectLst/>
              </a:rPr>
              <a:t>思考题解答</a:t>
            </a:r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1040526" y="2275821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itchFamily="2" charset="-122"/>
              </a:rPr>
              <a:t>答</a:t>
            </a:r>
          </a:p>
        </p:txBody>
      </p:sp>
      <p:graphicFrame>
        <p:nvGraphicFramePr>
          <p:cNvPr id="911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7357363"/>
              </p:ext>
            </p:extLst>
          </p:nvPr>
        </p:nvGraphicFramePr>
        <p:xfrm>
          <a:off x="1895366" y="2275821"/>
          <a:ext cx="770466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77" name="Equation" r:id="rId3" imgW="5778500" imgH="469900" progId="Equation.3">
                  <p:embed/>
                </p:oleObj>
              </mc:Choice>
              <mc:Fallback>
                <p:oleObj name="Equation" r:id="rId3" imgW="57785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5366" y="2275821"/>
                        <a:ext cx="770466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1141" name="Group 5"/>
          <p:cNvGrpSpPr>
            <a:grpSpLocks/>
          </p:cNvGrpSpPr>
          <p:nvPr/>
        </p:nvGrpSpPr>
        <p:grpSpPr bwMode="auto">
          <a:xfrm>
            <a:off x="928268" y="2952754"/>
            <a:ext cx="7469717" cy="523876"/>
            <a:chOff x="518" y="1530"/>
            <a:chExt cx="3529" cy="330"/>
          </a:xfrm>
        </p:grpSpPr>
        <p:sp>
          <p:nvSpPr>
            <p:cNvPr id="59399" name="Text Box 6"/>
            <p:cNvSpPr txBox="1">
              <a:spLocks noChangeArrowheads="1"/>
            </p:cNvSpPr>
            <p:nvPr/>
          </p:nvSpPr>
          <p:spPr bwMode="auto">
            <a:xfrm>
              <a:off x="518" y="1530"/>
              <a:ext cx="35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/>
                <a:t>故                                             成立的充要条件为</a:t>
              </a:r>
            </a:p>
          </p:txBody>
        </p:sp>
        <p:graphicFrame>
          <p:nvGraphicFramePr>
            <p:cNvPr id="59400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11834560"/>
                </p:ext>
              </p:extLst>
            </p:nvPr>
          </p:nvGraphicFramePr>
          <p:xfrm>
            <a:off x="700" y="1572"/>
            <a:ext cx="1907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778" name="Equation" r:id="rId5" imgW="3746500" imgH="457200" progId="Equation.3">
                    <p:embed/>
                  </p:oleObj>
                </mc:Choice>
                <mc:Fallback>
                  <p:oleObj name="Equation" r:id="rId5" imgW="37465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0" y="1572"/>
                          <a:ext cx="1907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11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028856"/>
              </p:ext>
            </p:extLst>
          </p:nvPr>
        </p:nvGraphicFramePr>
        <p:xfrm>
          <a:off x="3867807" y="3796862"/>
          <a:ext cx="1981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79" name="Equation" r:id="rId7" imgW="1485255" imgH="317362" progId="Equation.3">
                  <p:embed/>
                </p:oleObj>
              </mc:Choice>
              <mc:Fallback>
                <p:oleObj name="Equation" r:id="rId7" imgW="1485255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7807" y="3796862"/>
                        <a:ext cx="19812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1236</TotalTime>
  <Words>870</Words>
  <Application>Microsoft Office PowerPoint</Application>
  <PresentationFormat>自定义</PresentationFormat>
  <Paragraphs>182</Paragraphs>
  <Slides>45</Slides>
  <Notes>3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45</vt:i4>
      </vt:variant>
    </vt:vector>
  </HeadingPairs>
  <TitlesOfParts>
    <vt:vector size="50" baseType="lpstr">
      <vt:lpstr>Office 主题</vt:lpstr>
      <vt:lpstr>Profile</vt:lpstr>
      <vt:lpstr>Equation</vt:lpstr>
      <vt:lpstr>公式</vt:lpstr>
      <vt:lpstr>MathType 6.0 Equation</vt:lpstr>
      <vt:lpstr>PowerPoint 演示文稿</vt:lpstr>
      <vt:lpstr>PowerPoint 演示文稿</vt:lpstr>
      <vt:lpstr>线性方程组的系数与常数项按原位置可排为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思考题</vt:lpstr>
      <vt:lpstr>思考题解答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2.3 可逆矩阵</dc:title>
  <dc:creator>Sky123.Org</dc:creator>
  <cp:lastModifiedBy>LSG</cp:lastModifiedBy>
  <cp:revision>234</cp:revision>
  <dcterms:created xsi:type="dcterms:W3CDTF">2016-07-04T12:59:51Z</dcterms:created>
  <dcterms:modified xsi:type="dcterms:W3CDTF">2018-03-25T05:53:38Z</dcterms:modified>
</cp:coreProperties>
</file>