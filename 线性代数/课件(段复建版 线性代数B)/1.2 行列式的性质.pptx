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5" r:id="rId2"/>
    <p:sldId id="280" r:id="rId3"/>
    <p:sldId id="278" r:id="rId4"/>
    <p:sldId id="281" r:id="rId5"/>
    <p:sldId id="283" r:id="rId6"/>
    <p:sldId id="284" r:id="rId7"/>
    <p:sldId id="304" r:id="rId8"/>
    <p:sldId id="305" r:id="rId9"/>
    <p:sldId id="306" r:id="rId10"/>
    <p:sldId id="279" r:id="rId11"/>
    <p:sldId id="290" r:id="rId12"/>
    <p:sldId id="291" r:id="rId13"/>
    <p:sldId id="292" r:id="rId14"/>
    <p:sldId id="317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11" r:id="rId24"/>
    <p:sldId id="301" r:id="rId25"/>
    <p:sldId id="302" r:id="rId26"/>
    <p:sldId id="303" r:id="rId27"/>
    <p:sldId id="312" r:id="rId28"/>
    <p:sldId id="313" r:id="rId29"/>
    <p:sldId id="307" r:id="rId30"/>
    <p:sldId id="308" r:id="rId31"/>
    <p:sldId id="316" r:id="rId32"/>
    <p:sldId id="309" r:id="rId33"/>
    <p:sldId id="315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004F8C"/>
    <a:srgbClr val="7F7F7F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 varScale="1">
        <p:scale>
          <a:sx n="66" d="100"/>
          <a:sy n="66" d="100"/>
        </p:scale>
        <p:origin x="-31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148ABC-CC34-4C7F-A168-A8918383386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18B342A-4E9C-4692-8A60-4F7E92D708AE}">
      <dgm:prSet phldrT="[文本]"/>
      <dgm:spPr/>
      <dgm:t>
        <a:bodyPr/>
        <a:lstStyle/>
        <a:p>
          <a:r>
            <a:rPr lang="en-US" altLang="zh-CN" b="1" dirty="0" smtClean="0"/>
            <a:t>1   </a:t>
          </a:r>
          <a:r>
            <a:rPr lang="zh-CN" altLang="en-US" b="1" dirty="0" smtClean="0"/>
            <a:t>行（列）和相同的行列式</a:t>
          </a:r>
          <a:endParaRPr lang="zh-CN" altLang="en-US" b="1" dirty="0"/>
        </a:p>
      </dgm:t>
    </dgm:pt>
    <dgm:pt modelId="{5ECBFBCB-2E39-45D6-98C9-25CCE9C8C693}" type="parTrans" cxnId="{15D70F9F-9406-4411-88AE-C7CAB5AD9952}">
      <dgm:prSet/>
      <dgm:spPr/>
      <dgm:t>
        <a:bodyPr/>
        <a:lstStyle/>
        <a:p>
          <a:endParaRPr lang="zh-CN" altLang="en-US"/>
        </a:p>
      </dgm:t>
    </dgm:pt>
    <dgm:pt modelId="{18CF118C-FCB7-4E41-A853-A3CF3F1C6C02}" type="sibTrans" cxnId="{15D70F9F-9406-4411-88AE-C7CAB5AD9952}">
      <dgm:prSet/>
      <dgm:spPr/>
      <dgm:t>
        <a:bodyPr/>
        <a:lstStyle/>
        <a:p>
          <a:endParaRPr lang="zh-CN" altLang="en-US"/>
        </a:p>
      </dgm:t>
    </dgm:pt>
    <dgm:pt modelId="{58EB82E6-C4E8-4C42-9CE4-74A0CCCA723C}">
      <dgm:prSet phldrT="[文本]"/>
      <dgm:spPr/>
      <dgm:t>
        <a:bodyPr/>
        <a:lstStyle/>
        <a:p>
          <a:r>
            <a:rPr lang="en-US" altLang="zh-CN" b="1" dirty="0" smtClean="0"/>
            <a:t>2    </a:t>
          </a:r>
          <a:r>
            <a:rPr lang="zh-CN" altLang="en-US" b="1" dirty="0" smtClean="0"/>
            <a:t>箭形行列式</a:t>
          </a:r>
          <a:endParaRPr lang="zh-CN" altLang="en-US" b="1" dirty="0"/>
        </a:p>
      </dgm:t>
    </dgm:pt>
    <dgm:pt modelId="{BA70F27A-FBB5-4BFA-9F2A-75EBEBC30846}" type="parTrans" cxnId="{4CE50507-E548-4E2B-8A99-32E3BDCC258B}">
      <dgm:prSet/>
      <dgm:spPr/>
      <dgm:t>
        <a:bodyPr/>
        <a:lstStyle/>
        <a:p>
          <a:endParaRPr lang="zh-CN" altLang="en-US"/>
        </a:p>
      </dgm:t>
    </dgm:pt>
    <dgm:pt modelId="{FD0E507F-0760-416C-AD24-A3B4AD58D235}" type="sibTrans" cxnId="{4CE50507-E548-4E2B-8A99-32E3BDCC258B}">
      <dgm:prSet/>
      <dgm:spPr/>
      <dgm:t>
        <a:bodyPr/>
        <a:lstStyle/>
        <a:p>
          <a:endParaRPr lang="zh-CN" altLang="en-US"/>
        </a:p>
      </dgm:t>
    </dgm:pt>
    <dgm:pt modelId="{8A2FA71A-F8EE-4C71-A0D4-3F5EDF4C3515}">
      <dgm:prSet phldrT="[文本]"/>
      <dgm:spPr/>
      <dgm:t>
        <a:bodyPr/>
        <a:lstStyle/>
        <a:p>
          <a:r>
            <a:rPr lang="en-US" altLang="zh-CN" b="1" dirty="0" smtClean="0"/>
            <a:t>3   </a:t>
          </a:r>
          <a:r>
            <a:rPr lang="zh-CN" altLang="en-US" b="1" dirty="0" smtClean="0"/>
            <a:t>（缺项）</a:t>
          </a:r>
          <a:r>
            <a:rPr lang="en-US" altLang="zh-CN" b="1" dirty="0" smtClean="0"/>
            <a:t> </a:t>
          </a:r>
          <a:r>
            <a:rPr lang="zh-CN" altLang="en-US" b="1" dirty="0" smtClean="0"/>
            <a:t>范德蒙行列式</a:t>
          </a:r>
          <a:endParaRPr lang="zh-CN" altLang="en-US" b="1" dirty="0"/>
        </a:p>
      </dgm:t>
    </dgm:pt>
    <dgm:pt modelId="{810033F4-82B1-40B2-993C-79249D77F079}" type="parTrans" cxnId="{54B1B9A6-B436-4713-AB2D-D872E8AB72CB}">
      <dgm:prSet/>
      <dgm:spPr/>
      <dgm:t>
        <a:bodyPr/>
        <a:lstStyle/>
        <a:p>
          <a:endParaRPr lang="zh-CN" altLang="en-US"/>
        </a:p>
      </dgm:t>
    </dgm:pt>
    <dgm:pt modelId="{1A7EBF20-6C22-4C1A-AB69-81482CF480CC}" type="sibTrans" cxnId="{54B1B9A6-B436-4713-AB2D-D872E8AB72CB}">
      <dgm:prSet/>
      <dgm:spPr/>
      <dgm:t>
        <a:bodyPr/>
        <a:lstStyle/>
        <a:p>
          <a:endParaRPr lang="zh-CN" altLang="en-US"/>
        </a:p>
      </dgm:t>
    </dgm:pt>
    <dgm:pt modelId="{38A1051B-59B2-44C3-9F3B-1D33E25A22A7}" type="pres">
      <dgm:prSet presAssocID="{C6148ABC-CC34-4C7F-A168-A8918383386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A7DD239-2948-4536-A386-840F1813951B}" type="pres">
      <dgm:prSet presAssocID="{B18B342A-4E9C-4692-8A60-4F7E92D708AE}" presName="parentLin" presStyleCnt="0"/>
      <dgm:spPr/>
    </dgm:pt>
    <dgm:pt modelId="{431B123A-6E85-4613-81B9-8BF30BB16C3A}" type="pres">
      <dgm:prSet presAssocID="{B18B342A-4E9C-4692-8A60-4F7E92D708AE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AF775F7-41FE-494C-B8D7-8B1D57D70404}" type="pres">
      <dgm:prSet presAssocID="{B18B342A-4E9C-4692-8A60-4F7E92D708AE}" presName="parentText" presStyleLbl="node1" presStyleIdx="0" presStyleCnt="3" custLinFactNeighborX="-17857" custLinFactNeighborY="3307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51F974-8FB1-4EFF-A8E7-223E005E2070}" type="pres">
      <dgm:prSet presAssocID="{B18B342A-4E9C-4692-8A60-4F7E92D708AE}" presName="negativeSpace" presStyleCnt="0"/>
      <dgm:spPr/>
    </dgm:pt>
    <dgm:pt modelId="{7CD0B277-4B4B-474A-80F4-54E2938B1F73}" type="pres">
      <dgm:prSet presAssocID="{B18B342A-4E9C-4692-8A60-4F7E92D708AE}" presName="childText" presStyleLbl="conFgAcc1" presStyleIdx="0" presStyleCnt="3">
        <dgm:presLayoutVars>
          <dgm:bulletEnabled val="1"/>
        </dgm:presLayoutVars>
      </dgm:prSet>
      <dgm:spPr/>
    </dgm:pt>
    <dgm:pt modelId="{55CA63FE-ACA5-47F7-82EF-8FDDC83B6751}" type="pres">
      <dgm:prSet presAssocID="{18CF118C-FCB7-4E41-A853-A3CF3F1C6C02}" presName="spaceBetweenRectangles" presStyleCnt="0"/>
      <dgm:spPr/>
    </dgm:pt>
    <dgm:pt modelId="{42EA4CF3-9F40-45A7-839A-D497F6107FF7}" type="pres">
      <dgm:prSet presAssocID="{58EB82E6-C4E8-4C42-9CE4-74A0CCCA723C}" presName="parentLin" presStyleCnt="0"/>
      <dgm:spPr/>
    </dgm:pt>
    <dgm:pt modelId="{9C4A4851-6EC2-41AD-9FF3-21C3BA4B1306}" type="pres">
      <dgm:prSet presAssocID="{58EB82E6-C4E8-4C42-9CE4-74A0CCCA723C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71E722B1-9D1A-4311-A696-29BD86EF58AC}" type="pres">
      <dgm:prSet presAssocID="{58EB82E6-C4E8-4C42-9CE4-74A0CCCA723C}" presName="parentText" presStyleLbl="node1" presStyleIdx="1" presStyleCnt="3" custLinFactNeighborX="-21429" custLinFactNeighborY="-298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4D08EB-DA67-4FCC-85E5-71C694852988}" type="pres">
      <dgm:prSet presAssocID="{58EB82E6-C4E8-4C42-9CE4-74A0CCCA723C}" presName="negativeSpace" presStyleCnt="0"/>
      <dgm:spPr/>
    </dgm:pt>
    <dgm:pt modelId="{39BA3FBD-1DBE-4E5F-8D7F-C3B060B4EE95}" type="pres">
      <dgm:prSet presAssocID="{58EB82E6-C4E8-4C42-9CE4-74A0CCCA723C}" presName="childText" presStyleLbl="conFgAcc1" presStyleIdx="1" presStyleCnt="3">
        <dgm:presLayoutVars>
          <dgm:bulletEnabled val="1"/>
        </dgm:presLayoutVars>
      </dgm:prSet>
      <dgm:spPr/>
    </dgm:pt>
    <dgm:pt modelId="{71B39039-18CF-4555-9AD8-D70D35D99FB6}" type="pres">
      <dgm:prSet presAssocID="{FD0E507F-0760-416C-AD24-A3B4AD58D235}" presName="spaceBetweenRectangles" presStyleCnt="0"/>
      <dgm:spPr/>
    </dgm:pt>
    <dgm:pt modelId="{6A68E95B-7250-4363-A888-A12A3F99F834}" type="pres">
      <dgm:prSet presAssocID="{8A2FA71A-F8EE-4C71-A0D4-3F5EDF4C3515}" presName="parentLin" presStyleCnt="0"/>
      <dgm:spPr/>
    </dgm:pt>
    <dgm:pt modelId="{611FD7E4-C199-4898-89EF-6E3EB2CE53DE}" type="pres">
      <dgm:prSet presAssocID="{8A2FA71A-F8EE-4C71-A0D4-3F5EDF4C3515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514C9012-D213-4BDF-BCA2-9839B0CD3ADD}" type="pres">
      <dgm:prSet presAssocID="{8A2FA71A-F8EE-4C71-A0D4-3F5EDF4C3515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F8918D-919D-4DD7-B8CF-7F2B2922BAF8}" type="pres">
      <dgm:prSet presAssocID="{8A2FA71A-F8EE-4C71-A0D4-3F5EDF4C3515}" presName="negativeSpace" presStyleCnt="0"/>
      <dgm:spPr/>
    </dgm:pt>
    <dgm:pt modelId="{14FEE79B-4A9E-4E07-A014-A12E13493C48}" type="pres">
      <dgm:prSet presAssocID="{8A2FA71A-F8EE-4C71-A0D4-3F5EDF4C35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CE50507-E548-4E2B-8A99-32E3BDCC258B}" srcId="{C6148ABC-CC34-4C7F-A168-A89183833862}" destId="{58EB82E6-C4E8-4C42-9CE4-74A0CCCA723C}" srcOrd="1" destOrd="0" parTransId="{BA70F27A-FBB5-4BFA-9F2A-75EBEBC30846}" sibTransId="{FD0E507F-0760-416C-AD24-A3B4AD58D235}"/>
    <dgm:cxn modelId="{15D70F9F-9406-4411-88AE-C7CAB5AD9952}" srcId="{C6148ABC-CC34-4C7F-A168-A89183833862}" destId="{B18B342A-4E9C-4692-8A60-4F7E92D708AE}" srcOrd="0" destOrd="0" parTransId="{5ECBFBCB-2E39-45D6-98C9-25CCE9C8C693}" sibTransId="{18CF118C-FCB7-4E41-A853-A3CF3F1C6C02}"/>
    <dgm:cxn modelId="{54B1B9A6-B436-4713-AB2D-D872E8AB72CB}" srcId="{C6148ABC-CC34-4C7F-A168-A89183833862}" destId="{8A2FA71A-F8EE-4C71-A0D4-3F5EDF4C3515}" srcOrd="2" destOrd="0" parTransId="{810033F4-82B1-40B2-993C-79249D77F079}" sibTransId="{1A7EBF20-6C22-4C1A-AB69-81482CF480CC}"/>
    <dgm:cxn modelId="{75FF80DC-D7CB-4401-B20C-31521056C6DB}" type="presOf" srcId="{58EB82E6-C4E8-4C42-9CE4-74A0CCCA723C}" destId="{9C4A4851-6EC2-41AD-9FF3-21C3BA4B1306}" srcOrd="0" destOrd="0" presId="urn:microsoft.com/office/officeart/2005/8/layout/list1"/>
    <dgm:cxn modelId="{98250D7D-FF88-48E2-BC19-2DB534BC6E04}" type="presOf" srcId="{B18B342A-4E9C-4692-8A60-4F7E92D708AE}" destId="{431B123A-6E85-4613-81B9-8BF30BB16C3A}" srcOrd="0" destOrd="0" presId="urn:microsoft.com/office/officeart/2005/8/layout/list1"/>
    <dgm:cxn modelId="{FDBC4817-8C21-47F3-B75C-9287DD3C04F9}" type="presOf" srcId="{58EB82E6-C4E8-4C42-9CE4-74A0CCCA723C}" destId="{71E722B1-9D1A-4311-A696-29BD86EF58AC}" srcOrd="1" destOrd="0" presId="urn:microsoft.com/office/officeart/2005/8/layout/list1"/>
    <dgm:cxn modelId="{7EABCB74-6289-4CC0-A495-04C073640998}" type="presOf" srcId="{8A2FA71A-F8EE-4C71-A0D4-3F5EDF4C3515}" destId="{611FD7E4-C199-4898-89EF-6E3EB2CE53DE}" srcOrd="0" destOrd="0" presId="urn:microsoft.com/office/officeart/2005/8/layout/list1"/>
    <dgm:cxn modelId="{F2480F76-7A3B-411B-8732-AA61D390CC11}" type="presOf" srcId="{B18B342A-4E9C-4692-8A60-4F7E92D708AE}" destId="{4AF775F7-41FE-494C-B8D7-8B1D57D70404}" srcOrd="1" destOrd="0" presId="urn:microsoft.com/office/officeart/2005/8/layout/list1"/>
    <dgm:cxn modelId="{A7035972-6337-4838-AF52-AF145BA24E90}" type="presOf" srcId="{C6148ABC-CC34-4C7F-A168-A89183833862}" destId="{38A1051B-59B2-44C3-9F3B-1D33E25A22A7}" srcOrd="0" destOrd="0" presId="urn:microsoft.com/office/officeart/2005/8/layout/list1"/>
    <dgm:cxn modelId="{00E28F45-838A-4740-B7BD-A3DB61E73F6D}" type="presOf" srcId="{8A2FA71A-F8EE-4C71-A0D4-3F5EDF4C3515}" destId="{514C9012-D213-4BDF-BCA2-9839B0CD3ADD}" srcOrd="1" destOrd="0" presId="urn:microsoft.com/office/officeart/2005/8/layout/list1"/>
    <dgm:cxn modelId="{17F59BF8-EBC1-4C33-84F8-A2DAB45DE384}" type="presParOf" srcId="{38A1051B-59B2-44C3-9F3B-1D33E25A22A7}" destId="{DA7DD239-2948-4536-A386-840F1813951B}" srcOrd="0" destOrd="0" presId="urn:microsoft.com/office/officeart/2005/8/layout/list1"/>
    <dgm:cxn modelId="{96ACD83B-EE5F-4F1B-A064-F278DEA202EC}" type="presParOf" srcId="{DA7DD239-2948-4536-A386-840F1813951B}" destId="{431B123A-6E85-4613-81B9-8BF30BB16C3A}" srcOrd="0" destOrd="0" presId="urn:microsoft.com/office/officeart/2005/8/layout/list1"/>
    <dgm:cxn modelId="{6FA0EBB9-D44A-4E42-AEAC-44FA659C4C4B}" type="presParOf" srcId="{DA7DD239-2948-4536-A386-840F1813951B}" destId="{4AF775F7-41FE-494C-B8D7-8B1D57D70404}" srcOrd="1" destOrd="0" presId="urn:microsoft.com/office/officeart/2005/8/layout/list1"/>
    <dgm:cxn modelId="{2ADADAC2-3916-45B0-A2FA-1F00602FB28A}" type="presParOf" srcId="{38A1051B-59B2-44C3-9F3B-1D33E25A22A7}" destId="{C651F974-8FB1-4EFF-A8E7-223E005E2070}" srcOrd="1" destOrd="0" presId="urn:microsoft.com/office/officeart/2005/8/layout/list1"/>
    <dgm:cxn modelId="{140C2AE5-E7B8-4453-AFE8-239A58B5A3BE}" type="presParOf" srcId="{38A1051B-59B2-44C3-9F3B-1D33E25A22A7}" destId="{7CD0B277-4B4B-474A-80F4-54E2938B1F73}" srcOrd="2" destOrd="0" presId="urn:microsoft.com/office/officeart/2005/8/layout/list1"/>
    <dgm:cxn modelId="{6FC9ED58-2075-4DA7-9F05-ECECB56D77E6}" type="presParOf" srcId="{38A1051B-59B2-44C3-9F3B-1D33E25A22A7}" destId="{55CA63FE-ACA5-47F7-82EF-8FDDC83B6751}" srcOrd="3" destOrd="0" presId="urn:microsoft.com/office/officeart/2005/8/layout/list1"/>
    <dgm:cxn modelId="{E416C354-94CD-448E-B619-E92D6648F8C9}" type="presParOf" srcId="{38A1051B-59B2-44C3-9F3B-1D33E25A22A7}" destId="{42EA4CF3-9F40-45A7-839A-D497F6107FF7}" srcOrd="4" destOrd="0" presId="urn:microsoft.com/office/officeart/2005/8/layout/list1"/>
    <dgm:cxn modelId="{BA6724D3-D7C8-4991-8D50-CEEC0FB73472}" type="presParOf" srcId="{42EA4CF3-9F40-45A7-839A-D497F6107FF7}" destId="{9C4A4851-6EC2-41AD-9FF3-21C3BA4B1306}" srcOrd="0" destOrd="0" presId="urn:microsoft.com/office/officeart/2005/8/layout/list1"/>
    <dgm:cxn modelId="{183EE071-F91E-4641-9354-A30957D1D40D}" type="presParOf" srcId="{42EA4CF3-9F40-45A7-839A-D497F6107FF7}" destId="{71E722B1-9D1A-4311-A696-29BD86EF58AC}" srcOrd="1" destOrd="0" presId="urn:microsoft.com/office/officeart/2005/8/layout/list1"/>
    <dgm:cxn modelId="{AF27BFC4-6E29-48CE-8CA9-561D87A194CB}" type="presParOf" srcId="{38A1051B-59B2-44C3-9F3B-1D33E25A22A7}" destId="{1C4D08EB-DA67-4FCC-85E5-71C694852988}" srcOrd="5" destOrd="0" presId="urn:microsoft.com/office/officeart/2005/8/layout/list1"/>
    <dgm:cxn modelId="{3DDFC881-DE54-42F5-AEB6-A2EBBC086FED}" type="presParOf" srcId="{38A1051B-59B2-44C3-9F3B-1D33E25A22A7}" destId="{39BA3FBD-1DBE-4E5F-8D7F-C3B060B4EE95}" srcOrd="6" destOrd="0" presId="urn:microsoft.com/office/officeart/2005/8/layout/list1"/>
    <dgm:cxn modelId="{52C31892-E6A2-44B6-B7E2-CA01DA04DFE8}" type="presParOf" srcId="{38A1051B-59B2-44C3-9F3B-1D33E25A22A7}" destId="{71B39039-18CF-4555-9AD8-D70D35D99FB6}" srcOrd="7" destOrd="0" presId="urn:microsoft.com/office/officeart/2005/8/layout/list1"/>
    <dgm:cxn modelId="{52D17C9B-DAE1-46EE-8DA9-A2A36402444B}" type="presParOf" srcId="{38A1051B-59B2-44C3-9F3B-1D33E25A22A7}" destId="{6A68E95B-7250-4363-A888-A12A3F99F834}" srcOrd="8" destOrd="0" presId="urn:microsoft.com/office/officeart/2005/8/layout/list1"/>
    <dgm:cxn modelId="{9DF6DC4B-4C13-43C8-9851-B052314BBDAD}" type="presParOf" srcId="{6A68E95B-7250-4363-A888-A12A3F99F834}" destId="{611FD7E4-C199-4898-89EF-6E3EB2CE53DE}" srcOrd="0" destOrd="0" presId="urn:microsoft.com/office/officeart/2005/8/layout/list1"/>
    <dgm:cxn modelId="{D3D68359-A65D-4E57-B2EE-523655B2458B}" type="presParOf" srcId="{6A68E95B-7250-4363-A888-A12A3F99F834}" destId="{514C9012-D213-4BDF-BCA2-9839B0CD3ADD}" srcOrd="1" destOrd="0" presId="urn:microsoft.com/office/officeart/2005/8/layout/list1"/>
    <dgm:cxn modelId="{71C759D0-4475-4C14-A87D-4E208502E2FE}" type="presParOf" srcId="{38A1051B-59B2-44C3-9F3B-1D33E25A22A7}" destId="{52F8918D-919D-4DD7-B8CF-7F2B2922BAF8}" srcOrd="9" destOrd="0" presId="urn:microsoft.com/office/officeart/2005/8/layout/list1"/>
    <dgm:cxn modelId="{ED3FD5E2-25E2-4339-B68F-5EBDE9FC505F}" type="presParOf" srcId="{38A1051B-59B2-44C3-9F3B-1D33E25A22A7}" destId="{14FEE79B-4A9E-4E07-A014-A12E13493C4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0B277-4B4B-474A-80F4-54E2938B1F73}">
      <dsp:nvSpPr>
        <dsp:cNvPr id="0" name=""/>
        <dsp:cNvSpPr/>
      </dsp:nvSpPr>
      <dsp:spPr>
        <a:xfrm>
          <a:off x="0" y="1040193"/>
          <a:ext cx="8128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775F7-41FE-494C-B8D7-8B1D57D70404}">
      <dsp:nvSpPr>
        <dsp:cNvPr id="0" name=""/>
        <dsp:cNvSpPr/>
      </dsp:nvSpPr>
      <dsp:spPr>
        <a:xfrm>
          <a:off x="333829" y="585328"/>
          <a:ext cx="568960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b="1" kern="1200" dirty="0" smtClean="0"/>
            <a:t>1   </a:t>
          </a:r>
          <a:r>
            <a:rPr lang="zh-CN" altLang="en-US" sz="3300" b="1" kern="1200" dirty="0" smtClean="0"/>
            <a:t>行（列）和相同的行列式</a:t>
          </a:r>
          <a:endParaRPr lang="zh-CN" altLang="en-US" sz="3300" b="1" kern="1200" dirty="0"/>
        </a:p>
      </dsp:txBody>
      <dsp:txXfrm>
        <a:off x="381384" y="632883"/>
        <a:ext cx="5594490" cy="879050"/>
      </dsp:txXfrm>
    </dsp:sp>
    <dsp:sp modelId="{39BA3FBD-1DBE-4E5F-8D7F-C3B060B4EE95}">
      <dsp:nvSpPr>
        <dsp:cNvPr id="0" name=""/>
        <dsp:cNvSpPr/>
      </dsp:nvSpPr>
      <dsp:spPr>
        <a:xfrm>
          <a:off x="0" y="2537073"/>
          <a:ext cx="8128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722B1-9D1A-4311-A696-29BD86EF58AC}">
      <dsp:nvSpPr>
        <dsp:cNvPr id="0" name=""/>
        <dsp:cNvSpPr/>
      </dsp:nvSpPr>
      <dsp:spPr>
        <a:xfrm>
          <a:off x="319312" y="2020963"/>
          <a:ext cx="568960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b="1" kern="1200" dirty="0" smtClean="0"/>
            <a:t>2    </a:t>
          </a:r>
          <a:r>
            <a:rPr lang="zh-CN" altLang="en-US" sz="3300" b="1" kern="1200" dirty="0" smtClean="0"/>
            <a:t>箭形行列式</a:t>
          </a:r>
          <a:endParaRPr lang="zh-CN" altLang="en-US" sz="3300" b="1" kern="1200" dirty="0"/>
        </a:p>
      </dsp:txBody>
      <dsp:txXfrm>
        <a:off x="366867" y="2068518"/>
        <a:ext cx="5594490" cy="879050"/>
      </dsp:txXfrm>
    </dsp:sp>
    <dsp:sp modelId="{14FEE79B-4A9E-4E07-A014-A12E13493C48}">
      <dsp:nvSpPr>
        <dsp:cNvPr id="0" name=""/>
        <dsp:cNvSpPr/>
      </dsp:nvSpPr>
      <dsp:spPr>
        <a:xfrm>
          <a:off x="0" y="4033953"/>
          <a:ext cx="8128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C9012-D213-4BDF-BCA2-9839B0CD3ADD}">
      <dsp:nvSpPr>
        <dsp:cNvPr id="0" name=""/>
        <dsp:cNvSpPr/>
      </dsp:nvSpPr>
      <dsp:spPr>
        <a:xfrm>
          <a:off x="406400" y="3546873"/>
          <a:ext cx="568960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b="1" kern="1200" dirty="0" smtClean="0"/>
            <a:t>3   </a:t>
          </a:r>
          <a:r>
            <a:rPr lang="zh-CN" altLang="en-US" sz="3300" b="1" kern="1200" dirty="0" smtClean="0"/>
            <a:t>（缺项）</a:t>
          </a:r>
          <a:r>
            <a:rPr lang="en-US" altLang="zh-CN" sz="3300" b="1" kern="1200" dirty="0" smtClean="0"/>
            <a:t> </a:t>
          </a:r>
          <a:r>
            <a:rPr lang="zh-CN" altLang="en-US" sz="3300" b="1" kern="1200" dirty="0" smtClean="0"/>
            <a:t>范德蒙行列式</a:t>
          </a:r>
          <a:endParaRPr lang="zh-CN" altLang="en-US" sz="3300" b="1" kern="1200" dirty="0"/>
        </a:p>
      </dsp:txBody>
      <dsp:txXfrm>
        <a:off x="453955" y="3594428"/>
        <a:ext cx="559449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18" Type="http://schemas.openxmlformats.org/officeDocument/2006/relationships/image" Target="../media/image39.wmf"/><Relationship Id="rId3" Type="http://schemas.openxmlformats.org/officeDocument/2006/relationships/image" Target="../media/image13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17" Type="http://schemas.openxmlformats.org/officeDocument/2006/relationships/image" Target="../media/image38.wmf"/><Relationship Id="rId2" Type="http://schemas.openxmlformats.org/officeDocument/2006/relationships/image" Target="../media/image24.wmf"/><Relationship Id="rId16" Type="http://schemas.openxmlformats.org/officeDocument/2006/relationships/image" Target="../media/image37.wmf"/><Relationship Id="rId1" Type="http://schemas.openxmlformats.org/officeDocument/2006/relationships/image" Target="../media/image23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5" Type="http://schemas.openxmlformats.org/officeDocument/2006/relationships/image" Target="../media/image36.wmf"/><Relationship Id="rId10" Type="http://schemas.openxmlformats.org/officeDocument/2006/relationships/image" Target="../media/image31.wmf"/><Relationship Id="rId4" Type="http://schemas.openxmlformats.org/officeDocument/2006/relationships/image" Target="../media/image14.wmf"/><Relationship Id="rId9" Type="http://schemas.openxmlformats.org/officeDocument/2006/relationships/image" Target="../media/image30.wmf"/><Relationship Id="rId14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7.wmf"/><Relationship Id="rId4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7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7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74.wmf"/><Relationship Id="rId5" Type="http://schemas.openxmlformats.org/officeDocument/2006/relationships/image" Target="../media/image70.wmf"/><Relationship Id="rId4" Type="http://schemas.openxmlformats.org/officeDocument/2006/relationships/image" Target="../media/image8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4" Type="http://schemas.openxmlformats.org/officeDocument/2006/relationships/image" Target="../media/image12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4" Type="http://schemas.openxmlformats.org/officeDocument/2006/relationships/image" Target="../media/image13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F3917-3F83-411E-AC77-22E419B16E22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BB759-FB8C-4783-AE36-659E65BB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60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4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1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第一章 行列式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1.2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行列式的性质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0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2C51F-AFB6-4AEF-B61C-5E41443988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7134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7.bin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19" Type="http://schemas.openxmlformats.org/officeDocument/2006/relationships/image" Target="../media/image19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9" Type="http://schemas.openxmlformats.org/officeDocument/2006/relationships/oleObject" Target="../embeddings/oleObject46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30.wmf"/><Relationship Id="rId34" Type="http://schemas.openxmlformats.org/officeDocument/2006/relationships/oleObject" Target="../embeddings/oleObject43.bin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28.wmf"/><Relationship Id="rId25" Type="http://schemas.openxmlformats.org/officeDocument/2006/relationships/image" Target="../media/image32.wmf"/><Relationship Id="rId33" Type="http://schemas.openxmlformats.org/officeDocument/2006/relationships/image" Target="../media/image36.wmf"/><Relationship Id="rId38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29" Type="http://schemas.openxmlformats.org/officeDocument/2006/relationships/image" Target="../media/image34.wmf"/><Relationship Id="rId41" Type="http://schemas.openxmlformats.org/officeDocument/2006/relationships/image" Target="../media/image39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38.bin"/><Relationship Id="rId32" Type="http://schemas.openxmlformats.org/officeDocument/2006/relationships/oleObject" Target="../embeddings/oleObject42.bin"/><Relationship Id="rId37" Type="http://schemas.openxmlformats.org/officeDocument/2006/relationships/image" Target="../media/image38.wmf"/><Relationship Id="rId40" Type="http://schemas.openxmlformats.org/officeDocument/2006/relationships/oleObject" Target="../embeddings/oleObject47.bin"/><Relationship Id="rId5" Type="http://schemas.openxmlformats.org/officeDocument/2006/relationships/image" Target="../media/image23.w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40.bin"/><Relationship Id="rId36" Type="http://schemas.openxmlformats.org/officeDocument/2006/relationships/oleObject" Target="../embeddings/oleObject44.bin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9.wmf"/><Relationship Id="rId31" Type="http://schemas.openxmlformats.org/officeDocument/2006/relationships/image" Target="../media/image35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33.wmf"/><Relationship Id="rId30" Type="http://schemas.openxmlformats.org/officeDocument/2006/relationships/oleObject" Target="../embeddings/oleObject41.bin"/><Relationship Id="rId35" Type="http://schemas.openxmlformats.org/officeDocument/2006/relationships/image" Target="../media/image3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4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6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8.wmf"/><Relationship Id="rId2" Type="http://schemas.openxmlformats.org/officeDocument/2006/relationships/vmlDrawing" Target="../drawings/vmlDrawing11.v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5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4.wmf"/><Relationship Id="rId2" Type="http://schemas.openxmlformats.org/officeDocument/2006/relationships/vmlDrawing" Target="../drawings/vmlDrawing12.v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63.wmf"/><Relationship Id="rId4" Type="http://schemas.openxmlformats.org/officeDocument/2006/relationships/notesSlide" Target="../notesSlides/notesSlide2.xml"/><Relationship Id="rId9" Type="http://schemas.openxmlformats.org/officeDocument/2006/relationships/oleObject" Target="../embeddings/oleObject7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6.wmf"/><Relationship Id="rId2" Type="http://schemas.openxmlformats.org/officeDocument/2006/relationships/vmlDrawing" Target="../drawings/vmlDrawing13.vml"/><Relationship Id="rId1" Type="http://schemas.openxmlformats.org/officeDocument/2006/relationships/themeOverride" Target="../theme/themeOverride3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8.wmf"/><Relationship Id="rId2" Type="http://schemas.openxmlformats.org/officeDocument/2006/relationships/vmlDrawing" Target="../drawings/vmlDrawing14.vml"/><Relationship Id="rId1" Type="http://schemas.openxmlformats.org/officeDocument/2006/relationships/themeOverride" Target="../theme/themeOverride4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6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9.wmf"/><Relationship Id="rId2" Type="http://schemas.openxmlformats.org/officeDocument/2006/relationships/vmlDrawing" Target="../drawings/vmlDrawing15.vml"/><Relationship Id="rId1" Type="http://schemas.openxmlformats.org/officeDocument/2006/relationships/themeOverride" Target="../theme/themeOverride5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1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75.wmf"/><Relationship Id="rId18" Type="http://schemas.openxmlformats.org/officeDocument/2006/relationships/image" Target="../media/image77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88.bin"/><Relationship Id="rId17" Type="http://schemas.openxmlformats.org/officeDocument/2006/relationships/oleObject" Target="../embeddings/oleObject91.bin"/><Relationship Id="rId2" Type="http://schemas.openxmlformats.org/officeDocument/2006/relationships/vmlDrawing" Target="../drawings/vmlDrawing16.vml"/><Relationship Id="rId16" Type="http://schemas.openxmlformats.org/officeDocument/2006/relationships/image" Target="../media/image76.wmf"/><Relationship Id="rId1" Type="http://schemas.openxmlformats.org/officeDocument/2006/relationships/themeOverride" Target="../theme/themeOverride6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70.wmf"/><Relationship Id="rId5" Type="http://schemas.openxmlformats.org/officeDocument/2006/relationships/image" Target="../media/image72.wmf"/><Relationship Id="rId15" Type="http://schemas.openxmlformats.org/officeDocument/2006/relationships/oleObject" Target="../embeddings/oleObject90.bin"/><Relationship Id="rId10" Type="http://schemas.openxmlformats.org/officeDocument/2006/relationships/oleObject" Target="../embeddings/oleObject87.bin"/><Relationship Id="rId19" Type="http://schemas.openxmlformats.org/officeDocument/2006/relationships/oleObject" Target="../embeddings/oleObject92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8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81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97.bin"/><Relationship Id="rId2" Type="http://schemas.openxmlformats.org/officeDocument/2006/relationships/vmlDrawing" Target="../drawings/vmlDrawing17.vml"/><Relationship Id="rId1" Type="http://schemas.openxmlformats.org/officeDocument/2006/relationships/themeOverride" Target="../theme/themeOverride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70.wmf"/><Relationship Id="rId5" Type="http://schemas.openxmlformats.org/officeDocument/2006/relationships/image" Target="../media/image78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9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70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103.bin"/><Relationship Id="rId2" Type="http://schemas.openxmlformats.org/officeDocument/2006/relationships/vmlDrawing" Target="../drawings/vmlDrawing18.vml"/><Relationship Id="rId16" Type="http://schemas.openxmlformats.org/officeDocument/2006/relationships/oleObject" Target="../embeddings/oleObject105.bin"/><Relationship Id="rId1" Type="http://schemas.openxmlformats.org/officeDocument/2006/relationships/themeOverride" Target="../theme/themeOverride8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10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113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93.wmf"/><Relationship Id="rId2" Type="http://schemas.openxmlformats.org/officeDocument/2006/relationships/vmlDrawing" Target="../drawings/vmlDrawing19.vml"/><Relationship Id="rId16" Type="http://schemas.openxmlformats.org/officeDocument/2006/relationships/oleObject" Target="../embeddings/oleObject112.bin"/><Relationship Id="rId1" Type="http://schemas.openxmlformats.org/officeDocument/2006/relationships/themeOverride" Target="../theme/themeOverride9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11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98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118.bin"/><Relationship Id="rId2" Type="http://schemas.openxmlformats.org/officeDocument/2006/relationships/vmlDrawing" Target="../drawings/vmlDrawing20.vml"/><Relationship Id="rId1" Type="http://schemas.openxmlformats.org/officeDocument/2006/relationships/themeOverride" Target="../theme/themeOverride10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9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03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23.bin"/><Relationship Id="rId2" Type="http://schemas.openxmlformats.org/officeDocument/2006/relationships/vmlDrawing" Target="../drawings/vmlDrawing21.vml"/><Relationship Id="rId1" Type="http://schemas.openxmlformats.org/officeDocument/2006/relationships/themeOverride" Target="../theme/themeOverride11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0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mlDrawing" Target="../drawings/vmlDrawing22.v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12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09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29.bin"/><Relationship Id="rId2" Type="http://schemas.openxmlformats.org/officeDocument/2006/relationships/vmlDrawing" Target="../drawings/vmlDrawing23.vml"/><Relationship Id="rId1" Type="http://schemas.openxmlformats.org/officeDocument/2006/relationships/themeOverride" Target="../theme/themeOverride13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3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2.wmf"/><Relationship Id="rId2" Type="http://schemas.openxmlformats.org/officeDocument/2006/relationships/vmlDrawing" Target="../drawings/vmlDrawing24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1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5.wmf"/><Relationship Id="rId2" Type="http://schemas.openxmlformats.org/officeDocument/2006/relationships/vmlDrawing" Target="../drawings/vmlDrawing25.vml"/><Relationship Id="rId1" Type="http://schemas.openxmlformats.org/officeDocument/2006/relationships/themeOverride" Target="../theme/themeOverride15.xml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1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18.wmf"/><Relationship Id="rId2" Type="http://schemas.openxmlformats.org/officeDocument/2006/relationships/vmlDrawing" Target="../drawings/vmlDrawing26.vml"/><Relationship Id="rId1" Type="http://schemas.openxmlformats.org/officeDocument/2006/relationships/themeOverride" Target="../theme/themeOverride16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1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2.wmf"/><Relationship Id="rId2" Type="http://schemas.openxmlformats.org/officeDocument/2006/relationships/vmlDrawing" Target="../drawings/vmlDrawing27.vml"/><Relationship Id="rId1" Type="http://schemas.openxmlformats.org/officeDocument/2006/relationships/themeOverride" Target="../theme/themeOverride1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24.wmf"/><Relationship Id="rId5" Type="http://schemas.openxmlformats.org/officeDocument/2006/relationships/image" Target="../media/image121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2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6.wmf"/><Relationship Id="rId2" Type="http://schemas.openxmlformats.org/officeDocument/2006/relationships/vmlDrawing" Target="../drawings/vmlDrawing28.vml"/><Relationship Id="rId1" Type="http://schemas.openxmlformats.org/officeDocument/2006/relationships/themeOverride" Target="../theme/themeOverride18.xml"/><Relationship Id="rId6" Type="http://schemas.openxmlformats.org/officeDocument/2006/relationships/oleObject" Target="../embeddings/oleObject146.bin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2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9.wmf"/><Relationship Id="rId2" Type="http://schemas.openxmlformats.org/officeDocument/2006/relationships/vmlDrawing" Target="../drawings/vmlDrawing29.vml"/><Relationship Id="rId1" Type="http://schemas.openxmlformats.org/officeDocument/2006/relationships/themeOverride" Target="../theme/themeOverride19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31.wmf"/><Relationship Id="rId5" Type="http://schemas.openxmlformats.org/officeDocument/2006/relationships/image" Target="../media/image128.wmf"/><Relationship Id="rId10" Type="http://schemas.openxmlformats.org/officeDocument/2006/relationships/oleObject" Target="../embeddings/oleObject151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3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56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35.wmf"/><Relationship Id="rId2" Type="http://schemas.openxmlformats.org/officeDocument/2006/relationships/vmlDrawing" Target="../drawings/vmlDrawing30.vml"/><Relationship Id="rId1" Type="http://schemas.openxmlformats.org/officeDocument/2006/relationships/themeOverride" Target="../theme/themeOverride20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34.wmf"/><Relationship Id="rId4" Type="http://schemas.openxmlformats.org/officeDocument/2006/relationships/notesSlide" Target="../notesSlides/notesSlide3.xml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3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3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21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35116" y="1515813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性质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20747"/>
              </p:ext>
            </p:extLst>
          </p:nvPr>
        </p:nvGraphicFramePr>
        <p:xfrm>
          <a:off x="1846871" y="1593301"/>
          <a:ext cx="1115756" cy="42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2" name="Equation" r:id="rId3" imgW="533160" imgH="203040" progId="Equation.DSMT4">
                  <p:embed/>
                </p:oleObj>
              </mc:Choice>
              <mc:Fallback>
                <p:oleObj name="Equation" r:id="rId3" imgW="533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6871" y="1593301"/>
                        <a:ext cx="1115756" cy="42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19343"/>
              </p:ext>
            </p:extLst>
          </p:nvPr>
        </p:nvGraphicFramePr>
        <p:xfrm>
          <a:off x="2150320" y="2684533"/>
          <a:ext cx="1964480" cy="1930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3" name="Equation" r:id="rId5" imgW="723600" imgH="711000" progId="Equation.DSMT4">
                  <p:embed/>
                </p:oleObj>
              </mc:Choice>
              <mc:Fallback>
                <p:oleObj name="Equation" r:id="rId5" imgW="7236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50320" y="2684533"/>
                        <a:ext cx="1964480" cy="1930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693229"/>
              </p:ext>
            </p:extLst>
          </p:nvPr>
        </p:nvGraphicFramePr>
        <p:xfrm>
          <a:off x="4307965" y="2735935"/>
          <a:ext cx="344488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4" name="Equation" r:id="rId7" imgW="126720" imgH="672840" progId="Equation.DSMT4">
                  <p:embed/>
                </p:oleObj>
              </mc:Choice>
              <mc:Fallback>
                <p:oleObj name="Equation" r:id="rId7" imgW="126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7965" y="2735935"/>
                        <a:ext cx="344488" cy="182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235555"/>
              </p:ext>
            </p:extLst>
          </p:nvPr>
        </p:nvGraphicFramePr>
        <p:xfrm>
          <a:off x="4898250" y="2735935"/>
          <a:ext cx="344488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5" name="Equation" r:id="rId9" imgW="126720" imgH="672840" progId="Equation.DSMT4">
                  <p:embed/>
                </p:oleObj>
              </mc:Choice>
              <mc:Fallback>
                <p:oleObj name="Equation" r:id="rId9" imgW="126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98250" y="2735935"/>
                        <a:ext cx="344488" cy="182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439483"/>
              </p:ext>
            </p:extLst>
          </p:nvPr>
        </p:nvGraphicFramePr>
        <p:xfrm>
          <a:off x="5553061" y="2735935"/>
          <a:ext cx="344488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6" name="Equation" r:id="rId11" imgW="126720" imgH="672840" progId="Equation.DSMT4">
                  <p:embed/>
                </p:oleObj>
              </mc:Choice>
              <mc:Fallback>
                <p:oleObj name="Equation" r:id="rId11" imgW="126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53061" y="2735935"/>
                        <a:ext cx="344488" cy="182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/>
          <p:cNvCxnSpPr/>
          <p:nvPr/>
        </p:nvCxnSpPr>
        <p:spPr>
          <a:xfrm>
            <a:off x="4307965" y="2803111"/>
            <a:ext cx="0" cy="172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51645" y="2785541"/>
            <a:ext cx="0" cy="172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6632812" y="3125337"/>
            <a:ext cx="5131296" cy="750627"/>
            <a:chOff x="6632812" y="3125337"/>
            <a:chExt cx="5131296" cy="7506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圆角矩形 2"/>
            <p:cNvSpPr/>
            <p:nvPr/>
          </p:nvSpPr>
          <p:spPr>
            <a:xfrm>
              <a:off x="6632812" y="3125337"/>
              <a:ext cx="4954137" cy="750627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2831" y="3269817"/>
              <a:ext cx="49412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行列对称，对行成立，对列亦成立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15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1568" y="1416003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41592" y="1489173"/>
            <a:ext cx="564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某一行有公因数，可提到行列式符号外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067944"/>
              </p:ext>
            </p:extLst>
          </p:nvPr>
        </p:nvGraphicFramePr>
        <p:xfrm>
          <a:off x="3058245" y="3213348"/>
          <a:ext cx="1512888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5" name="Equation" r:id="rId3" imgW="761760" imgH="888840" progId="Equation.DSMT4">
                  <p:embed/>
                </p:oleObj>
              </mc:Choice>
              <mc:Fallback>
                <p:oleObj name="Equation" r:id="rId3" imgW="7617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8245" y="3213348"/>
                        <a:ext cx="1512888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059117"/>
              </p:ext>
            </p:extLst>
          </p:nvPr>
        </p:nvGraphicFramePr>
        <p:xfrm>
          <a:off x="4571133" y="3210271"/>
          <a:ext cx="1941513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6" name="Equation" r:id="rId5" imgW="977760" imgH="888840" progId="Equation.DSMT4">
                  <p:embed/>
                </p:oleObj>
              </mc:Choice>
              <mc:Fallback>
                <p:oleObj name="Equation" r:id="rId5" imgW="9777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1133" y="3210271"/>
                        <a:ext cx="1941513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7069540" y="1476363"/>
            <a:ext cx="564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乘行列式，将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乘某一行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.)</a:t>
            </a:r>
            <a:endParaRPr lang="zh-CN" altLang="en-US" sz="24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432552"/>
              </p:ext>
            </p:extLst>
          </p:nvPr>
        </p:nvGraphicFramePr>
        <p:xfrm>
          <a:off x="6512646" y="3387276"/>
          <a:ext cx="1563688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Equation" r:id="rId7" imgW="787320" imgH="711000" progId="Equation.DSMT4">
                  <p:embed/>
                </p:oleObj>
              </mc:Choice>
              <mc:Fallback>
                <p:oleObj name="Equation" r:id="rId7" imgW="7873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12646" y="3387276"/>
                        <a:ext cx="1563688" cy="1414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1266340" y="2288199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圆角矩形 33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推论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434451" y="2343317"/>
            <a:ext cx="564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某一行全为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，则行列式为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3168000" y="3616657"/>
            <a:ext cx="1281170" cy="35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094505" y="4476020"/>
            <a:ext cx="1265352" cy="277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5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29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1568" y="1416003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41592" y="1489173"/>
            <a:ext cx="564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交换行列式的某两行，行列式变号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266340" y="2288199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圆角矩形 33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推论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434452" y="2343317"/>
            <a:ext cx="3597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某两行相同，行列式为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2124323" y="4383790"/>
            <a:ext cx="1296000" cy="17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2124323" y="3719736"/>
            <a:ext cx="1296000" cy="17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702894" y="3249450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332926" y="3249450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254818"/>
              </p:ext>
            </p:extLst>
          </p:nvPr>
        </p:nvGraphicFramePr>
        <p:xfrm>
          <a:off x="1959253" y="3160395"/>
          <a:ext cx="1654175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48" name="Equation" r:id="rId3" imgW="609480" imgH="711000" progId="Equation.DSMT4">
                  <p:embed/>
                </p:oleObj>
              </mc:Choice>
              <mc:Fallback>
                <p:oleObj name="Equation" r:id="rId3" imgW="609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9253" y="3160395"/>
                        <a:ext cx="1654175" cy="193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00298"/>
              </p:ext>
            </p:extLst>
          </p:nvPr>
        </p:nvGraphicFramePr>
        <p:xfrm>
          <a:off x="4810679" y="3197461"/>
          <a:ext cx="14144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49" name="Equation" r:id="rId5" imgW="520560" imgH="215640" progId="Equation.DSMT4">
                  <p:embed/>
                </p:oleObj>
              </mc:Choice>
              <mc:Fallback>
                <p:oleObj name="Equation" r:id="rId5" imgW="52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0679" y="3197461"/>
                        <a:ext cx="1414463" cy="58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010813"/>
              </p:ext>
            </p:extLst>
          </p:nvPr>
        </p:nvGraphicFramePr>
        <p:xfrm>
          <a:off x="4778088" y="3820920"/>
          <a:ext cx="1482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0" name="Equation" r:id="rId7" imgW="545760" imgH="215640" progId="Equation.DSMT4">
                  <p:embed/>
                </p:oleObj>
              </mc:Choice>
              <mc:Fallback>
                <p:oleObj name="Equation" r:id="rId7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8088" y="3820920"/>
                        <a:ext cx="1482725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139065"/>
              </p:ext>
            </p:extLst>
          </p:nvPr>
        </p:nvGraphicFramePr>
        <p:xfrm>
          <a:off x="4760535" y="4406708"/>
          <a:ext cx="1482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1" name="Equation" r:id="rId9" imgW="545760" imgH="215640" progId="Equation.DSMT4">
                  <p:embed/>
                </p:oleObj>
              </mc:Choice>
              <mc:Fallback>
                <p:oleObj name="Equation" r:id="rId9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60535" y="4406708"/>
                        <a:ext cx="1482725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84606"/>
              </p:ext>
            </p:extLst>
          </p:nvPr>
        </p:nvGraphicFramePr>
        <p:xfrm>
          <a:off x="3585990" y="3963103"/>
          <a:ext cx="4651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2" name="Equation" r:id="rId11" imgW="126720" imgH="114120" progId="Equation.DSMT4">
                  <p:embed/>
                </p:oleObj>
              </mc:Choice>
              <mc:Fallback>
                <p:oleObj name="Equation" r:id="rId11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85990" y="3963103"/>
                        <a:ext cx="465138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5049"/>
              </p:ext>
            </p:extLst>
          </p:nvPr>
        </p:nvGraphicFramePr>
        <p:xfrm>
          <a:off x="4075406" y="4019519"/>
          <a:ext cx="4667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3" name="Equation" r:id="rId13" imgW="126720" imgH="101520" progId="Equation.DSMT4">
                  <p:embed/>
                </p:oleObj>
              </mc:Choice>
              <mc:Fallback>
                <p:oleObj name="Equation" r:id="rId13" imgW="1267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75406" y="4019519"/>
                        <a:ext cx="466725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6031524" y="2352345"/>
            <a:ext cx="4328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两行对应成比例，行列式为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7228826" y="4383790"/>
            <a:ext cx="1296000" cy="17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228826" y="3719736"/>
            <a:ext cx="1296000" cy="17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9807397" y="3249450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1437429" y="3249450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71939"/>
              </p:ext>
            </p:extLst>
          </p:nvPr>
        </p:nvGraphicFramePr>
        <p:xfrm>
          <a:off x="7063756" y="3160395"/>
          <a:ext cx="1654175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4" name="Equation" r:id="rId15" imgW="609480" imgH="711000" progId="Equation.DSMT4">
                  <p:embed/>
                </p:oleObj>
              </mc:Choice>
              <mc:Fallback>
                <p:oleObj name="Equation" r:id="rId15" imgW="609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3756" y="3160395"/>
                        <a:ext cx="1654175" cy="193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859759"/>
              </p:ext>
            </p:extLst>
          </p:nvPr>
        </p:nvGraphicFramePr>
        <p:xfrm>
          <a:off x="9915182" y="3197461"/>
          <a:ext cx="14144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5" name="Equation" r:id="rId17" imgW="520560" imgH="215640" progId="Equation.DSMT4">
                  <p:embed/>
                </p:oleObj>
              </mc:Choice>
              <mc:Fallback>
                <p:oleObj name="Equation" r:id="rId17" imgW="52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15182" y="3197461"/>
                        <a:ext cx="1414463" cy="58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764921"/>
              </p:ext>
            </p:extLst>
          </p:nvPr>
        </p:nvGraphicFramePr>
        <p:xfrm>
          <a:off x="9915728" y="3821235"/>
          <a:ext cx="14144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6" name="Equation" r:id="rId18" imgW="520560" imgH="215640" progId="Equation.DSMT4">
                  <p:embed/>
                </p:oleObj>
              </mc:Choice>
              <mc:Fallback>
                <p:oleObj name="Equation" r:id="rId18" imgW="52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15728" y="3821235"/>
                        <a:ext cx="1414462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057865"/>
              </p:ext>
            </p:extLst>
          </p:nvPr>
        </p:nvGraphicFramePr>
        <p:xfrm>
          <a:off x="9865038" y="4406708"/>
          <a:ext cx="1482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7" name="Equation" r:id="rId20" imgW="545760" imgH="215640" progId="Equation.DSMT4">
                  <p:embed/>
                </p:oleObj>
              </mc:Choice>
              <mc:Fallback>
                <p:oleObj name="Equation" r:id="rId20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65038" y="4406708"/>
                        <a:ext cx="1482725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030120"/>
              </p:ext>
            </p:extLst>
          </p:nvPr>
        </p:nvGraphicFramePr>
        <p:xfrm>
          <a:off x="8690493" y="3963103"/>
          <a:ext cx="4651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8" name="Equation" r:id="rId21" imgW="126720" imgH="114120" progId="Equation.DSMT4">
                  <p:embed/>
                </p:oleObj>
              </mc:Choice>
              <mc:Fallback>
                <p:oleObj name="Equation" r:id="rId21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90493" y="3963103"/>
                        <a:ext cx="465138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666355"/>
              </p:ext>
            </p:extLst>
          </p:nvPr>
        </p:nvGraphicFramePr>
        <p:xfrm>
          <a:off x="9179909" y="4019519"/>
          <a:ext cx="4667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9" name="Equation" r:id="rId22" imgW="126720" imgH="101520" progId="Equation.DSMT4">
                  <p:embed/>
                </p:oleObj>
              </mc:Choice>
              <mc:Fallback>
                <p:oleObj name="Equation" r:id="rId22" imgW="1267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79909" y="4019519"/>
                        <a:ext cx="466725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064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L 0.00013 0.0909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3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-0.00013 -0.0909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L 0.00013 0.0909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37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-0.00013 -0.0909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6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1568" y="1416003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41592" y="1489173"/>
            <a:ext cx="907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某一行均为两个元素之和，则行列式可拆分为两个行列式之和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53140" y="2728421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035053" y="2728421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215529"/>
              </p:ext>
            </p:extLst>
          </p:nvPr>
        </p:nvGraphicFramePr>
        <p:xfrm>
          <a:off x="1259954" y="3330789"/>
          <a:ext cx="3639592" cy="428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5" name="Equation" r:id="rId3" imgW="1942920" imgH="228600" progId="Equation.DSMT4">
                  <p:embed/>
                </p:oleObj>
              </mc:Choice>
              <mc:Fallback>
                <p:oleObj name="Equation" r:id="rId3" imgW="1942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954" y="3330789"/>
                        <a:ext cx="3639592" cy="428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2033516" y="3862316"/>
            <a:ext cx="1965277" cy="2866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>
            <a:off x="2033515" y="2909532"/>
            <a:ext cx="1965277" cy="3696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454460" y="2728421"/>
            <a:ext cx="2311449" cy="1728000"/>
            <a:chOff x="5454460" y="2728421"/>
            <a:chExt cx="2311449" cy="1728000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5454460" y="2728421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7765909" y="2728421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9384431"/>
                </p:ext>
              </p:extLst>
            </p:nvPr>
          </p:nvGraphicFramePr>
          <p:xfrm>
            <a:off x="5534498" y="3356421"/>
            <a:ext cx="218916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6" name="Equation" r:id="rId5" imgW="1168200" imgH="228600" progId="Equation.DSMT4">
                    <p:embed/>
                  </p:oleObj>
                </mc:Choice>
                <mc:Fallback>
                  <p:oleObj name="Equation" r:id="rId5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534498" y="3356421"/>
                          <a:ext cx="2189163" cy="428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矩形 47"/>
            <p:cNvSpPr/>
            <p:nvPr/>
          </p:nvSpPr>
          <p:spPr>
            <a:xfrm>
              <a:off x="5540990" y="3862316"/>
              <a:ext cx="1965277" cy="2866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5540989" y="2909532"/>
              <a:ext cx="1965277" cy="36962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320492" y="2728421"/>
            <a:ext cx="2311449" cy="1728000"/>
            <a:chOff x="8320492" y="2728421"/>
            <a:chExt cx="2311449" cy="1728000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8320492" y="2728421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0631941" y="2728421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3618558"/>
                </p:ext>
              </p:extLst>
            </p:nvPr>
          </p:nvGraphicFramePr>
          <p:xfrm>
            <a:off x="8397448" y="3356421"/>
            <a:ext cx="19748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7" name="Equation" r:id="rId7" imgW="1054080" imgH="228600" progId="Equation.DSMT4">
                    <p:embed/>
                  </p:oleObj>
                </mc:Choice>
                <mc:Fallback>
                  <p:oleObj name="Equation" r:id="rId7" imgW="1054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97448" y="3356421"/>
                          <a:ext cx="1974850" cy="428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矩形 52"/>
            <p:cNvSpPr/>
            <p:nvPr/>
          </p:nvSpPr>
          <p:spPr>
            <a:xfrm>
              <a:off x="8407022" y="3862316"/>
              <a:ext cx="1965277" cy="2866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等腰三角形 53"/>
            <p:cNvSpPr/>
            <p:nvPr/>
          </p:nvSpPr>
          <p:spPr>
            <a:xfrm>
              <a:off x="8407021" y="2909532"/>
              <a:ext cx="1965277" cy="36962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837726"/>
              </p:ext>
            </p:extLst>
          </p:nvPr>
        </p:nvGraphicFramePr>
        <p:xfrm>
          <a:off x="5045632" y="3443404"/>
          <a:ext cx="398249" cy="358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8" name="Equation" r:id="rId9" imgW="126720" imgH="114120" progId="Equation.DSMT4">
                  <p:embed/>
                </p:oleObj>
              </mc:Choice>
              <mc:Fallback>
                <p:oleObj name="Equation" r:id="rId9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45632" y="3443404"/>
                        <a:ext cx="398249" cy="358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313932"/>
              </p:ext>
            </p:extLst>
          </p:nvPr>
        </p:nvGraphicFramePr>
        <p:xfrm>
          <a:off x="7826375" y="3402013"/>
          <a:ext cx="438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9" name="Equation" r:id="rId11" imgW="139680" imgH="139680" progId="Equation.DSMT4">
                  <p:embed/>
                </p:oleObj>
              </mc:Choice>
              <mc:Fallback>
                <p:oleObj name="Equation" r:id="rId11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26375" y="3402013"/>
                        <a:ext cx="438150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045988"/>
              </p:ext>
            </p:extLst>
          </p:nvPr>
        </p:nvGraphicFramePr>
        <p:xfrm>
          <a:off x="2505296" y="3017183"/>
          <a:ext cx="959293" cy="28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0" name="Equation" r:id="rId13" imgW="253800" imgH="75960" progId="Equation.DSMT4">
                  <p:embed/>
                </p:oleObj>
              </mc:Choice>
              <mc:Fallback>
                <p:oleObj name="Equation" r:id="rId13" imgW="253800" imgH="75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5296" y="3017183"/>
                        <a:ext cx="959293" cy="28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862360"/>
              </p:ext>
            </p:extLst>
          </p:nvPr>
        </p:nvGraphicFramePr>
        <p:xfrm>
          <a:off x="2500853" y="3856665"/>
          <a:ext cx="959293" cy="28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1" name="Equation" r:id="rId15" imgW="253800" imgH="75960" progId="Equation.DSMT4">
                  <p:embed/>
                </p:oleObj>
              </mc:Choice>
              <mc:Fallback>
                <p:oleObj name="Equation" r:id="rId15" imgW="253800" imgH="75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0853" y="3856665"/>
                        <a:ext cx="959293" cy="28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6"/>
          <p:cNvSpPr txBox="1"/>
          <p:nvPr/>
        </p:nvSpPr>
        <p:spPr>
          <a:xfrm>
            <a:off x="631568" y="4732462"/>
            <a:ext cx="66400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注   该性质可推广至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个元素之和的情形。</a:t>
            </a:r>
          </a:p>
        </p:txBody>
      </p:sp>
    </p:spTree>
    <p:extLst>
      <p:ext uri="{BB962C8B-B14F-4D97-AF65-F5344CB8AC3E}">
        <p14:creationId xmlns:p14="http://schemas.microsoft.com/office/powerpoint/2010/main" val="40604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1568" y="1416003"/>
            <a:ext cx="1150503" cy="580029"/>
            <a:chOff x="586855" y="1214651"/>
            <a:chExt cx="1190713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86855" y="1214651"/>
              <a:ext cx="119071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6855" y="1272653"/>
              <a:ext cx="1190713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41592" y="1489173"/>
            <a:ext cx="907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某一行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以数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对应加到另一行，行列式值不变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305981"/>
              </p:ext>
            </p:extLst>
          </p:nvPr>
        </p:nvGraphicFramePr>
        <p:xfrm>
          <a:off x="2418477" y="3312268"/>
          <a:ext cx="398249" cy="358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5" name="Equation" r:id="rId4" imgW="126720" imgH="114120" progId="Equation.DSMT4">
                  <p:embed/>
                </p:oleObj>
              </mc:Choice>
              <mc:Fallback>
                <p:oleObj name="Equation" r:id="rId4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8477" y="3312268"/>
                        <a:ext cx="398249" cy="358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133783"/>
              </p:ext>
            </p:extLst>
          </p:nvPr>
        </p:nvGraphicFramePr>
        <p:xfrm>
          <a:off x="3402444" y="3319223"/>
          <a:ext cx="295217" cy="31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6"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02444" y="3319223"/>
                        <a:ext cx="295217" cy="31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768655" y="2654859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190405" y="2703869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83242"/>
              </p:ext>
            </p:extLst>
          </p:nvPr>
        </p:nvGraphicFramePr>
        <p:xfrm>
          <a:off x="866027" y="2750554"/>
          <a:ext cx="1131103" cy="468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7" name="Equation" r:id="rId8" imgW="520560" imgH="215640" progId="Equation.DSMT4">
                  <p:embed/>
                </p:oleObj>
              </mc:Choice>
              <mc:Fallback>
                <p:oleObj name="Equation" r:id="rId8" imgW="52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6027" y="2750554"/>
                        <a:ext cx="1131103" cy="468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658760"/>
              </p:ext>
            </p:extLst>
          </p:nvPr>
        </p:nvGraphicFramePr>
        <p:xfrm>
          <a:off x="834000" y="3285952"/>
          <a:ext cx="1179052" cy="465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8" name="Equation" r:id="rId10" imgW="545760" imgH="215640" progId="Equation.DSMT4">
                  <p:embed/>
                </p:oleObj>
              </mc:Choice>
              <mc:Fallback>
                <p:oleObj name="Equation" r:id="rId10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4000" y="3285952"/>
                        <a:ext cx="1179052" cy="4658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619284"/>
              </p:ext>
            </p:extLst>
          </p:nvPr>
        </p:nvGraphicFramePr>
        <p:xfrm>
          <a:off x="829468" y="3818728"/>
          <a:ext cx="1183584" cy="467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9" name="Equation" r:id="rId12" imgW="545760" imgH="215640" progId="Equation.DSMT4">
                  <p:embed/>
                </p:oleObj>
              </mc:Choice>
              <mc:Fallback>
                <p:oleObj name="Equation" r:id="rId12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9468" y="3818728"/>
                        <a:ext cx="1183584" cy="467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/>
          <p:cNvCxnSpPr/>
          <p:nvPr/>
        </p:nvCxnSpPr>
        <p:spPr>
          <a:xfrm>
            <a:off x="847478" y="3201405"/>
            <a:ext cx="1296000" cy="17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895548" y="2703869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8224122" y="2671816"/>
            <a:ext cx="0" cy="172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693416"/>
              </p:ext>
            </p:extLst>
          </p:nvPr>
        </p:nvGraphicFramePr>
        <p:xfrm>
          <a:off x="3229142" y="2750554"/>
          <a:ext cx="2016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0" name="Equation" r:id="rId14" imgW="88560" imgH="164880" progId="Equation.DSMT4">
                  <p:embed/>
                </p:oleObj>
              </mc:Choice>
              <mc:Fallback>
                <p:oleObj name="Equation" r:id="rId14" imgW="885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29142" y="2750554"/>
                        <a:ext cx="201612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542512"/>
              </p:ext>
            </p:extLst>
          </p:nvPr>
        </p:nvGraphicFramePr>
        <p:xfrm>
          <a:off x="6679121" y="2770999"/>
          <a:ext cx="2603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1"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679121" y="2770999"/>
                        <a:ext cx="26035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060476"/>
              </p:ext>
            </p:extLst>
          </p:nvPr>
        </p:nvGraphicFramePr>
        <p:xfrm>
          <a:off x="4838955" y="2777240"/>
          <a:ext cx="2873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2" name="Equation" r:id="rId18" imgW="126720" imgH="164880" progId="Equation.DSMT4">
                  <p:embed/>
                </p:oleObj>
              </mc:Choice>
              <mc:Fallback>
                <p:oleObj name="Equation" r:id="rId18" imgW="1267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38955" y="2777240"/>
                        <a:ext cx="287338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030422"/>
              </p:ext>
            </p:extLst>
          </p:nvPr>
        </p:nvGraphicFramePr>
        <p:xfrm>
          <a:off x="3210871" y="3267467"/>
          <a:ext cx="215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3" name="Equation" r:id="rId20" imgW="126720" imgH="164880" progId="Equation.DSMT4">
                  <p:embed/>
                </p:oleObj>
              </mc:Choice>
              <mc:Fallback>
                <p:oleObj name="Equation" r:id="rId20" imgW="1267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10871" y="3267467"/>
                        <a:ext cx="215900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053780"/>
              </p:ext>
            </p:extLst>
          </p:nvPr>
        </p:nvGraphicFramePr>
        <p:xfrm>
          <a:off x="4852319" y="3267467"/>
          <a:ext cx="2587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4"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852319" y="3267467"/>
                        <a:ext cx="258762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109725"/>
              </p:ext>
            </p:extLst>
          </p:nvPr>
        </p:nvGraphicFramePr>
        <p:xfrm>
          <a:off x="6648082" y="3267467"/>
          <a:ext cx="2889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5" name="Equation" r:id="rId24" imgW="126720" imgH="177480" progId="Equation.DSMT4">
                  <p:embed/>
                </p:oleObj>
              </mc:Choice>
              <mc:Fallback>
                <p:oleObj name="Equation" r:id="rId24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648082" y="3267467"/>
                        <a:ext cx="28892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536836"/>
              </p:ext>
            </p:extLst>
          </p:nvPr>
        </p:nvGraphicFramePr>
        <p:xfrm>
          <a:off x="3235405" y="3933321"/>
          <a:ext cx="2873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6" name="Equation" r:id="rId26" imgW="126720" imgH="177480" progId="Equation.DSMT4">
                  <p:embed/>
                </p:oleObj>
              </mc:Choice>
              <mc:Fallback>
                <p:oleObj name="Equation" r:id="rId26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235405" y="3933321"/>
                        <a:ext cx="287338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790570"/>
              </p:ext>
            </p:extLst>
          </p:nvPr>
        </p:nvGraphicFramePr>
        <p:xfrm>
          <a:off x="4838780" y="3920621"/>
          <a:ext cx="2873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7" name="Equation" r:id="rId28" imgW="126720" imgH="177480" progId="Equation.DSMT4">
                  <p:embed/>
                </p:oleObj>
              </mc:Choice>
              <mc:Fallback>
                <p:oleObj name="Equation" r:id="rId28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838780" y="3920621"/>
                        <a:ext cx="287338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27260"/>
              </p:ext>
            </p:extLst>
          </p:nvPr>
        </p:nvGraphicFramePr>
        <p:xfrm>
          <a:off x="6699330" y="3948102"/>
          <a:ext cx="2603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8"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699330" y="3948102"/>
                        <a:ext cx="26035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3269551" y="2297180"/>
            <a:ext cx="4508018" cy="463256"/>
            <a:chOff x="3500920" y="3058364"/>
            <a:chExt cx="4508018" cy="463256"/>
          </a:xfrm>
        </p:grpSpPr>
        <p:graphicFrame>
          <p:nvGraphicFramePr>
            <p:cNvPr id="63" name="对象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6949658"/>
                </p:ext>
              </p:extLst>
            </p:nvPr>
          </p:nvGraphicFramePr>
          <p:xfrm>
            <a:off x="5109033" y="3061245"/>
            <a:ext cx="1150938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9" name="Equation" r:id="rId32" imgW="507960" imgH="203040" progId="Equation.DSMT4">
                    <p:embed/>
                  </p:oleObj>
                </mc:Choice>
                <mc:Fallback>
                  <p:oleObj name="Equation" r:id="rId32" imgW="5079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5109033" y="3061245"/>
                          <a:ext cx="1150938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9721895"/>
                </p:ext>
              </p:extLst>
            </p:nvPr>
          </p:nvGraphicFramePr>
          <p:xfrm>
            <a:off x="6886575" y="3060700"/>
            <a:ext cx="112236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0" name="Equation" r:id="rId34" imgW="495000" imgH="203040" progId="Equation.DSMT4">
                    <p:embed/>
                  </p:oleObj>
                </mc:Choice>
                <mc:Fallback>
                  <p:oleObj name="Equation" r:id="rId34" imgW="4950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6886575" y="3060700"/>
                          <a:ext cx="1122363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对象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8361723"/>
                </p:ext>
              </p:extLst>
            </p:nvPr>
          </p:nvGraphicFramePr>
          <p:xfrm>
            <a:off x="3500920" y="3058364"/>
            <a:ext cx="1093788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1" name="Equation" r:id="rId36" imgW="482400" imgH="203040" progId="Equation.DSMT4">
                    <p:embed/>
                  </p:oleObj>
                </mc:Choice>
                <mc:Fallback>
                  <p:oleObj name="Equation" r:id="rId36" imgW="4824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3500920" y="3058364"/>
                          <a:ext cx="1093788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247165"/>
              </p:ext>
            </p:extLst>
          </p:nvPr>
        </p:nvGraphicFramePr>
        <p:xfrm>
          <a:off x="5044054" y="3310674"/>
          <a:ext cx="295217" cy="31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2" name="Equation" r:id="rId38" imgW="139680" imgH="139680" progId="Equation.DSMT4">
                  <p:embed/>
                </p:oleObj>
              </mc:Choice>
              <mc:Fallback>
                <p:oleObj name="Equation" r:id="rId38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44054" y="3310674"/>
                        <a:ext cx="295217" cy="31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566358"/>
              </p:ext>
            </p:extLst>
          </p:nvPr>
        </p:nvGraphicFramePr>
        <p:xfrm>
          <a:off x="6820851" y="3310673"/>
          <a:ext cx="295217" cy="31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3" name="Equation" r:id="rId39" imgW="139680" imgH="139680" progId="Equation.DSMT4">
                  <p:embed/>
                </p:oleObj>
              </mc:Choice>
              <mc:Fallback>
                <p:oleObj name="Equation" r:id="rId39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20851" y="3310673"/>
                        <a:ext cx="295217" cy="31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753754"/>
              </p:ext>
            </p:extLst>
          </p:nvPr>
        </p:nvGraphicFramePr>
        <p:xfrm>
          <a:off x="8354775" y="2565565"/>
          <a:ext cx="2386013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4" name="Equation" r:id="rId40" imgW="888840" imgH="711000" progId="Equation.DSMT4">
                  <p:embed/>
                </p:oleObj>
              </mc:Choice>
              <mc:Fallback>
                <p:oleObj name="Equation" r:id="rId40" imgW="8888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354775" y="2565565"/>
                        <a:ext cx="2386013" cy="190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33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0.02865 0.14028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727604" y="1214016"/>
            <a:ext cx="1267278" cy="5232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性质</a:t>
            </a:r>
            <a:r>
              <a:rPr lang="en-US" altLang="zh-CN" sz="28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57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579137"/>
              </p:ext>
            </p:extLst>
          </p:nvPr>
        </p:nvGraphicFramePr>
        <p:xfrm>
          <a:off x="2425700" y="2073503"/>
          <a:ext cx="6892471" cy="429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4" name="公式" r:id="rId3" imgW="5943600" imgH="495300" progId="Equation.3">
                  <p:embed/>
                </p:oleObj>
              </mc:Choice>
              <mc:Fallback>
                <p:oleObj name="公式" r:id="rId3" imgW="59436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2073503"/>
                        <a:ext cx="6892471" cy="429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30688"/>
              </p:ext>
            </p:extLst>
          </p:nvPr>
        </p:nvGraphicFramePr>
        <p:xfrm>
          <a:off x="2423885" y="3385457"/>
          <a:ext cx="6400800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5" name="Equation" r:id="rId5" imgW="5410200" imgH="3657600" progId="Equation.3">
                  <p:embed/>
                </p:oleObj>
              </mc:Choice>
              <mc:Fallback>
                <p:oleObj name="Equation" r:id="rId5" imgW="54102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885" y="3385457"/>
                        <a:ext cx="6400800" cy="288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219201" y="2681869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证</a:t>
            </a:r>
          </a:p>
        </p:txBody>
      </p:sp>
      <p:graphicFrame>
        <p:nvGraphicFramePr>
          <p:cNvPr id="157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367993"/>
              </p:ext>
            </p:extLst>
          </p:nvPr>
        </p:nvGraphicFramePr>
        <p:xfrm>
          <a:off x="2125510" y="2667708"/>
          <a:ext cx="836506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6" name="Equation" r:id="rId7" imgW="6273800" imgH="495300" progId="Equation.DSMT4">
                  <p:embed/>
                </p:oleObj>
              </mc:Choice>
              <mc:Fallback>
                <p:oleObj name="Equation" r:id="rId7" imgW="62738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510" y="2667708"/>
                        <a:ext cx="836506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154538" y="1214016"/>
            <a:ext cx="97762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行列式任一行（列）的元素与另一行（列）的对应元素的代数余子式乘积之和等于零，即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384010"/>
              </p:ext>
            </p:extLst>
          </p:nvPr>
        </p:nvGraphicFramePr>
        <p:xfrm>
          <a:off x="1672209" y="1834356"/>
          <a:ext cx="6309783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0" name="Equation" r:id="rId3" imgW="5334000" imgH="3657600" progId="Equation.3">
                  <p:embed/>
                </p:oleObj>
              </mc:Choice>
              <mc:Fallback>
                <p:oleObj name="Equation" r:id="rId3" imgW="53340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209" y="1834356"/>
                        <a:ext cx="6309783" cy="288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40962"/>
              </p:ext>
            </p:extLst>
          </p:nvPr>
        </p:nvGraphicFramePr>
        <p:xfrm>
          <a:off x="667657" y="1225550"/>
          <a:ext cx="658706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1" name="Equation" r:id="rId5" imgW="4940300" imgH="482600" progId="Equation.3">
                  <p:embed/>
                </p:oleObj>
              </mc:Choice>
              <mc:Fallback>
                <p:oleObj name="Equation" r:id="rId5" imgW="4940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57" y="1225550"/>
                        <a:ext cx="658706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24" name="Group 4"/>
          <p:cNvGrpSpPr>
            <a:grpSpLocks/>
          </p:cNvGrpSpPr>
          <p:nvPr/>
        </p:nvGrpSpPr>
        <p:grpSpPr bwMode="auto">
          <a:xfrm>
            <a:off x="8534400" y="3124200"/>
            <a:ext cx="1524000" cy="457200"/>
            <a:chOff x="3888" y="1968"/>
            <a:chExt cx="720" cy="288"/>
          </a:xfrm>
        </p:grpSpPr>
        <p:graphicFrame>
          <p:nvGraphicFramePr>
            <p:cNvPr id="142354" name="Object 5"/>
            <p:cNvGraphicFramePr>
              <a:graphicFrameLocks noChangeAspect="1"/>
            </p:cNvGraphicFramePr>
            <p:nvPr/>
          </p:nvGraphicFramePr>
          <p:xfrm>
            <a:off x="3968" y="2023"/>
            <a:ext cx="55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52" name="Equation" r:id="rId7" imgW="1091726" imgH="444307" progId="Equation.3">
                    <p:embed/>
                  </p:oleObj>
                </mc:Choice>
                <mc:Fallback>
                  <p:oleObj name="Equation" r:id="rId7" imgW="1091726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" y="2023"/>
                          <a:ext cx="554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355" name="AutoShape 6"/>
            <p:cNvSpPr>
              <a:spLocks noChangeArrowheads="1"/>
            </p:cNvSpPr>
            <p:nvPr/>
          </p:nvSpPr>
          <p:spPr bwMode="auto">
            <a:xfrm>
              <a:off x="3888" y="1968"/>
              <a:ext cx="720" cy="288"/>
            </a:xfrm>
            <a:prstGeom prst="wedgeRoundRectCallout">
              <a:avLst>
                <a:gd name="adj1" fmla="val -101944"/>
                <a:gd name="adj2" fmla="val 15625"/>
                <a:gd name="adj3" fmla="val 16667"/>
              </a:avLst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/>
            </a:p>
          </p:txBody>
        </p:sp>
      </p:grpSp>
      <p:grpSp>
        <p:nvGrpSpPr>
          <p:cNvPr id="158727" name="Group 7"/>
          <p:cNvGrpSpPr>
            <a:grpSpLocks/>
          </p:cNvGrpSpPr>
          <p:nvPr/>
        </p:nvGrpSpPr>
        <p:grpSpPr bwMode="auto">
          <a:xfrm>
            <a:off x="8534400" y="2286000"/>
            <a:ext cx="1524000" cy="457200"/>
            <a:chOff x="3888" y="1440"/>
            <a:chExt cx="720" cy="288"/>
          </a:xfrm>
        </p:grpSpPr>
        <p:graphicFrame>
          <p:nvGraphicFramePr>
            <p:cNvPr id="142352" name="Object 8"/>
            <p:cNvGraphicFramePr>
              <a:graphicFrameLocks noChangeAspect="1"/>
            </p:cNvGraphicFramePr>
            <p:nvPr/>
          </p:nvGraphicFramePr>
          <p:xfrm>
            <a:off x="4032" y="1495"/>
            <a:ext cx="5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53" name="Equation" r:id="rId9" imgW="1040948" imgH="444307" progId="Equation.3">
                    <p:embed/>
                  </p:oleObj>
                </mc:Choice>
                <mc:Fallback>
                  <p:oleObj name="Equation" r:id="rId9" imgW="1040948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495"/>
                          <a:ext cx="52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353" name="AutoShape 9"/>
            <p:cNvSpPr>
              <a:spLocks noChangeArrowheads="1"/>
            </p:cNvSpPr>
            <p:nvPr/>
          </p:nvSpPr>
          <p:spPr bwMode="auto">
            <a:xfrm>
              <a:off x="3888" y="1440"/>
              <a:ext cx="720" cy="288"/>
            </a:xfrm>
            <a:prstGeom prst="wedgeRoundRectCallout">
              <a:avLst>
                <a:gd name="adj1" fmla="val -101944"/>
                <a:gd name="adj2" fmla="val 15625"/>
                <a:gd name="adj3" fmla="val 16667"/>
              </a:avLst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/>
            </a:p>
          </p:txBody>
        </p:sp>
      </p:grpSp>
      <p:graphicFrame>
        <p:nvGraphicFramePr>
          <p:cNvPr id="158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646613"/>
              </p:ext>
            </p:extLst>
          </p:nvPr>
        </p:nvGraphicFramePr>
        <p:xfrm>
          <a:off x="1219201" y="4434568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4" name="Equation" r:id="rId11" imgW="1637589" imgH="431613" progId="Equation.3">
                  <p:embed/>
                </p:oleObj>
              </mc:Choice>
              <mc:Fallback>
                <p:oleObj name="Equation" r:id="rId11" imgW="163758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4434568"/>
                        <a:ext cx="2184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343732"/>
              </p:ext>
            </p:extLst>
          </p:nvPr>
        </p:nvGraphicFramePr>
        <p:xfrm>
          <a:off x="2125218" y="5040086"/>
          <a:ext cx="85344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5" name="Equation" r:id="rId13" imgW="6172200" imgH="469900" progId="Equation.3">
                  <p:embed/>
                </p:oleObj>
              </mc:Choice>
              <mc:Fallback>
                <p:oleObj name="Equation" r:id="rId13" imgW="6172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218" y="5040086"/>
                        <a:ext cx="85344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2" name="Text Box 12"/>
          <p:cNvSpPr txBox="1">
            <a:spLocks noChangeArrowheads="1"/>
          </p:cNvSpPr>
          <p:nvPr/>
        </p:nvSpPr>
        <p:spPr bwMode="auto">
          <a:xfrm>
            <a:off x="1219200" y="559480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同理</a:t>
            </a:r>
          </a:p>
        </p:txBody>
      </p:sp>
      <p:graphicFrame>
        <p:nvGraphicFramePr>
          <p:cNvPr id="158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173365"/>
              </p:ext>
            </p:extLst>
          </p:nvPr>
        </p:nvGraphicFramePr>
        <p:xfrm>
          <a:off x="2491318" y="5673525"/>
          <a:ext cx="7770284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6" name="Equation" r:id="rId15" imgW="6159500" imgH="469900" progId="Equation.3">
                  <p:embed/>
                </p:oleObj>
              </mc:Choice>
              <mc:Fallback>
                <p:oleObj name="Equation" r:id="rId15" imgW="6159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318" y="5673525"/>
                        <a:ext cx="7770284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34" name="Group 14"/>
          <p:cNvGrpSpPr>
            <a:grpSpLocks/>
          </p:cNvGrpSpPr>
          <p:nvPr/>
        </p:nvGrpSpPr>
        <p:grpSpPr bwMode="auto">
          <a:xfrm>
            <a:off x="10058402" y="2514600"/>
            <a:ext cx="1109134" cy="762000"/>
            <a:chOff x="4752" y="1584"/>
            <a:chExt cx="524" cy="480"/>
          </a:xfrm>
        </p:grpSpPr>
        <p:grpSp>
          <p:nvGrpSpPr>
            <p:cNvPr id="142348" name="Group 15"/>
            <p:cNvGrpSpPr>
              <a:grpSpLocks/>
            </p:cNvGrpSpPr>
            <p:nvPr/>
          </p:nvGrpSpPr>
          <p:grpSpPr bwMode="auto">
            <a:xfrm>
              <a:off x="4752" y="1584"/>
              <a:ext cx="144" cy="480"/>
              <a:chOff x="4752" y="1584"/>
              <a:chExt cx="144" cy="480"/>
            </a:xfrm>
          </p:grpSpPr>
          <p:sp>
            <p:nvSpPr>
              <p:cNvPr id="142350" name="Line 16"/>
              <p:cNvSpPr>
                <a:spLocks noChangeShapeType="1"/>
              </p:cNvSpPr>
              <p:nvPr/>
            </p:nvSpPr>
            <p:spPr bwMode="auto">
              <a:xfrm>
                <a:off x="4752" y="1584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2351" name="Line 17"/>
              <p:cNvSpPr>
                <a:spLocks noChangeShapeType="1"/>
              </p:cNvSpPr>
              <p:nvPr/>
            </p:nvSpPr>
            <p:spPr bwMode="auto">
              <a:xfrm flipV="1">
                <a:off x="4752" y="1776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42349" name="Text Box 18"/>
            <p:cNvSpPr txBox="1">
              <a:spLocks noChangeArrowheads="1"/>
            </p:cNvSpPr>
            <p:nvPr/>
          </p:nvSpPr>
          <p:spPr bwMode="auto">
            <a:xfrm>
              <a:off x="4848" y="1632"/>
              <a:ext cx="4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相同</a:t>
              </a:r>
            </a:p>
          </p:txBody>
        </p:sp>
      </p:grpSp>
      <p:sp>
        <p:nvSpPr>
          <p:cNvPr id="158739" name="Line 19"/>
          <p:cNvSpPr>
            <a:spLocks noChangeShapeType="1"/>
          </p:cNvSpPr>
          <p:nvPr/>
        </p:nvSpPr>
        <p:spPr bwMode="auto">
          <a:xfrm>
            <a:off x="5588000" y="3581400"/>
            <a:ext cx="2133600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32" grpId="0" autoUpdateAnimBg="0"/>
      <p:bldP spid="1587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533769" y="1225720"/>
            <a:ext cx="115130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rgbClr val="0000FF"/>
                </a:solidFill>
                <a:ea typeface="黑体" pitchFamily="2" charset="-122"/>
              </a:rPr>
              <a:t>结合性质</a:t>
            </a:r>
            <a:r>
              <a:rPr lang="en-US" altLang="zh-CN" b="1" dirty="0" smtClean="0">
                <a:solidFill>
                  <a:srgbClr val="0000FF"/>
                </a:solidFill>
                <a:ea typeface="黑体" pitchFamily="2" charset="-122"/>
              </a:rPr>
              <a:t>6</a:t>
            </a:r>
            <a:r>
              <a:rPr lang="zh-CN" altLang="en-US" b="1" dirty="0" smtClean="0">
                <a:solidFill>
                  <a:srgbClr val="0000FF"/>
                </a:solidFill>
                <a:ea typeface="黑体" pitchFamily="2" charset="-122"/>
              </a:rPr>
              <a:t>和行列式的展开定理可得关于</a:t>
            </a:r>
            <a:r>
              <a:rPr lang="zh-CN" altLang="en-US" b="1" dirty="0">
                <a:solidFill>
                  <a:srgbClr val="0000FF"/>
                </a:solidFill>
                <a:ea typeface="黑体" pitchFamily="2" charset="-122"/>
              </a:rPr>
              <a:t>代数余子式的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重要性质</a:t>
            </a:r>
          </a:p>
        </p:txBody>
      </p:sp>
      <p:graphicFrame>
        <p:nvGraphicFramePr>
          <p:cNvPr id="159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165907"/>
              </p:ext>
            </p:extLst>
          </p:nvPr>
        </p:nvGraphicFramePr>
        <p:xfrm>
          <a:off x="1689705" y="2097314"/>
          <a:ext cx="59774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2" name="Equation" r:id="rId3" imgW="4483100" imgH="977900" progId="Equation.3">
                  <p:embed/>
                </p:oleObj>
              </mc:Choice>
              <mc:Fallback>
                <p:oleObj name="Equation" r:id="rId3" imgW="44831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705" y="2097314"/>
                        <a:ext cx="59774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111475"/>
              </p:ext>
            </p:extLst>
          </p:nvPr>
        </p:nvGraphicFramePr>
        <p:xfrm>
          <a:off x="1724783" y="3327400"/>
          <a:ext cx="6045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3" name="Equation" r:id="rId5" imgW="4533900" imgH="977900" progId="Equation.3">
                  <p:embed/>
                </p:oleObj>
              </mc:Choice>
              <mc:Fallback>
                <p:oleObj name="Equation" r:id="rId5" imgW="4533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783" y="3327400"/>
                        <a:ext cx="6045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514188"/>
              </p:ext>
            </p:extLst>
          </p:nvPr>
        </p:nvGraphicFramePr>
        <p:xfrm>
          <a:off x="1953306" y="4557486"/>
          <a:ext cx="33813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4" name="Equation" r:id="rId7" imgW="1054080" imgH="482400" progId="Equation.DSMT4">
                  <p:embed/>
                </p:oleObj>
              </mc:Choice>
              <mc:Fallback>
                <p:oleObj name="Equation" r:id="rId7" imgW="1054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306" y="4557486"/>
                        <a:ext cx="338137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03883" y="4850500"/>
            <a:ext cx="1008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黑体" pitchFamily="2" charset="-122"/>
              </a:rPr>
              <a:t>其中</a:t>
            </a:r>
            <a:endParaRPr lang="zh-CN" altLang="en-US" b="1" dirty="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439598" y="4850501"/>
            <a:ext cx="38924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rgbClr val="00B0F0"/>
                </a:solidFill>
                <a:ea typeface="黑体" pitchFamily="2" charset="-122"/>
              </a:rPr>
              <a:t>称为克罗内克符号。</a:t>
            </a:r>
            <a:endParaRPr lang="zh-CN" altLang="en-US" b="1" dirty="0">
              <a:solidFill>
                <a:srgbClr val="00B0F0"/>
              </a:solidFill>
              <a:ea typeface="黑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行列式的性质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17532" y="1269628"/>
            <a:ext cx="11674468" cy="5520169"/>
            <a:chOff x="517532" y="1269628"/>
            <a:chExt cx="11674468" cy="5520169"/>
          </a:xfrm>
        </p:grpSpPr>
        <p:grpSp>
          <p:nvGrpSpPr>
            <p:cNvPr id="21" name="组合 20"/>
            <p:cNvGrpSpPr/>
            <p:nvPr/>
          </p:nvGrpSpPr>
          <p:grpSpPr>
            <a:xfrm>
              <a:off x="517532" y="2263638"/>
              <a:ext cx="10624081" cy="580029"/>
              <a:chOff x="517532" y="2263638"/>
              <a:chExt cx="10624081" cy="5800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517532" y="2263638"/>
                <a:ext cx="1150503" cy="580029"/>
                <a:chOff x="586855" y="1214651"/>
                <a:chExt cx="1190713" cy="580029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586855" y="1214651"/>
                  <a:ext cx="1190713" cy="580029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586855" y="1272653"/>
                  <a:ext cx="1190713" cy="464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性质</a:t>
                  </a:r>
                  <a:r>
                    <a:rPr lang="en-US" altLang="zh-CN" sz="24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" name="文本框 1"/>
              <p:cNvSpPr txBox="1"/>
              <p:nvPr/>
            </p:nvSpPr>
            <p:spPr>
              <a:xfrm>
                <a:off x="1727556" y="2336808"/>
                <a:ext cx="56418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某一行有公因数，可提到行列式符号外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069541" y="2336808"/>
                <a:ext cx="4072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(k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乘行列式，将</a:t>
                </a:r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乘某一行</a:t>
                </a:r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.)</a:t>
                </a:r>
                <a:endParaRPr lang="zh-CN" altLang="en-US" sz="24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34188" y="3257648"/>
              <a:ext cx="6792386" cy="580029"/>
              <a:chOff x="534188" y="3257648"/>
              <a:chExt cx="6792386" cy="580029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534188" y="3257648"/>
                <a:ext cx="1150503" cy="580029"/>
                <a:chOff x="586855" y="1214651"/>
                <a:chExt cx="1190713" cy="580029"/>
              </a:xfrm>
            </p:grpSpPr>
            <p:sp>
              <p:nvSpPr>
                <p:cNvPr id="12" name="圆角矩形 11"/>
                <p:cNvSpPr/>
                <p:nvPr/>
              </p:nvSpPr>
              <p:spPr>
                <a:xfrm>
                  <a:off x="586855" y="1214651"/>
                  <a:ext cx="1190713" cy="580029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586855" y="1272653"/>
                  <a:ext cx="1190713" cy="464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性质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4" name="文本框 23"/>
              <p:cNvSpPr txBox="1"/>
              <p:nvPr/>
            </p:nvSpPr>
            <p:spPr>
              <a:xfrm>
                <a:off x="1684691" y="3326570"/>
                <a:ext cx="56418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交换行列式的某两行，行列式变号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534188" y="4193654"/>
              <a:ext cx="10227120" cy="582185"/>
              <a:chOff x="534188" y="4193654"/>
              <a:chExt cx="10227120" cy="58218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534188" y="4193654"/>
                <a:ext cx="1150503" cy="580029"/>
                <a:chOff x="586855" y="1214651"/>
                <a:chExt cx="1190713" cy="580029"/>
              </a:xfrm>
            </p:grpSpPr>
            <p:sp>
              <p:nvSpPr>
                <p:cNvPr id="15" name="圆角矩形 14"/>
                <p:cNvSpPr/>
                <p:nvPr/>
              </p:nvSpPr>
              <p:spPr>
                <a:xfrm>
                  <a:off x="586855" y="1214651"/>
                  <a:ext cx="1190713" cy="580029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86855" y="1272653"/>
                  <a:ext cx="1190713" cy="464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性质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" name="文本框 24"/>
              <p:cNvSpPr txBox="1"/>
              <p:nvPr/>
            </p:nvSpPr>
            <p:spPr>
              <a:xfrm>
                <a:off x="1684691" y="4314174"/>
                <a:ext cx="90766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某一行均为两个元素之和，则行列式可拆分为两个行列式之和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537196" y="5243776"/>
              <a:ext cx="10224112" cy="580029"/>
              <a:chOff x="537196" y="5243776"/>
              <a:chExt cx="10224112" cy="580029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537196" y="5243776"/>
                <a:ext cx="1150503" cy="580029"/>
                <a:chOff x="586855" y="1214651"/>
                <a:chExt cx="1190713" cy="580029"/>
              </a:xfrm>
            </p:grpSpPr>
            <p:sp>
              <p:nvSpPr>
                <p:cNvPr id="18" name="圆角矩形 17"/>
                <p:cNvSpPr/>
                <p:nvPr/>
              </p:nvSpPr>
              <p:spPr>
                <a:xfrm>
                  <a:off x="586855" y="1214651"/>
                  <a:ext cx="1190713" cy="580029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586855" y="1272653"/>
                  <a:ext cx="1190713" cy="464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性质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>
                <a:off x="1684691" y="5291166"/>
                <a:ext cx="90766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某一行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以数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对应加到另一行，行列式不变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17532" y="1269628"/>
              <a:ext cx="6499583" cy="580029"/>
              <a:chOff x="517532" y="1269628"/>
              <a:chExt cx="6499583" cy="580029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517532" y="1269628"/>
                <a:ext cx="1150503" cy="580029"/>
                <a:chOff x="586855" y="1214651"/>
                <a:chExt cx="1190713" cy="580029"/>
              </a:xfrm>
            </p:grpSpPr>
            <p:sp>
              <p:nvSpPr>
                <p:cNvPr id="9" name="圆角矩形 8"/>
                <p:cNvSpPr/>
                <p:nvPr/>
              </p:nvSpPr>
              <p:spPr>
                <a:xfrm>
                  <a:off x="586855" y="1214651"/>
                  <a:ext cx="1190713" cy="580029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586855" y="1272653"/>
                  <a:ext cx="1190713" cy="464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性质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4697916"/>
                  </p:ext>
                </p:extLst>
              </p:nvPr>
            </p:nvGraphicFramePr>
            <p:xfrm>
              <a:off x="1829287" y="1347116"/>
              <a:ext cx="1115756" cy="425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77" name="Equation" r:id="rId3" imgW="533160" imgH="203040" progId="Equation.DSMT4">
                      <p:embed/>
                    </p:oleObj>
                  </mc:Choice>
                  <mc:Fallback>
                    <p:oleObj name="Equation" r:id="rId3" imgW="53316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829287" y="1347116"/>
                            <a:ext cx="1115756" cy="425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文本框 30"/>
              <p:cNvSpPr txBox="1"/>
              <p:nvPr/>
            </p:nvSpPr>
            <p:spPr>
              <a:xfrm>
                <a:off x="2945043" y="1343717"/>
                <a:ext cx="4072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对行成立，对列亦成立</a:t>
                </a:r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.)</a:t>
                </a:r>
                <a:endParaRPr lang="zh-CN" altLang="en-US" sz="24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537196" y="5958800"/>
              <a:ext cx="11654804" cy="830997"/>
              <a:chOff x="537196" y="5958800"/>
              <a:chExt cx="11654804" cy="830997"/>
            </a:xfrm>
          </p:grpSpPr>
          <p:sp>
            <p:nvSpPr>
              <p:cNvPr id="30" name="Rectangle 2"/>
              <p:cNvSpPr>
                <a:spLocks noChangeArrowheads="1"/>
              </p:cNvSpPr>
              <p:nvPr/>
            </p:nvSpPr>
            <p:spPr bwMode="auto">
              <a:xfrm>
                <a:off x="537196" y="5973536"/>
                <a:ext cx="1205882" cy="5232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ffectLst/>
              <a:extLst/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 smtClean="0">
                    <a:solidFill>
                      <a:schemeClr val="bg1"/>
                    </a:solidFill>
                    <a:latin typeface="黑体" pitchFamily="2" charset="-122"/>
                    <a:ea typeface="黑体" pitchFamily="2" charset="-122"/>
                  </a:rPr>
                  <a:t>性质</a:t>
                </a:r>
                <a:r>
                  <a:rPr lang="en-US" altLang="zh-CN" sz="2800" b="1" dirty="0" smtClean="0">
                    <a:solidFill>
                      <a:schemeClr val="bg1"/>
                    </a:solidFill>
                    <a:latin typeface="黑体" pitchFamily="2" charset="-122"/>
                    <a:ea typeface="黑体" pitchFamily="2" charset="-122"/>
                  </a:rPr>
                  <a:t>6</a:t>
                </a:r>
                <a:endParaRPr lang="zh-CN" altLang="en-US" sz="2800" b="1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743078" y="5958800"/>
                <a:ext cx="1044892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黑体" pitchFamily="2" charset="-122"/>
                    <a:ea typeface="黑体" pitchFamily="2" charset="-122"/>
                  </a:rPr>
                  <a:t>行列式任一行（列）的元素与另一行（列）的对应元素的代数余子式乘积之和等于零</a:t>
                </a:r>
                <a:endParaRPr lang="zh-CN" alt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717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280124" y="1233008"/>
            <a:ext cx="39725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800" b="1" dirty="0" smtClean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行列式乘积公式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798949"/>
              </p:ext>
            </p:extLst>
          </p:nvPr>
        </p:nvGraphicFramePr>
        <p:xfrm>
          <a:off x="972457" y="1713365"/>
          <a:ext cx="6686551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0" name="Equation" r:id="rId3" imgW="5334000" imgH="3009900" progId="Equation.3">
                  <p:embed/>
                </p:oleObj>
              </mc:Choice>
              <mc:Fallback>
                <p:oleObj name="Equation" r:id="rId3" imgW="5334000" imgH="300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457" y="1713365"/>
                        <a:ext cx="6686551" cy="282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048504"/>
              </p:ext>
            </p:extLst>
          </p:nvPr>
        </p:nvGraphicFramePr>
        <p:xfrm>
          <a:off x="1001486" y="4356781"/>
          <a:ext cx="522816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1" name="Equation" r:id="rId5" imgW="4394200" imgH="1536700" progId="Equation.3">
                  <p:embed/>
                </p:oleObj>
              </mc:Choice>
              <mc:Fallback>
                <p:oleObj name="Equation" r:id="rId5" imgW="43942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486" y="4356781"/>
                        <a:ext cx="5228167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488191"/>
              </p:ext>
            </p:extLst>
          </p:nvPr>
        </p:nvGraphicFramePr>
        <p:xfrm>
          <a:off x="6552142" y="4326164"/>
          <a:ext cx="5183716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2" name="Equation" r:id="rId7" imgW="4356100" imgH="1536700" progId="Equation.3">
                  <p:embed/>
                </p:oleObj>
              </mc:Choice>
              <mc:Fallback>
                <p:oleObj name="Equation" r:id="rId7" imgW="43561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142" y="4326164"/>
                        <a:ext cx="5183716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343279"/>
              </p:ext>
            </p:extLst>
          </p:nvPr>
        </p:nvGraphicFramePr>
        <p:xfrm>
          <a:off x="2129893" y="5990018"/>
          <a:ext cx="20489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3" name="Equation" r:id="rId9" imgW="1536700" imgH="419100" progId="Equation.3">
                  <p:embed/>
                </p:oleObj>
              </mc:Choice>
              <mc:Fallback>
                <p:oleObj name="Equation" r:id="rId9" imgW="1536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893" y="5990018"/>
                        <a:ext cx="20489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1001486" y="588589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证明</a:t>
            </a:r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2380343" y="1756228"/>
            <a:ext cx="2438400" cy="1371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2105" name="Rectangle 9"/>
          <p:cNvSpPr>
            <a:spLocks noChangeArrowheads="1"/>
          </p:cNvSpPr>
          <p:nvPr/>
        </p:nvSpPr>
        <p:spPr bwMode="auto">
          <a:xfrm>
            <a:off x="5123543" y="3142342"/>
            <a:ext cx="2438400" cy="1371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4" grpId="0" animBg="1"/>
      <p:bldP spid="132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449943" y="119550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证明</a:t>
            </a:r>
          </a:p>
        </p:txBody>
      </p:sp>
      <p:graphicFrame>
        <p:nvGraphicFramePr>
          <p:cNvPr id="133123" name="Object 3"/>
          <p:cNvGraphicFramePr>
            <a:graphicFrameLocks noChangeAspect="1"/>
          </p:cNvGraphicFramePr>
          <p:nvPr/>
        </p:nvGraphicFramePr>
        <p:xfrm>
          <a:off x="1631951" y="2286000"/>
          <a:ext cx="6860116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4" name="Equation" r:id="rId4" imgW="5765800" imgH="1536700" progId="Equation.3">
                  <p:embed/>
                </p:oleObj>
              </mc:Choice>
              <mc:Fallback>
                <p:oleObj name="Equation" r:id="rId4" imgW="57658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1" y="2286000"/>
                        <a:ext cx="6860116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1320800" y="1524000"/>
          <a:ext cx="1024466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5" name="Equation" r:id="rId6" imgW="7683500" imgH="482600" progId="Equation.3">
                  <p:embed/>
                </p:oleObj>
              </mc:Choice>
              <mc:Fallback>
                <p:oleObj name="Equation" r:id="rId6" imgW="7683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1524000"/>
                        <a:ext cx="1024466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" name="Object 5"/>
          <p:cNvGraphicFramePr>
            <a:graphicFrameLocks noChangeAspect="1"/>
          </p:cNvGraphicFramePr>
          <p:nvPr/>
        </p:nvGraphicFramePr>
        <p:xfrm>
          <a:off x="1320800" y="3860800"/>
          <a:ext cx="1017693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6" name="Equation" r:id="rId8" imgW="7632700" imgH="482600" progId="Equation.3">
                  <p:embed/>
                </p:oleObj>
              </mc:Choice>
              <mc:Fallback>
                <p:oleObj name="Equation" r:id="rId8" imgW="7632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3860800"/>
                        <a:ext cx="1017693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6" name="Object 6"/>
          <p:cNvGraphicFramePr>
            <a:graphicFrameLocks noChangeAspect="1"/>
          </p:cNvGraphicFramePr>
          <p:nvPr/>
        </p:nvGraphicFramePr>
        <p:xfrm>
          <a:off x="1631951" y="4572000"/>
          <a:ext cx="6724649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7" name="Equation" r:id="rId10" imgW="5651500" imgH="1536700" progId="Equation.3">
                  <p:embed/>
                </p:oleObj>
              </mc:Choice>
              <mc:Fallback>
                <p:oleObj name="Equation" r:id="rId10" imgW="56515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1" y="4572000"/>
                        <a:ext cx="6724649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711748"/>
              </p:ext>
            </p:extLst>
          </p:nvPr>
        </p:nvGraphicFramePr>
        <p:xfrm>
          <a:off x="2032000" y="2362200"/>
          <a:ext cx="640080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" name="Equation" r:id="rId5" imgW="5105400" imgH="3009900" progId="Equation.3">
                  <p:embed/>
                </p:oleObj>
              </mc:Choice>
              <mc:Fallback>
                <p:oleObj name="Equation" r:id="rId5" imgW="5105400" imgH="300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362200"/>
                        <a:ext cx="6400800" cy="282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75564"/>
              </p:ext>
            </p:extLst>
          </p:nvPr>
        </p:nvGraphicFramePr>
        <p:xfrm>
          <a:off x="708780" y="1270000"/>
          <a:ext cx="9787467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9" name="Equation" r:id="rId7" imgW="7340600" imgH="1092200" progId="Equation.3">
                  <p:embed/>
                </p:oleObj>
              </mc:Choice>
              <mc:Fallback>
                <p:oleObj name="Equation" r:id="rId7" imgW="7340600" imgH="109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780" y="1270000"/>
                        <a:ext cx="9787467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908560"/>
              </p:ext>
            </p:extLst>
          </p:nvPr>
        </p:nvGraphicFramePr>
        <p:xfrm>
          <a:off x="1320800" y="5529944"/>
          <a:ext cx="498686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0" name="Equation" r:id="rId9" imgW="4191000" imgH="444500" progId="Equation.3">
                  <p:embed/>
                </p:oleObj>
              </mc:Choice>
              <mc:Fallback>
                <p:oleObj name="Equation" r:id="rId9" imgW="4191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529944"/>
                        <a:ext cx="498686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9" name="Object 5"/>
          <p:cNvGraphicFramePr>
            <a:graphicFrameLocks noChangeAspect="1"/>
          </p:cNvGraphicFramePr>
          <p:nvPr/>
        </p:nvGraphicFramePr>
        <p:xfrm>
          <a:off x="6576484" y="5521325"/>
          <a:ext cx="146473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1" name="Equation" r:id="rId11" imgW="1231366" imgH="418918" progId="Equation.3">
                  <p:embed/>
                </p:oleObj>
              </mc:Choice>
              <mc:Fallback>
                <p:oleObj name="Equation" r:id="rId11" imgW="1231366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484" y="5521325"/>
                        <a:ext cx="146473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3048000" y="2362200"/>
            <a:ext cx="2438400" cy="1371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5791200" y="3733800"/>
            <a:ext cx="2438400" cy="1371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0" grpId="0" animBg="1"/>
      <p:bldP spid="1341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449889"/>
              </p:ext>
            </p:extLst>
          </p:nvPr>
        </p:nvGraphicFramePr>
        <p:xfrm>
          <a:off x="1115484" y="2097541"/>
          <a:ext cx="542078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4" name="Equation" r:id="rId4" imgW="1308100" imgH="914400" progId="Equation.DSMT4">
                  <p:embed/>
                </p:oleObj>
              </mc:Choice>
              <mc:Fallback>
                <p:oleObj name="Equation" r:id="rId4" imgW="1308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484" y="2097541"/>
                        <a:ext cx="542078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543663"/>
              </p:ext>
            </p:extLst>
          </p:nvPr>
        </p:nvGraphicFramePr>
        <p:xfrm>
          <a:off x="1786466" y="4647519"/>
          <a:ext cx="7315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5" name="Equation" r:id="rId6" imgW="1765300" imgH="457200" progId="Equation.DSMT4">
                  <p:embed/>
                </p:oleObj>
              </mc:Choice>
              <mc:Fallback>
                <p:oleObj name="Equation" r:id="rId6" imgW="1765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466" y="4647519"/>
                        <a:ext cx="7315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42970" y="1233715"/>
            <a:ext cx="2844799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应用举例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1375833" y="4217988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ea typeface="黑体" pitchFamily="2" charset="-122"/>
              </a:rPr>
              <a:t>例</a:t>
            </a:r>
            <a:r>
              <a:rPr lang="en-US" altLang="zh-CN" sz="2800" b="1" dirty="0" smtClean="0">
                <a:ea typeface="黑体" pitchFamily="2" charset="-122"/>
              </a:rPr>
              <a:t>2</a:t>
            </a:r>
            <a:endParaRPr lang="zh-CN" altLang="en-US" sz="2800" b="1" dirty="0">
              <a:ea typeface="黑体" pitchFamily="2" charset="-122"/>
            </a:endParaRPr>
          </a:p>
        </p:txBody>
      </p:sp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2853267" y="3281364"/>
          <a:ext cx="5801784" cy="250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Equation" r:id="rId4" imgW="4470400" imgH="2578100" progId="Equation.3">
                  <p:embed/>
                </p:oleObj>
              </mc:Choice>
              <mc:Fallback>
                <p:oleObj name="Equation" r:id="rId4" imgW="44704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267" y="3281364"/>
                        <a:ext cx="5801784" cy="250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09" name="Group 5"/>
          <p:cNvGrpSpPr>
            <a:grpSpLocks/>
          </p:cNvGrpSpPr>
          <p:nvPr/>
        </p:nvGrpSpPr>
        <p:grpSpPr bwMode="auto">
          <a:xfrm>
            <a:off x="1066800" y="1355725"/>
            <a:ext cx="10261600" cy="946150"/>
            <a:chOff x="576" y="680"/>
            <a:chExt cx="4848" cy="596"/>
          </a:xfrm>
        </p:grpSpPr>
        <p:sp>
          <p:nvSpPr>
            <p:cNvPr id="107534" name="Text Box 6"/>
            <p:cNvSpPr txBox="1">
              <a:spLocks noChangeArrowheads="1"/>
            </p:cNvSpPr>
            <p:nvPr/>
          </p:nvSpPr>
          <p:spPr bwMode="auto">
            <a:xfrm>
              <a:off x="576" y="680"/>
              <a:ext cx="484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tx2"/>
                  </a:solidFill>
                  <a:ea typeface="黑体" pitchFamily="2" charset="-122"/>
                </a:rPr>
                <a:t>计算行列式常用方法：利用运算　　　</a:t>
              </a:r>
              <a:r>
                <a:rPr lang="zh-CN" altLang="en-US" sz="2800" b="1" dirty="0" smtClean="0">
                  <a:solidFill>
                    <a:schemeClr val="tx2"/>
                  </a:solidFill>
                  <a:ea typeface="黑体" pitchFamily="2" charset="-122"/>
                </a:rPr>
                <a:t>     把</a:t>
              </a:r>
              <a:r>
                <a:rPr lang="zh-CN" altLang="en-US" sz="2800" b="1" dirty="0">
                  <a:solidFill>
                    <a:schemeClr val="tx2"/>
                  </a:solidFill>
                  <a:ea typeface="黑体" pitchFamily="2" charset="-122"/>
                </a:rPr>
                <a:t>行列式化为上三角形行列式，从而算得行列式的值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．</a:t>
              </a:r>
            </a:p>
          </p:txBody>
        </p:sp>
        <p:graphicFrame>
          <p:nvGraphicFramePr>
            <p:cNvPr id="10753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4637473"/>
                </p:ext>
              </p:extLst>
            </p:nvPr>
          </p:nvGraphicFramePr>
          <p:xfrm>
            <a:off x="3000" y="680"/>
            <a:ext cx="76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3" name="Equation" r:id="rId6" imgW="431640" imgH="241200" progId="Equation.DSMT4">
                    <p:embed/>
                  </p:oleObj>
                </mc:Choice>
                <mc:Fallback>
                  <p:oleObj name="Equation" r:id="rId6" imgW="431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" y="680"/>
                          <a:ext cx="76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912" name="Rectangle 8"/>
          <p:cNvSpPr>
            <a:spLocks noChangeArrowheads="1"/>
          </p:cNvSpPr>
          <p:nvPr/>
        </p:nvSpPr>
        <p:spPr bwMode="auto">
          <a:xfrm>
            <a:off x="3860800" y="3276600"/>
            <a:ext cx="46736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3913" name="Object 9"/>
          <p:cNvGraphicFramePr>
            <a:graphicFrameLocks noChangeAspect="1"/>
          </p:cNvGraphicFramePr>
          <p:nvPr/>
        </p:nvGraphicFramePr>
        <p:xfrm>
          <a:off x="8839200" y="3276600"/>
          <a:ext cx="59266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4" name="Equation" r:id="rId8" imgW="444114" imgH="317225" progId="Equation.3">
                  <p:embed/>
                </p:oleObj>
              </mc:Choice>
              <mc:Fallback>
                <p:oleObj name="Equation" r:id="rId8" imgW="44411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3276600"/>
                        <a:ext cx="59266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4" name="Group 10"/>
          <p:cNvGrpSpPr>
            <a:grpSpLocks/>
          </p:cNvGrpSpPr>
          <p:nvPr/>
        </p:nvGrpSpPr>
        <p:grpSpPr bwMode="auto">
          <a:xfrm>
            <a:off x="8534400" y="3581400"/>
            <a:ext cx="1337733" cy="381000"/>
            <a:chOff x="4032" y="2256"/>
            <a:chExt cx="632" cy="240"/>
          </a:xfrm>
        </p:grpSpPr>
        <p:grpSp>
          <p:nvGrpSpPr>
            <p:cNvPr id="107529" name="Group 11"/>
            <p:cNvGrpSpPr>
              <a:grpSpLocks/>
            </p:cNvGrpSpPr>
            <p:nvPr/>
          </p:nvGrpSpPr>
          <p:grpSpPr bwMode="auto">
            <a:xfrm>
              <a:off x="4032" y="2256"/>
              <a:ext cx="432" cy="240"/>
              <a:chOff x="4032" y="2256"/>
              <a:chExt cx="432" cy="240"/>
            </a:xfrm>
          </p:grpSpPr>
          <p:sp>
            <p:nvSpPr>
              <p:cNvPr id="107531" name="Line 12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7532" name="Line 13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7533" name="Line 14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07530" name="Object 15"/>
            <p:cNvGraphicFramePr>
              <a:graphicFrameLocks noChangeAspect="1"/>
            </p:cNvGraphicFramePr>
            <p:nvPr/>
          </p:nvGraphicFramePr>
          <p:xfrm>
            <a:off x="4464" y="2256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5" name="Equation" r:id="rId10" imgW="317225" imgH="317225" progId="Equation.3">
                    <p:embed/>
                  </p:oleObj>
                </mc:Choice>
                <mc:Fallback>
                  <p:oleObj name="Equation" r:id="rId10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256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autoUpdateAnimBg="0"/>
      <p:bldP spid="1239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9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74620"/>
              </p:ext>
            </p:extLst>
          </p:nvPr>
        </p:nvGraphicFramePr>
        <p:xfrm>
          <a:off x="2622549" y="1290638"/>
          <a:ext cx="5801784" cy="250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6" name="Equation" r:id="rId4" imgW="4470400" imgH="2578100" progId="Equation.3">
                  <p:embed/>
                </p:oleObj>
              </mc:Choice>
              <mc:Fallback>
                <p:oleObj name="Equation" r:id="rId4" imgW="44704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49" y="1290638"/>
                        <a:ext cx="5801784" cy="250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3605590" y="1327605"/>
            <a:ext cx="46736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497014"/>
              </p:ext>
            </p:extLst>
          </p:nvPr>
        </p:nvGraphicFramePr>
        <p:xfrm>
          <a:off x="8585199" y="1164319"/>
          <a:ext cx="59266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7" name="Equation" r:id="rId6" imgW="444114" imgH="317225" progId="Equation.3">
                  <p:embed/>
                </p:oleObj>
              </mc:Choice>
              <mc:Fallback>
                <p:oleObj name="Equation" r:id="rId6" imgW="44411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5199" y="1164319"/>
                        <a:ext cx="59266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3" name="Group 5"/>
          <p:cNvGrpSpPr>
            <a:grpSpLocks/>
          </p:cNvGrpSpPr>
          <p:nvPr/>
        </p:nvGrpSpPr>
        <p:grpSpPr bwMode="auto">
          <a:xfrm>
            <a:off x="8424333" y="1556205"/>
            <a:ext cx="1337733" cy="381000"/>
            <a:chOff x="4032" y="2256"/>
            <a:chExt cx="632" cy="240"/>
          </a:xfrm>
        </p:grpSpPr>
        <p:grpSp>
          <p:nvGrpSpPr>
            <p:cNvPr id="108556" name="Group 6"/>
            <p:cNvGrpSpPr>
              <a:grpSpLocks/>
            </p:cNvGrpSpPr>
            <p:nvPr/>
          </p:nvGrpSpPr>
          <p:grpSpPr bwMode="auto">
            <a:xfrm>
              <a:off x="4032" y="2256"/>
              <a:ext cx="432" cy="240"/>
              <a:chOff x="4032" y="2256"/>
              <a:chExt cx="432" cy="240"/>
            </a:xfrm>
          </p:grpSpPr>
          <p:sp>
            <p:nvSpPr>
              <p:cNvPr id="108558" name="Line 7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8559" name="Line 8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8560" name="Line 9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08557" name="Object 10"/>
            <p:cNvGraphicFramePr>
              <a:graphicFrameLocks noChangeAspect="1"/>
            </p:cNvGraphicFramePr>
            <p:nvPr/>
          </p:nvGraphicFramePr>
          <p:xfrm>
            <a:off x="4464" y="2256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8" name="Equation" r:id="rId8" imgW="317225" imgH="317225" progId="Equation.3">
                    <p:embed/>
                  </p:oleObj>
                </mc:Choice>
                <mc:Fallback>
                  <p:oleObj name="Equation" r:id="rId8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256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8550" name="Rectangle 11"/>
          <p:cNvSpPr>
            <a:spLocks noChangeArrowheads="1"/>
          </p:cNvSpPr>
          <p:nvPr/>
        </p:nvSpPr>
        <p:spPr bwMode="auto">
          <a:xfrm>
            <a:off x="1524001" y="19050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  <p:grpSp>
        <p:nvGrpSpPr>
          <p:cNvPr id="124940" name="Group 12"/>
          <p:cNvGrpSpPr>
            <a:grpSpLocks/>
          </p:cNvGrpSpPr>
          <p:nvPr/>
        </p:nvGrpSpPr>
        <p:grpSpPr bwMode="auto">
          <a:xfrm>
            <a:off x="1938714" y="3868738"/>
            <a:ext cx="6138333" cy="2514600"/>
            <a:chOff x="1008" y="2256"/>
            <a:chExt cx="2900" cy="1584"/>
          </a:xfrm>
        </p:grpSpPr>
        <p:graphicFrame>
          <p:nvGraphicFramePr>
            <p:cNvPr id="108552" name="Object 13"/>
            <p:cNvGraphicFramePr>
              <a:graphicFrameLocks noChangeAspect="1"/>
            </p:cNvGraphicFramePr>
            <p:nvPr/>
          </p:nvGraphicFramePr>
          <p:xfrm>
            <a:off x="1056" y="2256"/>
            <a:ext cx="2852" cy="1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9" name="Equation" r:id="rId10" imgW="4610100" imgH="2578100" progId="Equation.3">
                    <p:embed/>
                  </p:oleObj>
                </mc:Choice>
                <mc:Fallback>
                  <p:oleObj name="Equation" r:id="rId10" imgW="4610100" imgH="2578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256"/>
                          <a:ext cx="2852" cy="1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8553" name="Group 14"/>
            <p:cNvGrpSpPr>
              <a:grpSpLocks/>
            </p:cNvGrpSpPr>
            <p:nvPr/>
          </p:nvGrpSpPr>
          <p:grpSpPr bwMode="auto">
            <a:xfrm>
              <a:off x="1008" y="3168"/>
              <a:ext cx="655" cy="61"/>
              <a:chOff x="1440" y="3216"/>
              <a:chExt cx="816" cy="48"/>
            </a:xfrm>
          </p:grpSpPr>
          <p:sp>
            <p:nvSpPr>
              <p:cNvPr id="108554" name="Line 15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55" name="Line 16"/>
              <p:cNvSpPr>
                <a:spLocks noChangeShapeType="1"/>
              </p:cNvSpPr>
              <p:nvPr/>
            </p:nvSpPr>
            <p:spPr bwMode="auto">
              <a:xfrm>
                <a:off x="1440" y="326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4064000" y="3581400"/>
          <a:ext cx="4580467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5" name="Equation" r:id="rId4" imgW="3632200" imgH="2578100" progId="Equation.3">
                  <p:embed/>
                </p:oleObj>
              </mc:Choice>
              <mc:Fallback>
                <p:oleObj name="Equation" r:id="rId4" imgW="36322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3581400"/>
                        <a:ext cx="4580467" cy="252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55" name="Group 3"/>
          <p:cNvGrpSpPr>
            <a:grpSpLocks/>
          </p:cNvGrpSpPr>
          <p:nvPr/>
        </p:nvGrpSpPr>
        <p:grpSpPr bwMode="auto">
          <a:xfrm>
            <a:off x="1727201" y="4953000"/>
            <a:ext cx="1386417" cy="96838"/>
            <a:chOff x="1440" y="3216"/>
            <a:chExt cx="816" cy="48"/>
          </a:xfrm>
        </p:grpSpPr>
        <p:sp>
          <p:nvSpPr>
            <p:cNvPr id="109600" name="Line 4"/>
            <p:cNvSpPr>
              <a:spLocks noChangeShapeType="1"/>
            </p:cNvSpPr>
            <p:nvPr/>
          </p:nvSpPr>
          <p:spPr bwMode="auto">
            <a:xfrm>
              <a:off x="1440" y="3216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601" name="Line 5"/>
            <p:cNvSpPr>
              <a:spLocks noChangeShapeType="1"/>
            </p:cNvSpPr>
            <p:nvPr/>
          </p:nvSpPr>
          <p:spPr bwMode="auto">
            <a:xfrm>
              <a:off x="1440" y="3264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9572" name="Object 6"/>
          <p:cNvGraphicFramePr>
            <a:graphicFrameLocks noChangeAspect="1"/>
          </p:cNvGraphicFramePr>
          <p:nvPr/>
        </p:nvGraphicFramePr>
        <p:xfrm>
          <a:off x="2760134" y="762001"/>
          <a:ext cx="6036733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6" name="Equation" r:id="rId6" imgW="4610100" imgH="2578100" progId="Equation.3">
                  <p:embed/>
                </p:oleObj>
              </mc:Choice>
              <mc:Fallback>
                <p:oleObj name="Equation" r:id="rId6" imgW="46101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134" y="762001"/>
                        <a:ext cx="6036733" cy="250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573" name="Group 7"/>
          <p:cNvGrpSpPr>
            <a:grpSpLocks/>
          </p:cNvGrpSpPr>
          <p:nvPr/>
        </p:nvGrpSpPr>
        <p:grpSpPr bwMode="auto">
          <a:xfrm>
            <a:off x="2760134" y="2362200"/>
            <a:ext cx="1386417" cy="96838"/>
            <a:chOff x="1440" y="3216"/>
            <a:chExt cx="816" cy="48"/>
          </a:xfrm>
        </p:grpSpPr>
        <p:sp>
          <p:nvSpPr>
            <p:cNvPr id="109598" name="Line 8"/>
            <p:cNvSpPr>
              <a:spLocks noChangeShapeType="1"/>
            </p:cNvSpPr>
            <p:nvPr/>
          </p:nvSpPr>
          <p:spPr bwMode="auto">
            <a:xfrm>
              <a:off x="1440" y="3216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9" name="Line 9"/>
            <p:cNvSpPr>
              <a:spLocks noChangeShapeType="1"/>
            </p:cNvSpPr>
            <p:nvPr/>
          </p:nvSpPr>
          <p:spPr bwMode="auto">
            <a:xfrm>
              <a:off x="1440" y="3264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4284133" y="762000"/>
            <a:ext cx="43688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5963" name="Object 11"/>
          <p:cNvGraphicFramePr>
            <a:graphicFrameLocks noChangeAspect="1"/>
          </p:cNvGraphicFramePr>
          <p:nvPr/>
        </p:nvGraphicFramePr>
        <p:xfrm>
          <a:off x="8737600" y="83820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7" name="Equation" r:id="rId8" imgW="952087" imgH="406224" progId="Equation.3">
                  <p:embed/>
                </p:oleObj>
              </mc:Choice>
              <mc:Fallback>
                <p:oleObj name="Equation" r:id="rId8" imgW="95208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600" y="838200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64" name="Group 12"/>
          <p:cNvGrpSpPr>
            <a:grpSpLocks/>
          </p:cNvGrpSpPr>
          <p:nvPr/>
        </p:nvGrpSpPr>
        <p:grpSpPr bwMode="auto">
          <a:xfrm>
            <a:off x="8737600" y="1219200"/>
            <a:ext cx="1337733" cy="838200"/>
            <a:chOff x="4080" y="912"/>
            <a:chExt cx="632" cy="528"/>
          </a:xfrm>
        </p:grpSpPr>
        <p:grpSp>
          <p:nvGrpSpPr>
            <p:cNvPr id="109593" name="Group 13"/>
            <p:cNvGrpSpPr>
              <a:grpSpLocks/>
            </p:cNvGrpSpPr>
            <p:nvPr/>
          </p:nvGrpSpPr>
          <p:grpSpPr bwMode="auto">
            <a:xfrm>
              <a:off x="4080" y="912"/>
              <a:ext cx="432" cy="528"/>
              <a:chOff x="4032" y="2256"/>
              <a:chExt cx="432" cy="240"/>
            </a:xfrm>
          </p:grpSpPr>
          <p:sp>
            <p:nvSpPr>
              <p:cNvPr id="109595" name="Line 14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96" name="Line 15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97" name="Line 16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09594" name="Object 17"/>
            <p:cNvGraphicFramePr>
              <a:graphicFrameLocks noChangeAspect="1"/>
            </p:cNvGraphicFramePr>
            <p:nvPr/>
          </p:nvGraphicFramePr>
          <p:xfrm>
            <a:off x="4512" y="1056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8" name="Equation" r:id="rId10" imgW="317225" imgH="317225" progId="Equation.3">
                    <p:embed/>
                  </p:oleObj>
                </mc:Choice>
                <mc:Fallback>
                  <p:oleObj name="Equation" r:id="rId10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056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5970" name="Rectangle 18"/>
          <p:cNvSpPr>
            <a:spLocks noChangeArrowheads="1"/>
          </p:cNvSpPr>
          <p:nvPr/>
        </p:nvSpPr>
        <p:spPr bwMode="auto">
          <a:xfrm>
            <a:off x="4165600" y="3581400"/>
            <a:ext cx="44704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5971" name="Object 19"/>
          <p:cNvGraphicFramePr>
            <a:graphicFrameLocks noChangeAspect="1"/>
          </p:cNvGraphicFramePr>
          <p:nvPr/>
        </p:nvGraphicFramePr>
        <p:xfrm>
          <a:off x="8737600" y="350520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9" name="Equation" r:id="rId12" imgW="952087" imgH="406224" progId="Equation.3">
                  <p:embed/>
                </p:oleObj>
              </mc:Choice>
              <mc:Fallback>
                <p:oleObj name="Equation" r:id="rId12" imgW="95208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600" y="3505200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72" name="Group 20"/>
          <p:cNvGrpSpPr>
            <a:grpSpLocks/>
          </p:cNvGrpSpPr>
          <p:nvPr/>
        </p:nvGrpSpPr>
        <p:grpSpPr bwMode="auto">
          <a:xfrm>
            <a:off x="8636000" y="3886200"/>
            <a:ext cx="1236133" cy="1447800"/>
            <a:chOff x="4080" y="2448"/>
            <a:chExt cx="584" cy="912"/>
          </a:xfrm>
        </p:grpSpPr>
        <p:grpSp>
          <p:nvGrpSpPr>
            <p:cNvPr id="109588" name="Group 21"/>
            <p:cNvGrpSpPr>
              <a:grpSpLocks/>
            </p:cNvGrpSpPr>
            <p:nvPr/>
          </p:nvGrpSpPr>
          <p:grpSpPr bwMode="auto">
            <a:xfrm>
              <a:off x="4080" y="2448"/>
              <a:ext cx="384" cy="912"/>
              <a:chOff x="4032" y="2256"/>
              <a:chExt cx="432" cy="240"/>
            </a:xfrm>
          </p:grpSpPr>
          <p:sp>
            <p:nvSpPr>
              <p:cNvPr id="109590" name="Line 22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91" name="Line 23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92" name="Line 24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09589" name="Object 25"/>
            <p:cNvGraphicFramePr>
              <a:graphicFrameLocks noChangeAspect="1"/>
            </p:cNvGraphicFramePr>
            <p:nvPr/>
          </p:nvGraphicFramePr>
          <p:xfrm>
            <a:off x="4464" y="288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80" name="Equation" r:id="rId14" imgW="317225" imgH="317225" progId="Equation.3">
                    <p:embed/>
                  </p:oleObj>
                </mc:Choice>
                <mc:Fallback>
                  <p:oleObj name="Equation" r:id="rId14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88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78" name="Object 26"/>
          <p:cNvGraphicFramePr>
            <a:graphicFrameLocks noChangeAspect="1"/>
          </p:cNvGraphicFramePr>
          <p:nvPr/>
        </p:nvGraphicFramePr>
        <p:xfrm>
          <a:off x="1828800" y="4495800"/>
          <a:ext cx="13377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1" name="Equation" r:id="rId15" imgW="1002865" imgH="418918" progId="Equation.3">
                  <p:embed/>
                </p:oleObj>
              </mc:Choice>
              <mc:Fallback>
                <p:oleObj name="Equation" r:id="rId15" imgW="1002865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95800"/>
                        <a:ext cx="13377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9" name="Object 27"/>
          <p:cNvGraphicFramePr>
            <a:graphicFrameLocks noChangeAspect="1"/>
          </p:cNvGraphicFramePr>
          <p:nvPr/>
        </p:nvGraphicFramePr>
        <p:xfrm>
          <a:off x="2743200" y="3581400"/>
          <a:ext cx="125306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2" name="Equation" r:id="rId17" imgW="939392" imgH="406224" progId="Equation.3">
                  <p:embed/>
                </p:oleObj>
              </mc:Choice>
              <mc:Fallback>
                <p:oleObj name="Equation" r:id="rId17" imgW="93939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1400"/>
                        <a:ext cx="125306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80" name="Group 28"/>
          <p:cNvGrpSpPr>
            <a:grpSpLocks/>
          </p:cNvGrpSpPr>
          <p:nvPr/>
        </p:nvGrpSpPr>
        <p:grpSpPr bwMode="auto">
          <a:xfrm>
            <a:off x="3352800" y="4038600"/>
            <a:ext cx="1016000" cy="1828800"/>
            <a:chOff x="1584" y="2544"/>
            <a:chExt cx="480" cy="1152"/>
          </a:xfrm>
        </p:grpSpPr>
        <p:grpSp>
          <p:nvGrpSpPr>
            <p:cNvPr id="109583" name="Group 29"/>
            <p:cNvGrpSpPr>
              <a:grpSpLocks/>
            </p:cNvGrpSpPr>
            <p:nvPr/>
          </p:nvGrpSpPr>
          <p:grpSpPr bwMode="auto">
            <a:xfrm flipH="1">
              <a:off x="1584" y="2544"/>
              <a:ext cx="480" cy="1152"/>
              <a:chOff x="4032" y="2256"/>
              <a:chExt cx="432" cy="240"/>
            </a:xfrm>
          </p:grpSpPr>
          <p:sp>
            <p:nvSpPr>
              <p:cNvPr id="109585" name="Line 30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86" name="Line 31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87" name="Line 32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09584" name="Object 33"/>
            <p:cNvGraphicFramePr>
              <a:graphicFrameLocks noChangeAspect="1"/>
            </p:cNvGraphicFramePr>
            <p:nvPr/>
          </p:nvGraphicFramePr>
          <p:xfrm>
            <a:off x="1584" y="3024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83" name="Equation" r:id="rId19" imgW="317225" imgH="317225" progId="Equation.3">
                    <p:embed/>
                  </p:oleObj>
                </mc:Choice>
                <mc:Fallback>
                  <p:oleObj name="Equation" r:id="rId19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024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2" grpId="0" animBg="1"/>
      <p:bldP spid="12597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1784351" y="4297363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2" name="Equation" r:id="rId4" imgW="1104900" imgH="419100" progId="Equation.3">
                  <p:embed/>
                </p:oleObj>
              </mc:Choice>
              <mc:Fallback>
                <p:oleObj name="Equation" r:id="rId4" imgW="1104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1" y="4297363"/>
                        <a:ext cx="147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79" name="Object 3"/>
          <p:cNvGraphicFramePr>
            <a:graphicFrameLocks noChangeAspect="1"/>
          </p:cNvGraphicFramePr>
          <p:nvPr/>
        </p:nvGraphicFramePr>
        <p:xfrm>
          <a:off x="3454400" y="3505201"/>
          <a:ext cx="4074584" cy="251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3" name="Equation" r:id="rId6" imgW="3733800" imgH="2578100" progId="Equation.3">
                  <p:embed/>
                </p:oleObj>
              </mc:Choice>
              <mc:Fallback>
                <p:oleObj name="Equation" r:id="rId6" imgW="3733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3505201"/>
                        <a:ext cx="4074584" cy="251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980" name="Group 4"/>
          <p:cNvGrpSpPr>
            <a:grpSpLocks/>
          </p:cNvGrpSpPr>
          <p:nvPr/>
        </p:nvGrpSpPr>
        <p:grpSpPr bwMode="auto">
          <a:xfrm>
            <a:off x="1625601" y="4710113"/>
            <a:ext cx="1699684" cy="88900"/>
            <a:chOff x="1440" y="3216"/>
            <a:chExt cx="816" cy="48"/>
          </a:xfrm>
        </p:grpSpPr>
        <p:sp>
          <p:nvSpPr>
            <p:cNvPr id="110614" name="Line 5"/>
            <p:cNvSpPr>
              <a:spLocks noChangeShapeType="1"/>
            </p:cNvSpPr>
            <p:nvPr/>
          </p:nvSpPr>
          <p:spPr bwMode="auto">
            <a:xfrm>
              <a:off x="1440" y="3216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5" name="Line 6"/>
            <p:cNvSpPr>
              <a:spLocks noChangeShapeType="1"/>
            </p:cNvSpPr>
            <p:nvPr/>
          </p:nvSpPr>
          <p:spPr bwMode="auto">
            <a:xfrm>
              <a:off x="1440" y="3264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6983" name="Object 7"/>
          <p:cNvGraphicFramePr>
            <a:graphicFrameLocks noChangeAspect="1"/>
          </p:cNvGraphicFramePr>
          <p:nvPr/>
        </p:nvGraphicFramePr>
        <p:xfrm>
          <a:off x="3352801" y="838201"/>
          <a:ext cx="4273551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4" name="Equation" r:id="rId8" imgW="3467100" imgH="2578100" progId="Equation.3">
                  <p:embed/>
                </p:oleObj>
              </mc:Choice>
              <mc:Fallback>
                <p:oleObj name="Equation" r:id="rId8" imgW="34671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838201"/>
                        <a:ext cx="4273551" cy="252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4" name="Rectangle 8"/>
          <p:cNvSpPr>
            <a:spLocks noChangeArrowheads="1"/>
          </p:cNvSpPr>
          <p:nvPr/>
        </p:nvSpPr>
        <p:spPr bwMode="auto">
          <a:xfrm>
            <a:off x="3556000" y="1295400"/>
            <a:ext cx="46736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6985" name="Rectangle 9"/>
          <p:cNvSpPr>
            <a:spLocks noChangeArrowheads="1"/>
          </p:cNvSpPr>
          <p:nvPr/>
        </p:nvSpPr>
        <p:spPr bwMode="auto">
          <a:xfrm>
            <a:off x="3556000" y="2286000"/>
            <a:ext cx="46736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8229600" y="1752600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6987" name="Rectangle 11"/>
          <p:cNvSpPr>
            <a:spLocks noChangeArrowheads="1"/>
          </p:cNvSpPr>
          <p:nvPr/>
        </p:nvSpPr>
        <p:spPr bwMode="auto">
          <a:xfrm>
            <a:off x="3759200" y="3962400"/>
            <a:ext cx="37592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126988" name="Group 12"/>
          <p:cNvGrpSpPr>
            <a:grpSpLocks/>
          </p:cNvGrpSpPr>
          <p:nvPr/>
        </p:nvGrpSpPr>
        <p:grpSpPr bwMode="auto">
          <a:xfrm>
            <a:off x="7518400" y="4267200"/>
            <a:ext cx="1032933" cy="533400"/>
            <a:chOff x="3504" y="2688"/>
            <a:chExt cx="488" cy="336"/>
          </a:xfrm>
        </p:grpSpPr>
        <p:grpSp>
          <p:nvGrpSpPr>
            <p:cNvPr id="110609" name="Group 13"/>
            <p:cNvGrpSpPr>
              <a:grpSpLocks/>
            </p:cNvGrpSpPr>
            <p:nvPr/>
          </p:nvGrpSpPr>
          <p:grpSpPr bwMode="auto">
            <a:xfrm>
              <a:off x="3504" y="2688"/>
              <a:ext cx="288" cy="336"/>
              <a:chOff x="4032" y="2256"/>
              <a:chExt cx="432" cy="240"/>
            </a:xfrm>
          </p:grpSpPr>
          <p:sp>
            <p:nvSpPr>
              <p:cNvPr id="110611" name="Line 14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0612" name="Line 15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0613" name="Line 16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0610" name="Object 17"/>
            <p:cNvGraphicFramePr>
              <a:graphicFrameLocks noChangeAspect="1"/>
            </p:cNvGraphicFramePr>
            <p:nvPr/>
          </p:nvGraphicFramePr>
          <p:xfrm>
            <a:off x="3792" y="2784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5" name="Equation" r:id="rId10" imgW="317225" imgH="317225" progId="Equation.3">
                    <p:embed/>
                  </p:oleObj>
                </mc:Choice>
                <mc:Fallback>
                  <p:oleObj name="Equation" r:id="rId10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784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0603" name="Group 18"/>
          <p:cNvGrpSpPr>
            <a:grpSpLocks/>
          </p:cNvGrpSpPr>
          <p:nvPr/>
        </p:nvGrpSpPr>
        <p:grpSpPr bwMode="auto">
          <a:xfrm>
            <a:off x="1828801" y="1600200"/>
            <a:ext cx="1536700" cy="919163"/>
            <a:chOff x="960" y="1200"/>
            <a:chExt cx="726" cy="579"/>
          </a:xfrm>
        </p:grpSpPr>
        <p:grpSp>
          <p:nvGrpSpPr>
            <p:cNvPr id="110604" name="Group 19"/>
            <p:cNvGrpSpPr>
              <a:grpSpLocks/>
            </p:cNvGrpSpPr>
            <p:nvPr/>
          </p:nvGrpSpPr>
          <p:grpSpPr bwMode="auto">
            <a:xfrm>
              <a:off x="960" y="1488"/>
              <a:ext cx="631" cy="57"/>
              <a:chOff x="1440" y="3216"/>
              <a:chExt cx="816" cy="48"/>
            </a:xfrm>
          </p:grpSpPr>
          <p:sp>
            <p:nvSpPr>
              <p:cNvPr id="110607" name="Line 20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8" name="Line 21"/>
              <p:cNvSpPr>
                <a:spLocks noChangeShapeType="1"/>
              </p:cNvSpPr>
              <p:nvPr/>
            </p:nvSpPr>
            <p:spPr bwMode="auto">
              <a:xfrm>
                <a:off x="1440" y="326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10605" name="Object 22"/>
            <p:cNvGraphicFramePr>
              <a:graphicFrameLocks noChangeAspect="1"/>
            </p:cNvGraphicFramePr>
            <p:nvPr/>
          </p:nvGraphicFramePr>
          <p:xfrm>
            <a:off x="1008" y="1536"/>
            <a:ext cx="67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6" name="Equation" r:id="rId12" imgW="1206500" imgH="419100" progId="Equation.3">
                    <p:embed/>
                  </p:oleObj>
                </mc:Choice>
                <mc:Fallback>
                  <p:oleObj name="Equation" r:id="rId12" imgW="12065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536"/>
                          <a:ext cx="678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06" name="Object 23"/>
            <p:cNvGraphicFramePr>
              <a:graphicFrameLocks noChangeAspect="1"/>
            </p:cNvGraphicFramePr>
            <p:nvPr/>
          </p:nvGraphicFramePr>
          <p:xfrm>
            <a:off x="1008" y="1200"/>
            <a:ext cx="6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7" name="Equation" r:id="rId14" imgW="1002865" imgH="431613" progId="Equation.3">
                    <p:embed/>
                  </p:oleObj>
                </mc:Choice>
                <mc:Fallback>
                  <p:oleObj name="Equation" r:id="rId14" imgW="1002865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200"/>
                          <a:ext cx="63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4" grpId="0" animBg="1"/>
      <p:bldP spid="126985" grpId="0" animBg="1"/>
      <p:bldP spid="126986" grpId="0" animBg="1"/>
      <p:bldP spid="1269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2" name="Object 2"/>
          <p:cNvGraphicFramePr>
            <a:graphicFrameLocks noChangeAspect="1"/>
          </p:cNvGraphicFramePr>
          <p:nvPr/>
        </p:nvGraphicFramePr>
        <p:xfrm>
          <a:off x="3657601" y="3505200"/>
          <a:ext cx="37465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5" name="Equation" r:id="rId4" imgW="3479800" imgH="2578100" progId="Equation.3">
                  <p:embed/>
                </p:oleObj>
              </mc:Choice>
              <mc:Fallback>
                <p:oleObj name="Equation" r:id="rId4" imgW="3479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505200"/>
                        <a:ext cx="3746500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3" name="Object 3"/>
          <p:cNvGraphicFramePr>
            <a:graphicFrameLocks noChangeAspect="1"/>
          </p:cNvGraphicFramePr>
          <p:nvPr/>
        </p:nvGraphicFramePr>
        <p:xfrm>
          <a:off x="2127251" y="4230688"/>
          <a:ext cx="1200149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6" name="Equation" r:id="rId6" imgW="901309" imgH="431613" progId="Equation.3">
                  <p:embed/>
                </p:oleObj>
              </mc:Choice>
              <mc:Fallback>
                <p:oleObj name="Equation" r:id="rId6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1" y="4230688"/>
                        <a:ext cx="1200149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04" name="Group 4"/>
          <p:cNvGrpSpPr>
            <a:grpSpLocks/>
          </p:cNvGrpSpPr>
          <p:nvPr/>
        </p:nvGrpSpPr>
        <p:grpSpPr bwMode="auto">
          <a:xfrm>
            <a:off x="1866901" y="4691063"/>
            <a:ext cx="1699684" cy="88900"/>
            <a:chOff x="1440" y="3216"/>
            <a:chExt cx="816" cy="48"/>
          </a:xfrm>
        </p:grpSpPr>
        <p:sp>
          <p:nvSpPr>
            <p:cNvPr id="111642" name="Line 5"/>
            <p:cNvSpPr>
              <a:spLocks noChangeShapeType="1"/>
            </p:cNvSpPr>
            <p:nvPr/>
          </p:nvSpPr>
          <p:spPr bwMode="auto">
            <a:xfrm>
              <a:off x="1440" y="3216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3" name="Line 6"/>
            <p:cNvSpPr>
              <a:spLocks noChangeShapeType="1"/>
            </p:cNvSpPr>
            <p:nvPr/>
          </p:nvSpPr>
          <p:spPr bwMode="auto">
            <a:xfrm>
              <a:off x="1440" y="3264"/>
              <a:ext cx="81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8007" name="Object 7"/>
          <p:cNvGraphicFramePr>
            <a:graphicFrameLocks noChangeAspect="1"/>
          </p:cNvGraphicFramePr>
          <p:nvPr/>
        </p:nvGraphicFramePr>
        <p:xfrm>
          <a:off x="3636434" y="914400"/>
          <a:ext cx="4085167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7" name="Equation" r:id="rId8" imgW="3733800" imgH="2578100" progId="Equation.3">
                  <p:embed/>
                </p:oleObj>
              </mc:Choice>
              <mc:Fallback>
                <p:oleObj name="Equation" r:id="rId8" imgW="3733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434" y="914400"/>
                        <a:ext cx="4085167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622" name="Group 8"/>
          <p:cNvGrpSpPr>
            <a:grpSpLocks/>
          </p:cNvGrpSpPr>
          <p:nvPr/>
        </p:nvGrpSpPr>
        <p:grpSpPr bwMode="auto">
          <a:xfrm>
            <a:off x="1828801" y="1658938"/>
            <a:ext cx="1699684" cy="563562"/>
            <a:chOff x="864" y="1045"/>
            <a:chExt cx="803" cy="355"/>
          </a:xfrm>
        </p:grpSpPr>
        <p:graphicFrame>
          <p:nvGraphicFramePr>
            <p:cNvPr id="111638" name="Object 9"/>
            <p:cNvGraphicFramePr>
              <a:graphicFrameLocks noChangeAspect="1"/>
            </p:cNvGraphicFramePr>
            <p:nvPr/>
          </p:nvGraphicFramePr>
          <p:xfrm>
            <a:off x="1016" y="1045"/>
            <a:ext cx="5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8" name="Equation" r:id="rId10" imgW="901309" imgH="431613" progId="Equation.3">
                    <p:embed/>
                  </p:oleObj>
                </mc:Choice>
                <mc:Fallback>
                  <p:oleObj name="Equation" r:id="rId10" imgW="90130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" y="1045"/>
                          <a:ext cx="56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1639" name="Group 10"/>
            <p:cNvGrpSpPr>
              <a:grpSpLocks/>
            </p:cNvGrpSpPr>
            <p:nvPr/>
          </p:nvGrpSpPr>
          <p:grpSpPr bwMode="auto">
            <a:xfrm>
              <a:off x="864" y="1344"/>
              <a:ext cx="803" cy="56"/>
              <a:chOff x="1440" y="3216"/>
              <a:chExt cx="816" cy="48"/>
            </a:xfrm>
          </p:grpSpPr>
          <p:sp>
            <p:nvSpPr>
              <p:cNvPr id="111640" name="Line 11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41" name="Line 12"/>
              <p:cNvSpPr>
                <a:spLocks noChangeShapeType="1"/>
              </p:cNvSpPr>
              <p:nvPr/>
            </p:nvSpPr>
            <p:spPr bwMode="auto">
              <a:xfrm>
                <a:off x="1440" y="326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8013" name="Rectangle 13"/>
          <p:cNvSpPr>
            <a:spLocks noChangeArrowheads="1"/>
          </p:cNvSpPr>
          <p:nvPr/>
        </p:nvSpPr>
        <p:spPr bwMode="auto">
          <a:xfrm>
            <a:off x="3962400" y="1905000"/>
            <a:ext cx="37592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128014" name="Group 14"/>
          <p:cNvGrpSpPr>
            <a:grpSpLocks/>
          </p:cNvGrpSpPr>
          <p:nvPr/>
        </p:nvGrpSpPr>
        <p:grpSpPr bwMode="auto">
          <a:xfrm>
            <a:off x="7721600" y="2133600"/>
            <a:ext cx="1032933" cy="533400"/>
            <a:chOff x="3648" y="1344"/>
            <a:chExt cx="488" cy="336"/>
          </a:xfrm>
        </p:grpSpPr>
        <p:grpSp>
          <p:nvGrpSpPr>
            <p:cNvPr id="111633" name="Group 15"/>
            <p:cNvGrpSpPr>
              <a:grpSpLocks/>
            </p:cNvGrpSpPr>
            <p:nvPr/>
          </p:nvGrpSpPr>
          <p:grpSpPr bwMode="auto">
            <a:xfrm>
              <a:off x="3648" y="1344"/>
              <a:ext cx="288" cy="336"/>
              <a:chOff x="4032" y="2256"/>
              <a:chExt cx="432" cy="240"/>
            </a:xfrm>
          </p:grpSpPr>
          <p:sp>
            <p:nvSpPr>
              <p:cNvPr id="111635" name="Line 16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1636" name="Line 17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1637" name="Line 18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1634" name="Object 19"/>
            <p:cNvGraphicFramePr>
              <a:graphicFrameLocks noChangeAspect="1"/>
            </p:cNvGraphicFramePr>
            <p:nvPr/>
          </p:nvGraphicFramePr>
          <p:xfrm>
            <a:off x="3936" y="144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9" name="Equation" r:id="rId12" imgW="317225" imgH="317225" progId="Equation.3">
                    <p:embed/>
                  </p:oleObj>
                </mc:Choice>
                <mc:Fallback>
                  <p:oleObj name="Equation" r:id="rId12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44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8020" name="Rectangle 20"/>
          <p:cNvSpPr>
            <a:spLocks noChangeArrowheads="1"/>
          </p:cNvSpPr>
          <p:nvPr/>
        </p:nvSpPr>
        <p:spPr bwMode="auto">
          <a:xfrm>
            <a:off x="3962400" y="4572000"/>
            <a:ext cx="34544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8021" name="Object 21"/>
          <p:cNvGraphicFramePr>
            <a:graphicFrameLocks noChangeAspect="1"/>
          </p:cNvGraphicFramePr>
          <p:nvPr/>
        </p:nvGraphicFramePr>
        <p:xfrm>
          <a:off x="7518400" y="457200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0" name="Equation" r:id="rId14" imgW="952087" imgH="406224" progId="Equation.3">
                  <p:embed/>
                </p:oleObj>
              </mc:Choice>
              <mc:Fallback>
                <p:oleObj name="Equation" r:id="rId14" imgW="95208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4572000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22" name="Group 22"/>
          <p:cNvGrpSpPr>
            <a:grpSpLocks/>
          </p:cNvGrpSpPr>
          <p:nvPr/>
        </p:nvGrpSpPr>
        <p:grpSpPr bwMode="auto">
          <a:xfrm>
            <a:off x="7416800" y="5029200"/>
            <a:ext cx="1032933" cy="762000"/>
            <a:chOff x="3504" y="3168"/>
            <a:chExt cx="488" cy="480"/>
          </a:xfrm>
        </p:grpSpPr>
        <p:grpSp>
          <p:nvGrpSpPr>
            <p:cNvPr id="111628" name="Group 23"/>
            <p:cNvGrpSpPr>
              <a:grpSpLocks/>
            </p:cNvGrpSpPr>
            <p:nvPr/>
          </p:nvGrpSpPr>
          <p:grpSpPr bwMode="auto">
            <a:xfrm>
              <a:off x="3504" y="3168"/>
              <a:ext cx="288" cy="480"/>
              <a:chOff x="4032" y="2256"/>
              <a:chExt cx="432" cy="240"/>
            </a:xfrm>
          </p:grpSpPr>
          <p:sp>
            <p:nvSpPr>
              <p:cNvPr id="111630" name="Line 24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1631" name="Line 25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1632" name="Line 26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1629" name="Object 27"/>
            <p:cNvGraphicFramePr>
              <a:graphicFrameLocks noChangeAspect="1"/>
            </p:cNvGraphicFramePr>
            <p:nvPr/>
          </p:nvGraphicFramePr>
          <p:xfrm>
            <a:off x="3792" y="331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1" name="Equation" r:id="rId16" imgW="317225" imgH="317225" progId="Equation.3">
                    <p:embed/>
                  </p:oleObj>
                </mc:Choice>
                <mc:Fallback>
                  <p:oleObj name="Equation" r:id="rId16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312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3" grpId="0" animBg="1"/>
      <p:bldP spid="1280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2"/>
          <p:cNvGraphicFramePr>
            <a:graphicFrameLocks noChangeAspect="1"/>
          </p:cNvGraphicFramePr>
          <p:nvPr/>
        </p:nvGraphicFramePr>
        <p:xfrm>
          <a:off x="3259667" y="3546475"/>
          <a:ext cx="4203700" cy="247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8" name="Equation" r:id="rId4" imgW="3479800" imgH="2578100" progId="Equation.3">
                  <p:embed/>
                </p:oleObj>
              </mc:Choice>
              <mc:Fallback>
                <p:oleObj name="Equation" r:id="rId4" imgW="3479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667" y="3546475"/>
                        <a:ext cx="4203700" cy="247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7471834" y="4572001"/>
          <a:ext cx="289136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9" name="Equation" r:id="rId6" imgW="2616200" imgH="406400" progId="Equation.3">
                  <p:embed/>
                </p:oleObj>
              </mc:Choice>
              <mc:Fallback>
                <p:oleObj name="Equation" r:id="rId6" imgW="2616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1834" y="4572001"/>
                        <a:ext cx="289136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9028" name="Group 4"/>
          <p:cNvGrpSpPr>
            <a:grpSpLocks/>
          </p:cNvGrpSpPr>
          <p:nvPr/>
        </p:nvGrpSpPr>
        <p:grpSpPr bwMode="auto">
          <a:xfrm>
            <a:off x="1384301" y="4295775"/>
            <a:ext cx="1699684" cy="520700"/>
            <a:chOff x="654" y="2706"/>
            <a:chExt cx="803" cy="328"/>
          </a:xfrm>
        </p:grpSpPr>
        <p:graphicFrame>
          <p:nvGraphicFramePr>
            <p:cNvPr id="112661" name="Object 5"/>
            <p:cNvGraphicFramePr>
              <a:graphicFrameLocks noChangeAspect="1"/>
            </p:cNvGraphicFramePr>
            <p:nvPr/>
          </p:nvGraphicFramePr>
          <p:xfrm>
            <a:off x="730" y="2706"/>
            <a:ext cx="6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0" name="Equation" r:id="rId8" imgW="1079032" imgH="431613" progId="Equation.3">
                    <p:embed/>
                  </p:oleObj>
                </mc:Choice>
                <mc:Fallback>
                  <p:oleObj name="Equation" r:id="rId8" imgW="1079032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" y="2706"/>
                          <a:ext cx="68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662" name="Group 6"/>
            <p:cNvGrpSpPr>
              <a:grpSpLocks/>
            </p:cNvGrpSpPr>
            <p:nvPr/>
          </p:nvGrpSpPr>
          <p:grpSpPr bwMode="auto">
            <a:xfrm>
              <a:off x="654" y="2978"/>
              <a:ext cx="803" cy="56"/>
              <a:chOff x="1440" y="3216"/>
              <a:chExt cx="816" cy="48"/>
            </a:xfrm>
          </p:grpSpPr>
          <p:sp>
            <p:nvSpPr>
              <p:cNvPr id="112663" name="Line 7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4" name="Line 8"/>
              <p:cNvSpPr>
                <a:spLocks noChangeShapeType="1"/>
              </p:cNvSpPr>
              <p:nvPr/>
            </p:nvSpPr>
            <p:spPr bwMode="auto">
              <a:xfrm>
                <a:off x="1440" y="326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29033" name="Object 9"/>
          <p:cNvGraphicFramePr>
            <a:graphicFrameLocks noChangeAspect="1"/>
          </p:cNvGraphicFramePr>
          <p:nvPr/>
        </p:nvGraphicFramePr>
        <p:xfrm>
          <a:off x="10551584" y="4589464"/>
          <a:ext cx="827616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1" name="Equation" r:id="rId10" imgW="748975" imgH="317362" progId="Equation.3">
                  <p:embed/>
                </p:oleObj>
              </mc:Choice>
              <mc:Fallback>
                <p:oleObj name="Equation" r:id="rId10" imgW="748975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1584" y="4589464"/>
                        <a:ext cx="827616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4" name="Object 10"/>
          <p:cNvGraphicFramePr>
            <a:graphicFrameLocks noChangeAspect="1"/>
          </p:cNvGraphicFramePr>
          <p:nvPr/>
        </p:nvGraphicFramePr>
        <p:xfrm>
          <a:off x="3416301" y="914400"/>
          <a:ext cx="37973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2" name="Equation" r:id="rId12" imgW="3479800" imgH="2578100" progId="Equation.3">
                  <p:embed/>
                </p:oleObj>
              </mc:Choice>
              <mc:Fallback>
                <p:oleObj name="Equation" r:id="rId12" imgW="3479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914400"/>
                        <a:ext cx="3797300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47" name="Group 11"/>
          <p:cNvGrpSpPr>
            <a:grpSpLocks/>
          </p:cNvGrpSpPr>
          <p:nvPr/>
        </p:nvGrpSpPr>
        <p:grpSpPr bwMode="auto">
          <a:xfrm>
            <a:off x="1524001" y="1752601"/>
            <a:ext cx="1699684" cy="500063"/>
            <a:chOff x="720" y="1104"/>
            <a:chExt cx="803" cy="315"/>
          </a:xfrm>
        </p:grpSpPr>
        <p:graphicFrame>
          <p:nvGraphicFramePr>
            <p:cNvPr id="112657" name="Object 12"/>
            <p:cNvGraphicFramePr>
              <a:graphicFrameLocks noChangeAspect="1"/>
            </p:cNvGraphicFramePr>
            <p:nvPr/>
          </p:nvGraphicFramePr>
          <p:xfrm>
            <a:off x="830" y="1104"/>
            <a:ext cx="61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3" name="Equation" r:id="rId14" imgW="1079032" imgH="431613" progId="Equation.3">
                    <p:embed/>
                  </p:oleObj>
                </mc:Choice>
                <mc:Fallback>
                  <p:oleObj name="Equation" r:id="rId14" imgW="1079032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" y="1104"/>
                          <a:ext cx="61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658" name="Group 13"/>
            <p:cNvGrpSpPr>
              <a:grpSpLocks/>
            </p:cNvGrpSpPr>
            <p:nvPr/>
          </p:nvGrpSpPr>
          <p:grpSpPr bwMode="auto">
            <a:xfrm>
              <a:off x="720" y="1363"/>
              <a:ext cx="803" cy="56"/>
              <a:chOff x="1440" y="3216"/>
              <a:chExt cx="816" cy="48"/>
            </a:xfrm>
          </p:grpSpPr>
          <p:sp>
            <p:nvSpPr>
              <p:cNvPr id="112659" name="Line 14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0" name="Line 15"/>
              <p:cNvSpPr>
                <a:spLocks noChangeShapeType="1"/>
              </p:cNvSpPr>
              <p:nvPr/>
            </p:nvSpPr>
            <p:spPr bwMode="auto">
              <a:xfrm>
                <a:off x="1440" y="326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9040" name="Rectangle 16"/>
          <p:cNvSpPr>
            <a:spLocks noChangeArrowheads="1"/>
          </p:cNvSpPr>
          <p:nvPr/>
        </p:nvSpPr>
        <p:spPr bwMode="auto">
          <a:xfrm>
            <a:off x="3759200" y="2438400"/>
            <a:ext cx="34544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29041" name="Object 17"/>
          <p:cNvGraphicFramePr>
            <a:graphicFrameLocks noChangeAspect="1"/>
          </p:cNvGraphicFramePr>
          <p:nvPr/>
        </p:nvGraphicFramePr>
        <p:xfrm>
          <a:off x="7416800" y="2514600"/>
          <a:ext cx="57573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4" name="Equation" r:id="rId16" imgW="431613" imgH="304668" progId="Equation.3">
                  <p:embed/>
                </p:oleObj>
              </mc:Choice>
              <mc:Fallback>
                <p:oleObj name="Equation" r:id="rId16" imgW="43161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2514600"/>
                        <a:ext cx="57573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9042" name="Group 18"/>
          <p:cNvGrpSpPr>
            <a:grpSpLocks/>
          </p:cNvGrpSpPr>
          <p:nvPr/>
        </p:nvGrpSpPr>
        <p:grpSpPr bwMode="auto">
          <a:xfrm>
            <a:off x="7213600" y="2895600"/>
            <a:ext cx="1540933" cy="381000"/>
            <a:chOff x="3408" y="1824"/>
            <a:chExt cx="728" cy="240"/>
          </a:xfrm>
        </p:grpSpPr>
        <p:grpSp>
          <p:nvGrpSpPr>
            <p:cNvPr id="112652" name="Group 19"/>
            <p:cNvGrpSpPr>
              <a:grpSpLocks/>
            </p:cNvGrpSpPr>
            <p:nvPr/>
          </p:nvGrpSpPr>
          <p:grpSpPr bwMode="auto">
            <a:xfrm>
              <a:off x="3408" y="1824"/>
              <a:ext cx="528" cy="240"/>
              <a:chOff x="4032" y="2256"/>
              <a:chExt cx="432" cy="240"/>
            </a:xfrm>
          </p:grpSpPr>
          <p:sp>
            <p:nvSpPr>
              <p:cNvPr id="112654" name="Line 20"/>
              <p:cNvSpPr>
                <a:spLocks noChangeShapeType="1"/>
              </p:cNvSpPr>
              <p:nvPr/>
            </p:nvSpPr>
            <p:spPr bwMode="auto">
              <a:xfrm>
                <a:off x="4032" y="2256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655" name="Line 21"/>
              <p:cNvSpPr>
                <a:spLocks noChangeShapeType="1"/>
              </p:cNvSpPr>
              <p:nvPr/>
            </p:nvSpPr>
            <p:spPr bwMode="auto">
              <a:xfrm>
                <a:off x="4464" y="225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656" name="Line 22"/>
              <p:cNvSpPr>
                <a:spLocks noChangeShapeType="1"/>
              </p:cNvSpPr>
              <p:nvPr/>
            </p:nvSpPr>
            <p:spPr bwMode="auto">
              <a:xfrm flipH="1">
                <a:off x="4128" y="249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2653" name="Object 23"/>
            <p:cNvGraphicFramePr>
              <a:graphicFrameLocks noChangeAspect="1"/>
            </p:cNvGraphicFramePr>
            <p:nvPr/>
          </p:nvGraphicFramePr>
          <p:xfrm>
            <a:off x="3936" y="1824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" name="Equation" r:id="rId18" imgW="317225" imgH="317225" progId="Equation.3">
                    <p:embed/>
                  </p:oleObj>
                </mc:Choice>
                <mc:Fallback>
                  <p:oleObj name="Equation" r:id="rId18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824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048" name="Line 24"/>
          <p:cNvSpPr>
            <a:spLocks noChangeShapeType="1"/>
          </p:cNvSpPr>
          <p:nvPr/>
        </p:nvSpPr>
        <p:spPr bwMode="auto">
          <a:xfrm>
            <a:off x="3860800" y="3733800"/>
            <a:ext cx="3454400" cy="23622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0" grpId="0" animBg="1"/>
      <p:bldP spid="1290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6" name="Group 2"/>
          <p:cNvGrpSpPr>
            <a:grpSpLocks/>
          </p:cNvGrpSpPr>
          <p:nvPr/>
        </p:nvGrpSpPr>
        <p:grpSpPr bwMode="auto">
          <a:xfrm>
            <a:off x="1016000" y="1676403"/>
            <a:ext cx="3517900" cy="523876"/>
            <a:chOff x="480" y="1056"/>
            <a:chExt cx="1662" cy="330"/>
          </a:xfrm>
        </p:grpSpPr>
        <p:sp>
          <p:nvSpPr>
            <p:cNvPr id="113674" name="Rectangle 3"/>
            <p:cNvSpPr>
              <a:spLocks noChangeArrowheads="1"/>
            </p:cNvSpPr>
            <p:nvPr/>
          </p:nvSpPr>
          <p:spPr bwMode="auto">
            <a:xfrm>
              <a:off x="480" y="1056"/>
              <a:ext cx="166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ea typeface="黑体" pitchFamily="2" charset="-122"/>
                </a:rPr>
                <a:t>例</a:t>
              </a:r>
              <a:r>
                <a:rPr lang="en-US" altLang="zh-CN" sz="2800" b="1" dirty="0" smtClean="0"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800" b="1" dirty="0" smtClean="0"/>
                <a:t>   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计算    </a:t>
              </a:r>
              <a:r>
                <a:rPr lang="zh-CN" altLang="en-US" sz="2800" b="1" dirty="0" smtClean="0">
                  <a:solidFill>
                    <a:schemeClr val="tx2"/>
                  </a:solidFill>
                </a:rPr>
                <a:t>阶行列式</a:t>
              </a:r>
              <a:endParaRPr lang="zh-CN" altLang="en-US" sz="2800" b="1" dirty="0">
                <a:solidFill>
                  <a:schemeClr val="tx2"/>
                </a:solidFill>
              </a:endParaRPr>
            </a:p>
          </p:txBody>
        </p:sp>
        <p:graphicFrame>
          <p:nvGraphicFramePr>
            <p:cNvPr id="11367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051486"/>
                </p:ext>
              </p:extLst>
            </p:nvPr>
          </p:nvGraphicFramePr>
          <p:xfrm>
            <a:off x="1235" y="1132"/>
            <a:ext cx="151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55" name="公式" r:id="rId4" imgW="241195" imgH="253890" progId="Equation.3">
                    <p:embed/>
                  </p:oleObj>
                </mc:Choice>
                <mc:Fallback>
                  <p:oleObj name="公式" r:id="rId4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" y="1132"/>
                          <a:ext cx="151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6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034169"/>
              </p:ext>
            </p:extLst>
          </p:nvPr>
        </p:nvGraphicFramePr>
        <p:xfrm>
          <a:off x="4533900" y="682094"/>
          <a:ext cx="4651601" cy="2512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6" name="Equation" r:id="rId6" imgW="1587240" imgH="1143000" progId="Equation.DSMT4">
                  <p:embed/>
                </p:oleObj>
              </mc:Choice>
              <mc:Fallback>
                <p:oleObj name="Equation" r:id="rId6" imgW="158724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682094"/>
                        <a:ext cx="4651601" cy="2512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1016001" y="3124201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  <p:graphicFrame>
        <p:nvGraphicFramePr>
          <p:cNvPr id="130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671498"/>
              </p:ext>
            </p:extLst>
          </p:nvPr>
        </p:nvGraphicFramePr>
        <p:xfrm>
          <a:off x="3183919" y="3991428"/>
          <a:ext cx="6695017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7" name="Equation" r:id="rId8" imgW="4330700" imgH="2578100" progId="Equation.3">
                  <p:embed/>
                </p:oleObj>
              </mc:Choice>
              <mc:Fallback>
                <p:oleObj name="Equation" r:id="rId8" imgW="43307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919" y="3991428"/>
                        <a:ext cx="6695017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6" name="Object 8"/>
          <p:cNvGraphicFramePr>
            <a:graphicFrameLocks noChangeAspect="1"/>
          </p:cNvGraphicFramePr>
          <p:nvPr/>
        </p:nvGraphicFramePr>
        <p:xfrm>
          <a:off x="2336800" y="4724400"/>
          <a:ext cx="82973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8" name="Equation" r:id="rId10" imgW="622030" imgH="291973" progId="Equation.3">
                  <p:embed/>
                </p:oleObj>
              </mc:Choice>
              <mc:Fallback>
                <p:oleObj name="Equation" r:id="rId10" imgW="622030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4724400"/>
                        <a:ext cx="82973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057" name="Group 9"/>
          <p:cNvGrpSpPr>
            <a:grpSpLocks/>
          </p:cNvGrpSpPr>
          <p:nvPr/>
        </p:nvGrpSpPr>
        <p:grpSpPr bwMode="auto">
          <a:xfrm>
            <a:off x="1929795" y="3201560"/>
            <a:ext cx="7112000" cy="519113"/>
            <a:chOff x="1234" y="2005"/>
            <a:chExt cx="3360" cy="327"/>
          </a:xfrm>
        </p:grpSpPr>
        <p:sp>
          <p:nvSpPr>
            <p:cNvPr id="113672" name="Text Box 10"/>
            <p:cNvSpPr txBox="1">
              <a:spLocks noChangeArrowheads="1"/>
            </p:cNvSpPr>
            <p:nvPr/>
          </p:nvSpPr>
          <p:spPr bwMode="auto">
            <a:xfrm>
              <a:off x="1234" y="2005"/>
              <a:ext cx="33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将第               </a:t>
              </a:r>
              <a:r>
                <a:rPr lang="zh-CN" altLang="en-US" sz="2800" b="1" dirty="0" smtClean="0">
                  <a:solidFill>
                    <a:schemeClr val="tx2"/>
                  </a:solidFill>
                </a:rPr>
                <a:t>    列都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加到</a:t>
              </a:r>
              <a:r>
                <a:rPr lang="zh-CN" altLang="en-US" sz="2800" b="1" dirty="0" smtClean="0">
                  <a:solidFill>
                    <a:schemeClr val="tx2"/>
                  </a:solidFill>
                </a:rPr>
                <a:t>第</a:t>
              </a:r>
              <a:r>
                <a:rPr lang="en-US" altLang="zh-CN" sz="2800" b="1" dirty="0" smtClean="0">
                  <a:solidFill>
                    <a:schemeClr val="tx2"/>
                  </a:solidFill>
                </a:rPr>
                <a:t>1</a:t>
              </a:r>
              <a:r>
                <a:rPr lang="zh-CN" altLang="en-US" sz="2800" b="1" dirty="0" smtClean="0">
                  <a:solidFill>
                    <a:schemeClr val="tx2"/>
                  </a:solidFill>
                </a:rPr>
                <a:t>列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得</a:t>
              </a:r>
            </a:p>
          </p:txBody>
        </p:sp>
        <p:graphicFrame>
          <p:nvGraphicFramePr>
            <p:cNvPr id="11367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866088"/>
                </p:ext>
              </p:extLst>
            </p:nvPr>
          </p:nvGraphicFramePr>
          <p:xfrm>
            <a:off x="1576" y="2052"/>
            <a:ext cx="79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59" name="Equation" r:id="rId12" imgW="1257300" imgH="368300" progId="Equation.3">
                    <p:embed/>
                  </p:oleObj>
                </mc:Choice>
                <mc:Fallback>
                  <p:oleObj name="Equation" r:id="rId12" imgW="1257300" imgH="368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2052"/>
                          <a:ext cx="79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/>
          <p:cNvSpPr txBox="1"/>
          <p:nvPr/>
        </p:nvSpPr>
        <p:spPr>
          <a:xfrm>
            <a:off x="577471" y="146539"/>
            <a:ext cx="8218186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行（列）和相同的行列式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061433"/>
              </p:ext>
            </p:extLst>
          </p:nvPr>
        </p:nvGraphicFramePr>
        <p:xfrm>
          <a:off x="1422401" y="377371"/>
          <a:ext cx="6500284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9" name="Equation" r:id="rId4" imgW="5232400" imgH="2578100" progId="Equation.3">
                  <p:embed/>
                </p:oleObj>
              </mc:Choice>
              <mc:Fallback>
                <p:oleObj name="Equation" r:id="rId4" imgW="52324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1" y="377371"/>
                        <a:ext cx="6500284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075" name="Group 3"/>
          <p:cNvGrpSpPr>
            <a:grpSpLocks/>
          </p:cNvGrpSpPr>
          <p:nvPr/>
        </p:nvGrpSpPr>
        <p:grpSpPr bwMode="auto">
          <a:xfrm>
            <a:off x="1492251" y="2943678"/>
            <a:ext cx="5954183" cy="2578100"/>
            <a:chOff x="657" y="2220"/>
            <a:chExt cx="2813" cy="1624"/>
          </a:xfrm>
        </p:grpSpPr>
        <p:graphicFrame>
          <p:nvGraphicFramePr>
            <p:cNvPr id="114693" name="Object 4"/>
            <p:cNvGraphicFramePr>
              <a:graphicFrameLocks noChangeAspect="1"/>
            </p:cNvGraphicFramePr>
            <p:nvPr/>
          </p:nvGraphicFramePr>
          <p:xfrm>
            <a:off x="657" y="2220"/>
            <a:ext cx="2813" cy="1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80" name="Equation" r:id="rId6" imgW="6362700" imgH="2578100" progId="Equation.3">
                    <p:embed/>
                  </p:oleObj>
                </mc:Choice>
                <mc:Fallback>
                  <p:oleObj name="Equation" r:id="rId6" imgW="6362700" imgH="2578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220"/>
                          <a:ext cx="2813" cy="1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694" name="Object 5"/>
            <p:cNvGraphicFramePr>
              <a:graphicFrameLocks noChangeAspect="1"/>
            </p:cNvGraphicFramePr>
            <p:nvPr/>
          </p:nvGraphicFramePr>
          <p:xfrm>
            <a:off x="3024" y="2729"/>
            <a:ext cx="38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81" name="公式" r:id="rId8" imgW="215806" imgH="330057" progId="Equation.3">
                    <p:embed/>
                  </p:oleObj>
                </mc:Choice>
                <mc:Fallback>
                  <p:oleObj name="公式" r:id="rId8" imgW="215806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729"/>
                          <a:ext cx="38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695" name="Object 6"/>
            <p:cNvGraphicFramePr>
              <a:graphicFrameLocks noChangeAspect="1"/>
            </p:cNvGraphicFramePr>
            <p:nvPr/>
          </p:nvGraphicFramePr>
          <p:xfrm>
            <a:off x="1920" y="3264"/>
            <a:ext cx="407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82" name="Equation" r:id="rId10" imgW="203024" imgH="317225" progId="Equation.3">
                    <p:embed/>
                  </p:oleObj>
                </mc:Choice>
                <mc:Fallback>
                  <p:oleObj name="Equation" r:id="rId10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264"/>
                          <a:ext cx="407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1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685676"/>
              </p:ext>
            </p:extLst>
          </p:nvPr>
        </p:nvGraphicFramePr>
        <p:xfrm>
          <a:off x="7486953" y="4040642"/>
          <a:ext cx="3829051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3" name="Equation" r:id="rId12" imgW="3568700" imgH="469900" progId="Equation.3">
                  <p:embed/>
                </p:oleObj>
              </mc:Choice>
              <mc:Fallback>
                <p:oleObj name="Equation" r:id="rId12" imgW="3568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953" y="4040642"/>
                        <a:ext cx="3829051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11223"/>
              </p:ext>
            </p:extLst>
          </p:nvPr>
        </p:nvGraphicFramePr>
        <p:xfrm>
          <a:off x="1323292" y="1601335"/>
          <a:ext cx="5394325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4" name="Equation" r:id="rId4" imgW="1155600" imgH="914400" progId="Equation.DSMT4">
                  <p:embed/>
                </p:oleObj>
              </mc:Choice>
              <mc:Fallback>
                <p:oleObj name="Equation" r:id="rId4" imgW="11556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292" y="1601335"/>
                        <a:ext cx="5394325" cy="343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27312" y="577777"/>
            <a:ext cx="6386287" cy="7078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课堂练习：计算下列行列式</a:t>
            </a:r>
          </a:p>
        </p:txBody>
      </p:sp>
    </p:spTree>
    <p:extLst>
      <p:ext uri="{BB962C8B-B14F-4D97-AF65-F5344CB8AC3E}">
        <p14:creationId xmlns:p14="http://schemas.microsoft.com/office/powerpoint/2010/main" val="1657434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740229" y="394176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证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2336800" y="3962401"/>
            <a:ext cx="406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用数学归纳法</a:t>
            </a:r>
          </a:p>
        </p:txBody>
      </p:sp>
      <p:graphicFrame>
        <p:nvGraphicFramePr>
          <p:cNvPr id="154628" name="Object 4"/>
          <p:cNvGraphicFramePr>
            <a:graphicFrameLocks noChangeAspect="1"/>
          </p:cNvGraphicFramePr>
          <p:nvPr/>
        </p:nvGraphicFramePr>
        <p:xfrm>
          <a:off x="1784351" y="4564063"/>
          <a:ext cx="342053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2" name="Equation" r:id="rId4" imgW="2565400" imgH="977900" progId="Equation.3">
                  <p:embed/>
                </p:oleObj>
              </mc:Choice>
              <mc:Fallback>
                <p:oleObj name="Equation" r:id="rId4" imgW="25654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1" y="4564063"/>
                        <a:ext cx="342053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9" name="Object 5"/>
          <p:cNvGraphicFramePr>
            <a:graphicFrameLocks noChangeAspect="1"/>
          </p:cNvGraphicFramePr>
          <p:nvPr/>
        </p:nvGraphicFramePr>
        <p:xfrm>
          <a:off x="5340351" y="4873625"/>
          <a:ext cx="18457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3" name="Equation" r:id="rId6" imgW="1384300" imgH="419100" progId="Equation.3">
                  <p:embed/>
                </p:oleObj>
              </mc:Choice>
              <mc:Fallback>
                <p:oleObj name="Equation" r:id="rId6" imgW="1384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1" y="4873625"/>
                        <a:ext cx="18457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7399867" y="4852988"/>
          <a:ext cx="296333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4" name="Equation" r:id="rId8" imgW="2387600" imgH="762000" progId="Equation.3">
                  <p:embed/>
                </p:oleObj>
              </mc:Choice>
              <mc:Fallback>
                <p:oleObj name="Equation" r:id="rId8" imgW="2387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9867" y="4852988"/>
                        <a:ext cx="2963333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1735667" y="5680075"/>
          <a:ext cx="558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5" name="Equation" r:id="rId10" imgW="4191000" imgH="431800" progId="Equation.3">
                  <p:embed/>
                </p:oleObj>
              </mc:Choice>
              <mc:Fallback>
                <p:oleObj name="Equation" r:id="rId10" imgW="4191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667" y="5680075"/>
                        <a:ext cx="558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48" name="Group 8"/>
          <p:cNvGrpSpPr>
            <a:grpSpLocks/>
          </p:cNvGrpSpPr>
          <p:nvPr/>
        </p:nvGrpSpPr>
        <p:grpSpPr bwMode="auto">
          <a:xfrm>
            <a:off x="420916" y="879476"/>
            <a:ext cx="10054167" cy="3082925"/>
            <a:chOff x="576" y="489"/>
            <a:chExt cx="4750" cy="1942"/>
          </a:xfrm>
        </p:grpSpPr>
        <p:sp>
          <p:nvSpPr>
            <p:cNvPr id="138249" name="Text Box 9"/>
            <p:cNvSpPr txBox="1">
              <a:spLocks noChangeArrowheads="1"/>
            </p:cNvSpPr>
            <p:nvPr/>
          </p:nvSpPr>
          <p:spPr bwMode="auto">
            <a:xfrm>
              <a:off x="576" y="48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ea typeface="黑体" pitchFamily="2" charset="-122"/>
                </a:rPr>
                <a:t>例</a:t>
              </a:r>
              <a:r>
                <a:rPr lang="en-US" altLang="zh-CN" sz="2800" b="1" dirty="0" smtClean="0">
                  <a:ea typeface="黑体" pitchFamily="2" charset="-122"/>
                </a:rPr>
                <a:t>4</a:t>
              </a:r>
              <a:endParaRPr lang="en-US" altLang="zh-CN" sz="2800" b="1" dirty="0">
                <a:ea typeface="黑体" pitchFamily="2" charset="-122"/>
              </a:endParaRPr>
            </a:p>
          </p:txBody>
        </p:sp>
        <p:sp>
          <p:nvSpPr>
            <p:cNvPr id="138250" name="Text Box 10"/>
            <p:cNvSpPr txBox="1">
              <a:spLocks noChangeArrowheads="1"/>
            </p:cNvSpPr>
            <p:nvPr/>
          </p:nvSpPr>
          <p:spPr bwMode="auto">
            <a:xfrm>
              <a:off x="960" y="503"/>
              <a:ext cx="38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证明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范德蒙</a:t>
              </a:r>
              <a:r>
                <a:rPr lang="en-US" altLang="zh-CN" sz="2800" b="1" dirty="0" smtClean="0">
                  <a:solidFill>
                    <a:srgbClr val="FF0000"/>
                  </a:solidFill>
                </a:rPr>
                <a:t>(</a:t>
              </a:r>
              <a:r>
                <a:rPr lang="en-US" altLang="zh-CN" sz="2800" b="1" dirty="0" err="1">
                  <a:solidFill>
                    <a:srgbClr val="FF0000"/>
                  </a:solidFill>
                </a:rPr>
                <a:t>Vandermonde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)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行列式</a:t>
              </a:r>
            </a:p>
          </p:txBody>
        </p:sp>
        <p:graphicFrame>
          <p:nvGraphicFramePr>
            <p:cNvPr id="138251" name="Object 11"/>
            <p:cNvGraphicFramePr>
              <a:graphicFrameLocks noChangeAspect="1"/>
            </p:cNvGraphicFramePr>
            <p:nvPr/>
          </p:nvGraphicFramePr>
          <p:xfrm>
            <a:off x="920" y="912"/>
            <a:ext cx="3880" cy="1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6" name="Equation" r:id="rId12" imgW="6616700" imgH="2590800" progId="Equation.3">
                    <p:embed/>
                  </p:oleObj>
                </mc:Choice>
                <mc:Fallback>
                  <p:oleObj name="Equation" r:id="rId12" imgW="6616700" imgH="2590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912"/>
                          <a:ext cx="3880" cy="1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52" name="Object 12"/>
            <p:cNvGraphicFramePr>
              <a:graphicFrameLocks noChangeAspect="1"/>
            </p:cNvGraphicFramePr>
            <p:nvPr/>
          </p:nvGraphicFramePr>
          <p:xfrm>
            <a:off x="5062" y="1562"/>
            <a:ext cx="2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7" name="Equation" r:id="rId14" imgW="418918" imgH="393529" progId="Equation.3">
                    <p:embed/>
                  </p:oleObj>
                </mc:Choice>
                <mc:Fallback>
                  <p:oleObj name="Equation" r:id="rId14" imgW="418918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2" y="1562"/>
                          <a:ext cx="26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/>
          <p:nvPr/>
        </p:nvSpPr>
        <p:spPr>
          <a:xfrm>
            <a:off x="577471" y="117510"/>
            <a:ext cx="6650643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范德蒙</a:t>
            </a:r>
            <a:r>
              <a:rPr lang="en-US" altLang="zh-CN" sz="3200" b="1" dirty="0">
                <a:solidFill>
                  <a:schemeClr val="bg1"/>
                </a:solidFill>
              </a:rPr>
              <a:t>(</a:t>
            </a:r>
            <a:r>
              <a:rPr lang="en-US" altLang="zh-CN" sz="3200" b="1" dirty="0" err="1">
                <a:solidFill>
                  <a:schemeClr val="bg1"/>
                </a:solidFill>
              </a:rPr>
              <a:t>Vandermonde</a:t>
            </a:r>
            <a:r>
              <a:rPr lang="en-US" altLang="zh-CN" sz="3200" b="1" dirty="0">
                <a:solidFill>
                  <a:schemeClr val="bg1"/>
                </a:solidFill>
              </a:rPr>
              <a:t>)</a:t>
            </a:r>
            <a:r>
              <a:rPr lang="zh-CN" altLang="en-US" sz="3200" b="1" dirty="0">
                <a:solidFill>
                  <a:schemeClr val="bg1"/>
                </a:solidFill>
              </a:rPr>
              <a:t>行列式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2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617690"/>
              </p:ext>
            </p:extLst>
          </p:nvPr>
        </p:nvGraphicFramePr>
        <p:xfrm>
          <a:off x="849766" y="751583"/>
          <a:ext cx="10134996" cy="59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4" imgW="2743200" imgH="215640" progId="Equation.DSMT4">
                  <p:embed/>
                </p:oleObj>
              </mc:Choice>
              <mc:Fallback>
                <p:oleObj name="Equation" r:id="rId4" imgW="2743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766" y="751583"/>
                        <a:ext cx="10134996" cy="59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1" name="Object 3"/>
          <p:cNvGraphicFramePr>
            <a:graphicFrameLocks noChangeAspect="1"/>
          </p:cNvGraphicFramePr>
          <p:nvPr/>
        </p:nvGraphicFramePr>
        <p:xfrm>
          <a:off x="1219201" y="1676400"/>
          <a:ext cx="1027641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0" name="Equation" r:id="rId6" imgW="8280400" imgH="3136900" progId="Equation.3">
                  <p:embed/>
                </p:oleObj>
              </mc:Choice>
              <mc:Fallback>
                <p:oleObj name="Equation" r:id="rId6" imgW="8280400" imgH="313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1676400"/>
                        <a:ext cx="10276417" cy="291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699641"/>
              </p:ext>
            </p:extLst>
          </p:nvPr>
        </p:nvGraphicFramePr>
        <p:xfrm>
          <a:off x="1149350" y="5014913"/>
          <a:ext cx="107807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1" name="Equation" r:id="rId8" imgW="7531100" imgH="952500" progId="Equation.DSMT4">
                  <p:embed/>
                </p:oleObj>
              </mc:Choice>
              <mc:Fallback>
                <p:oleObj name="Equation" r:id="rId8" imgW="75311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5014913"/>
                        <a:ext cx="107807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674" name="Object 2"/>
          <p:cNvGraphicFramePr>
            <a:graphicFrameLocks noChangeAspect="1"/>
          </p:cNvGraphicFramePr>
          <p:nvPr/>
        </p:nvGraphicFramePr>
        <p:xfrm>
          <a:off x="1219200" y="3962401"/>
          <a:ext cx="9679517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3" name="Equation" r:id="rId4" imgW="7797800" imgH="762000" progId="Equation.3">
                  <p:embed/>
                </p:oleObj>
              </mc:Choice>
              <mc:Fallback>
                <p:oleObj name="Equation" r:id="rId4" imgW="7797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62401"/>
                        <a:ext cx="9679517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5" name="Object 3"/>
          <p:cNvGraphicFramePr>
            <a:graphicFrameLocks noChangeAspect="1"/>
          </p:cNvGraphicFramePr>
          <p:nvPr/>
        </p:nvGraphicFramePr>
        <p:xfrm>
          <a:off x="2743200" y="5029201"/>
          <a:ext cx="2965451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4" name="Equation" r:id="rId6" imgW="2387600" imgH="762000" progId="Equation.3">
                  <p:embed/>
                </p:oleObj>
              </mc:Choice>
              <mc:Fallback>
                <p:oleObj name="Equation" r:id="rId6" imgW="2387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029201"/>
                        <a:ext cx="2965451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1219200" y="1066801"/>
          <a:ext cx="10039351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5" name="Equation" r:id="rId8" imgW="8089900" imgH="2057400" progId="Equation.3">
                  <p:embed/>
                </p:oleObj>
              </mc:Choice>
              <mc:Fallback>
                <p:oleObj name="Equation" r:id="rId8" imgW="808990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066801"/>
                        <a:ext cx="10039351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" name="AutoShape 5"/>
          <p:cNvSpPr>
            <a:spLocks noChangeArrowheads="1"/>
          </p:cNvSpPr>
          <p:nvPr/>
        </p:nvSpPr>
        <p:spPr bwMode="auto">
          <a:xfrm>
            <a:off x="1219200" y="2895600"/>
            <a:ext cx="5486400" cy="609600"/>
          </a:xfrm>
          <a:prstGeom prst="wedgeRoundRectCallout">
            <a:avLst>
              <a:gd name="adj1" fmla="val 59875"/>
              <a:gd name="adj2" fmla="val -113542"/>
              <a:gd name="adj3" fmla="val 16667"/>
            </a:avLst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>
                <a:solidFill>
                  <a:schemeClr val="tx2"/>
                </a:solidFill>
              </a:rPr>
              <a:t> n-</a:t>
            </a:r>
            <a:r>
              <a:rPr lang="en-US" altLang="zh-CN" sz="2800" b="1">
                <a:solidFill>
                  <a:schemeClr val="tx2"/>
                </a:solidFill>
              </a:rPr>
              <a:t>1</a:t>
            </a:r>
            <a:r>
              <a:rPr lang="zh-CN" altLang="en-US" sz="2800" b="1">
                <a:solidFill>
                  <a:schemeClr val="tx2"/>
                </a:solidFill>
              </a:rPr>
              <a:t>阶范德蒙德行列式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5"/>
          <p:cNvSpPr txBox="1">
            <a:spLocks noChangeArrowheads="1"/>
          </p:cNvSpPr>
          <p:nvPr/>
        </p:nvSpPr>
        <p:spPr bwMode="auto">
          <a:xfrm>
            <a:off x="814918" y="1439864"/>
            <a:ext cx="4705349" cy="64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chemeClr val="accent2"/>
                </a:solidFill>
              </a:rPr>
              <a:t>例</a:t>
            </a:r>
            <a:r>
              <a:rPr lang="en-US" altLang="zh-CN" dirty="0" smtClean="0">
                <a:solidFill>
                  <a:schemeClr val="accent2"/>
                </a:solidFill>
              </a:rPr>
              <a:t>5  </a:t>
            </a:r>
            <a:r>
              <a:rPr lang="zh-CN" altLang="en-US" dirty="0"/>
              <a:t>计算行列式</a:t>
            </a:r>
          </a:p>
        </p:txBody>
      </p:sp>
      <p:graphicFrame>
        <p:nvGraphicFramePr>
          <p:cNvPr id="2048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022830"/>
              </p:ext>
            </p:extLst>
          </p:nvPr>
        </p:nvGraphicFramePr>
        <p:xfrm>
          <a:off x="3632503" y="1050926"/>
          <a:ext cx="4612216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0" name="Equation" r:id="rId4" imgW="1511300" imgH="711200" progId="Equation.DSMT4">
                  <p:embed/>
                </p:oleObj>
              </mc:Choice>
              <mc:Fallback>
                <p:oleObj name="Equation" r:id="rId4" imgW="15113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503" y="1050926"/>
                        <a:ext cx="4612216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9821" name="Group 13"/>
          <p:cNvGrpSpPr>
            <a:grpSpLocks/>
          </p:cNvGrpSpPr>
          <p:nvPr/>
        </p:nvGrpSpPr>
        <p:grpSpPr bwMode="auto">
          <a:xfrm>
            <a:off x="795868" y="2967039"/>
            <a:ext cx="6500283" cy="1998663"/>
            <a:chOff x="376" y="1942"/>
            <a:chExt cx="3071" cy="1259"/>
          </a:xfrm>
        </p:grpSpPr>
        <p:sp>
          <p:nvSpPr>
            <p:cNvPr id="20486" name="Text Box 7"/>
            <p:cNvSpPr txBox="1">
              <a:spLocks noChangeArrowheads="1"/>
            </p:cNvSpPr>
            <p:nvPr/>
          </p:nvSpPr>
          <p:spPr bwMode="auto">
            <a:xfrm>
              <a:off x="376" y="2106"/>
              <a:ext cx="1043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/>
                <a:t>解：</a:t>
              </a:r>
            </a:p>
          </p:txBody>
        </p:sp>
        <p:graphicFrame>
          <p:nvGraphicFramePr>
            <p:cNvPr id="2048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9895047"/>
                </p:ext>
              </p:extLst>
            </p:nvPr>
          </p:nvGraphicFramePr>
          <p:xfrm>
            <a:off x="658" y="1942"/>
            <a:ext cx="2789" cy="1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11" name="Equation" r:id="rId6" imgW="2209680" imgH="939600" progId="Equation.DSMT4">
                    <p:embed/>
                  </p:oleObj>
                </mc:Choice>
                <mc:Fallback>
                  <p:oleObj name="Equation" r:id="rId6" imgW="220968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" y="1942"/>
                          <a:ext cx="2789" cy="1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6959600" y="441325"/>
            <a:ext cx="42248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r" eaLnBrk="1" hangingPunct="1"/>
            <a:r>
              <a:rPr lang="en-US" altLang="zh-CN" sz="2000">
                <a:solidFill>
                  <a:srgbClr val="000000"/>
                </a:solidFill>
              </a:rPr>
              <a:t>1.2.1  </a:t>
            </a:r>
            <a:r>
              <a:rPr lang="zh-CN" altLang="en-US" sz="2000">
                <a:solidFill>
                  <a:srgbClr val="000000"/>
                </a:solidFill>
              </a:rPr>
              <a:t>行列式的计算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19589"/>
              </p:ext>
            </p:extLst>
          </p:nvPr>
        </p:nvGraphicFramePr>
        <p:xfrm>
          <a:off x="1696509" y="4769984"/>
          <a:ext cx="6894154" cy="134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2" name="Equation" r:id="rId8" imgW="3657600" imgH="711000" progId="Equation.DSMT4">
                  <p:embed/>
                </p:oleObj>
              </mc:Choice>
              <mc:Fallback>
                <p:oleObj name="Equation" r:id="rId8" imgW="36576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96509" y="4769984"/>
                        <a:ext cx="6894154" cy="134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909991"/>
              </p:ext>
            </p:extLst>
          </p:nvPr>
        </p:nvGraphicFramePr>
        <p:xfrm>
          <a:off x="7295243" y="3024189"/>
          <a:ext cx="3024414" cy="1388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3" name="Equation" r:id="rId10" imgW="1549080" imgH="711000" progId="Equation.DSMT4">
                  <p:embed/>
                </p:oleObj>
              </mc:Choice>
              <mc:Fallback>
                <p:oleObj name="Equation" r:id="rId10" imgW="15490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95243" y="3024189"/>
                        <a:ext cx="3024414" cy="1388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53533" y="1792289"/>
            <a:ext cx="6055783" cy="1909763"/>
            <a:chOff x="567" y="1077"/>
            <a:chExt cx="2861" cy="1203"/>
          </a:xfrm>
        </p:grpSpPr>
        <p:sp>
          <p:nvSpPr>
            <p:cNvPr id="21512" name="Text Box 7"/>
            <p:cNvSpPr txBox="1">
              <a:spLocks noChangeArrowheads="1"/>
            </p:cNvSpPr>
            <p:nvPr/>
          </p:nvSpPr>
          <p:spPr bwMode="auto">
            <a:xfrm>
              <a:off x="567" y="1387"/>
              <a:ext cx="1814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dirty="0" smtClean="0">
                  <a:solidFill>
                    <a:schemeClr val="accent2"/>
                  </a:solidFill>
                </a:rPr>
                <a:t>6 </a:t>
              </a:r>
              <a:r>
                <a:rPr lang="zh-CN" altLang="en-US" dirty="0" smtClean="0">
                  <a:solidFill>
                    <a:schemeClr val="accent2"/>
                  </a:solidFill>
                </a:rPr>
                <a:t> </a:t>
              </a:r>
              <a:r>
                <a:rPr lang="zh-CN" altLang="en-US" dirty="0"/>
                <a:t>计算行列式</a:t>
              </a:r>
            </a:p>
          </p:txBody>
        </p:sp>
        <p:graphicFrame>
          <p:nvGraphicFramePr>
            <p:cNvPr id="215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6903387"/>
                </p:ext>
              </p:extLst>
            </p:nvPr>
          </p:nvGraphicFramePr>
          <p:xfrm>
            <a:off x="1907" y="1077"/>
            <a:ext cx="1521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2" name="Equation" r:id="rId4" imgW="1155700" imgH="914400" progId="Equation.DSMT4">
                    <p:embed/>
                  </p:oleObj>
                </mc:Choice>
                <mc:Fallback>
                  <p:oleObj name="Equation" r:id="rId4" imgW="11557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" y="1077"/>
                          <a:ext cx="1521" cy="1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1488017" y="3933826"/>
          <a:ext cx="3697816" cy="19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3" name="Equation" r:id="rId6" imgW="1358900" imgH="914400" progId="Equation.DSMT4">
                  <p:embed/>
                </p:oleObj>
              </mc:Choice>
              <mc:Fallback>
                <p:oleObj name="Equation" r:id="rId6" imgW="13589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017" y="3933826"/>
                        <a:ext cx="3697816" cy="197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753533" y="4519614"/>
            <a:ext cx="8974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/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41900" y="3948113"/>
          <a:ext cx="2389717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Equation" r:id="rId8" imgW="1143000" imgH="914400" progId="Equation.DSMT4">
                  <p:embed/>
                </p:oleObj>
              </mc:Choice>
              <mc:Fallback>
                <p:oleObj name="Equation" r:id="rId8" imgW="11430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948113"/>
                        <a:ext cx="238971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40084" y="3911601"/>
          <a:ext cx="3318933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name="Equation" r:id="rId10" imgW="1460500" imgH="914400" progId="Equation.DSMT4">
                  <p:embed/>
                </p:oleObj>
              </mc:Choice>
              <mc:Fallback>
                <p:oleObj name="Equation" r:id="rId10" imgW="14605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084" y="3911601"/>
                        <a:ext cx="3318933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6599" y="901280"/>
            <a:ext cx="3809770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箭形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行列式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870175"/>
              </p:ext>
            </p:extLst>
          </p:nvPr>
        </p:nvGraphicFramePr>
        <p:xfrm>
          <a:off x="1222601" y="1023258"/>
          <a:ext cx="269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3" name="Equation" r:id="rId4" imgW="2019300" imgH="393700" progId="Equation.3">
                  <p:embed/>
                </p:oleObj>
              </mc:Choice>
              <mc:Fallback>
                <p:oleObj name="Equation" r:id="rId4" imgW="201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601" y="1023258"/>
                        <a:ext cx="269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6645"/>
              </p:ext>
            </p:extLst>
          </p:nvPr>
        </p:nvGraphicFramePr>
        <p:xfrm>
          <a:off x="3091543" y="1589314"/>
          <a:ext cx="4301067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name="Equation" r:id="rId6" imgW="3225800" imgH="2578100" progId="Equation.3">
                  <p:embed/>
                </p:oleObj>
              </mc:Choice>
              <mc:Fallback>
                <p:oleObj name="Equation" r:id="rId6" imgW="3225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543" y="1589314"/>
                        <a:ext cx="4301067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1117601" y="4299858"/>
            <a:ext cx="55948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求第一行各元素的</a:t>
            </a:r>
            <a:r>
              <a:rPr lang="zh-CN" altLang="en-US" sz="2800" b="1" dirty="0">
                <a:solidFill>
                  <a:srgbClr val="FF0000"/>
                </a:solidFill>
              </a:rPr>
              <a:t>代数余子式</a:t>
            </a:r>
            <a:r>
              <a:rPr lang="zh-CN" altLang="en-US" sz="2800" b="1" dirty="0">
                <a:solidFill>
                  <a:schemeClr val="tx2"/>
                </a:solidFill>
              </a:rPr>
              <a:t>之和</a:t>
            </a:r>
          </a:p>
        </p:txBody>
      </p:sp>
      <p:graphicFrame>
        <p:nvGraphicFramePr>
          <p:cNvPr id="148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030862"/>
              </p:ext>
            </p:extLst>
          </p:nvPr>
        </p:nvGraphicFramePr>
        <p:xfrm>
          <a:off x="3744685" y="5000172"/>
          <a:ext cx="382693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5" name="Equation" r:id="rId8" imgW="2870200" imgH="431800" progId="Equation.3">
                  <p:embed/>
                </p:oleObj>
              </mc:Choice>
              <mc:Fallback>
                <p:oleObj name="Equation" r:id="rId8" imgW="2870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685" y="5000172"/>
                        <a:ext cx="382693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0916" y="1010105"/>
            <a:ext cx="81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ea typeface="黑体" pitchFamily="2" charset="-122"/>
              </a:rPr>
              <a:t>例</a:t>
            </a:r>
            <a:r>
              <a:rPr lang="en-US" altLang="zh-CN" sz="2800" b="1" dirty="0" smtClean="0">
                <a:ea typeface="黑体" pitchFamily="2" charset="-122"/>
              </a:rPr>
              <a:t>5</a:t>
            </a:r>
            <a:endParaRPr lang="en-US" altLang="zh-CN" sz="2800" b="1" dirty="0">
              <a:ea typeface="黑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94514" y="1190171"/>
            <a:ext cx="3004457" cy="420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11762"/>
              </p:ext>
            </p:extLst>
          </p:nvPr>
        </p:nvGraphicFramePr>
        <p:xfrm>
          <a:off x="4685051" y="1190171"/>
          <a:ext cx="3533095" cy="2145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Equation" r:id="rId4" imgW="1193760" imgH="1143000" progId="Equation.DSMT4">
                  <p:embed/>
                </p:oleObj>
              </mc:Choice>
              <mc:Fallback>
                <p:oleObj name="Equation" r:id="rId4" imgW="119376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5051" y="1190171"/>
                        <a:ext cx="3533095" cy="2145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1130219" y="40242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解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2133601" y="402420"/>
            <a:ext cx="7037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第一行各元素的代数余子式之和可以表示成</a:t>
            </a:r>
          </a:p>
        </p:txBody>
      </p:sp>
      <p:graphicFrame>
        <p:nvGraphicFramePr>
          <p:cNvPr id="149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482952"/>
              </p:ext>
            </p:extLst>
          </p:nvPr>
        </p:nvGraphicFramePr>
        <p:xfrm>
          <a:off x="997330" y="2021114"/>
          <a:ext cx="367453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6" imgW="2755900" imgH="431800" progId="Equation.DSMT4">
                  <p:embed/>
                </p:oleObj>
              </mc:Choice>
              <mc:Fallback>
                <p:oleObj name="Equation" r:id="rId6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330" y="2021114"/>
                        <a:ext cx="367453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564791"/>
              </p:ext>
            </p:extLst>
          </p:nvPr>
        </p:nvGraphicFramePr>
        <p:xfrm>
          <a:off x="8132839" y="1643743"/>
          <a:ext cx="291253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8" imgW="2184400" imgH="1054100" progId="Equation.3">
                  <p:embed/>
                </p:oleObj>
              </mc:Choice>
              <mc:Fallback>
                <p:oleObj name="Equation" r:id="rId8" imgW="21844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839" y="1643743"/>
                        <a:ext cx="291253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002360"/>
              </p:ext>
            </p:extLst>
          </p:nvPr>
        </p:nvGraphicFramePr>
        <p:xfrm>
          <a:off x="2634341" y="3562757"/>
          <a:ext cx="7110599" cy="2490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10" imgW="2501640" imgH="1168200" progId="Equation.DSMT4">
                  <p:embed/>
                </p:oleObj>
              </mc:Choice>
              <mc:Fallback>
                <p:oleObj name="Equation" r:id="rId10" imgW="2501640" imgH="1168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341" y="3562757"/>
                        <a:ext cx="7110599" cy="2490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97330" y="4546602"/>
            <a:ext cx="1356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a typeface="黑体" pitchFamily="2" charset="-122"/>
              </a:rPr>
              <a:t>练习题 </a:t>
            </a:r>
            <a:endParaRPr lang="zh-CN" altLang="en-US" sz="2800" b="1" dirty="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8098971" y="402420"/>
            <a:ext cx="4093029" cy="998208"/>
          </a:xfrm>
          <a:prstGeom prst="wedgeEllipseCallout">
            <a:avLst>
              <a:gd name="adj1" fmla="val -53457"/>
              <a:gd name="adj2" fmla="val 33419"/>
            </a:avLst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该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行元素为代数余子式的系数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9508" grpId="0"/>
      <p:bldP spid="9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12020" y="1004888"/>
            <a:ext cx="8056033" cy="2419350"/>
            <a:chOff x="359" y="1389"/>
            <a:chExt cx="2145" cy="1524"/>
          </a:xfrm>
        </p:grpSpPr>
        <p:graphicFrame>
          <p:nvGraphicFramePr>
            <p:cNvPr id="10252" name="Object 7"/>
            <p:cNvGraphicFramePr>
              <a:graphicFrameLocks noChangeAspect="1"/>
            </p:cNvGraphicFramePr>
            <p:nvPr/>
          </p:nvGraphicFramePr>
          <p:xfrm>
            <a:off x="1047" y="1389"/>
            <a:ext cx="1457" cy="1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1" name="Equation" r:id="rId5" imgW="1155600" imgH="914400" progId="Equation.DSMT4">
                    <p:embed/>
                  </p:oleObj>
                </mc:Choice>
                <mc:Fallback>
                  <p:oleObj name="Equation" r:id="rId5" imgW="11556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" y="1389"/>
                          <a:ext cx="1457" cy="1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3" name="Text Box 10"/>
            <p:cNvSpPr txBox="1">
              <a:spLocks noChangeArrowheads="1"/>
            </p:cNvSpPr>
            <p:nvPr/>
          </p:nvSpPr>
          <p:spPr bwMode="auto">
            <a:xfrm>
              <a:off x="359" y="1891"/>
              <a:ext cx="1109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chemeClr val="accent2"/>
                </a:buClr>
                <a:buSzPct val="90000"/>
                <a:buFont typeface="Wingdings" pitchFamily="2" charset="2"/>
                <a:buNone/>
              </a:pPr>
              <a:r>
                <a:rPr lang="zh-CN" altLang="en-US"/>
                <a:t>已知行列 式</a:t>
              </a:r>
              <a:endParaRPr lang="en-US" altLang="zh-CN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869951" y="3151188"/>
            <a:ext cx="8777816" cy="1392237"/>
            <a:chOff x="755576" y="3789040"/>
            <a:chExt cx="7200800" cy="1391783"/>
          </a:xfrm>
        </p:grpSpPr>
        <p:sp>
          <p:nvSpPr>
            <p:cNvPr id="10249" name="Text Box 10"/>
            <p:cNvSpPr txBox="1">
              <a:spLocks noChangeArrowheads="1"/>
            </p:cNvSpPr>
            <p:nvPr/>
          </p:nvSpPr>
          <p:spPr bwMode="auto">
            <a:xfrm>
              <a:off x="755576" y="3789040"/>
              <a:ext cx="7200800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chemeClr val="accent2"/>
                </a:buClr>
                <a:buSzPct val="90000"/>
                <a:buFont typeface="Wingdings" pitchFamily="2" charset="2"/>
                <a:buNone/>
              </a:pPr>
              <a:r>
                <a:rPr lang="zh-CN" altLang="en-US"/>
                <a:t>计算（</a:t>
              </a:r>
              <a:r>
                <a:rPr lang="en-US" altLang="zh-CN"/>
                <a:t>1</a:t>
              </a:r>
              <a:r>
                <a:rPr lang="zh-CN" altLang="en-US"/>
                <a:t>）</a:t>
              </a:r>
              <a:endParaRPr lang="en-US" altLang="zh-CN"/>
            </a:p>
            <a:p>
              <a:pPr algn="just" eaLnBrk="1" hangingPunct="1">
                <a:lnSpc>
                  <a:spcPct val="150000"/>
                </a:lnSpc>
                <a:buClr>
                  <a:schemeClr val="accent2"/>
                </a:buClr>
                <a:buSzPct val="90000"/>
                <a:buFont typeface="Wingdings" pitchFamily="2" charset="2"/>
                <a:buNone/>
              </a:pPr>
              <a:r>
                <a:rPr lang="en-US" altLang="zh-CN"/>
                <a:t>      </a:t>
              </a:r>
              <a:r>
                <a:rPr lang="zh-CN" altLang="en-US"/>
                <a:t>（</a:t>
              </a:r>
              <a:r>
                <a:rPr lang="en-US" altLang="zh-CN"/>
                <a:t>2</a:t>
              </a:r>
              <a:r>
                <a:rPr lang="zh-CN" altLang="en-US"/>
                <a:t>）</a:t>
              </a:r>
              <a:endParaRPr lang="en-US" altLang="zh-CN"/>
            </a:p>
          </p:txBody>
        </p:sp>
        <p:graphicFrame>
          <p:nvGraphicFramePr>
            <p:cNvPr id="10250" name="对象 7"/>
            <p:cNvGraphicFramePr>
              <a:graphicFrameLocks noChangeAspect="1"/>
            </p:cNvGraphicFramePr>
            <p:nvPr/>
          </p:nvGraphicFramePr>
          <p:xfrm>
            <a:off x="2570163" y="3789363"/>
            <a:ext cx="3765550" cy="684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2" name="Equation" r:id="rId7" imgW="1257120" imgH="228600" progId="Equation.DSMT4">
                    <p:embed/>
                  </p:oleObj>
                </mc:Choice>
                <mc:Fallback>
                  <p:oleObj name="Equation" r:id="rId7" imgW="1257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0163" y="3789363"/>
                          <a:ext cx="3765550" cy="684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1" name="对象 8"/>
            <p:cNvGraphicFramePr>
              <a:graphicFrameLocks noChangeAspect="1"/>
            </p:cNvGraphicFramePr>
            <p:nvPr/>
          </p:nvGraphicFramePr>
          <p:xfrm>
            <a:off x="2625601" y="4496611"/>
            <a:ext cx="3460750" cy="684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3" name="Equation" r:id="rId9" imgW="1155600" imgH="228600" progId="Equation.DSMT4">
                    <p:embed/>
                  </p:oleObj>
                </mc:Choice>
                <mc:Fallback>
                  <p:oleObj name="Equation" r:id="rId9" imgW="1155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601" y="4496611"/>
                          <a:ext cx="3460750" cy="684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44501" y="4537075"/>
            <a:ext cx="11027833" cy="1333500"/>
            <a:chOff x="755576" y="3789040"/>
            <a:chExt cx="8622700" cy="1333067"/>
          </a:xfrm>
        </p:grpSpPr>
        <p:sp>
          <p:nvSpPr>
            <p:cNvPr id="10246" name="Text Box 10"/>
            <p:cNvSpPr txBox="1">
              <a:spLocks noChangeArrowheads="1"/>
            </p:cNvSpPr>
            <p:nvPr/>
          </p:nvSpPr>
          <p:spPr bwMode="auto">
            <a:xfrm>
              <a:off x="755576" y="3789040"/>
              <a:ext cx="7200800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chemeClr val="accent2"/>
                </a:buClr>
                <a:buSzPct val="90000"/>
                <a:buFont typeface="Wingdings" pitchFamily="2" charset="2"/>
                <a:buNone/>
              </a:pPr>
              <a:r>
                <a:rPr lang="zh-CN" altLang="en-US" dirty="0"/>
                <a:t>结果（</a:t>
              </a:r>
              <a:r>
                <a:rPr lang="en-US" altLang="zh-CN" dirty="0"/>
                <a:t>1</a:t>
              </a:r>
              <a:r>
                <a:rPr lang="zh-CN" altLang="en-US" dirty="0"/>
                <a:t>）      （</a:t>
              </a:r>
              <a:r>
                <a:rPr lang="en-US" altLang="zh-CN" dirty="0"/>
                <a:t>2</a:t>
              </a:r>
              <a:r>
                <a:rPr lang="zh-CN" altLang="en-US" dirty="0"/>
                <a:t>） </a:t>
              </a:r>
              <a:endParaRPr lang="en-US" altLang="zh-CN" dirty="0"/>
            </a:p>
          </p:txBody>
        </p:sp>
        <p:graphicFrame>
          <p:nvGraphicFramePr>
            <p:cNvPr id="1024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615084"/>
                </p:ext>
              </p:extLst>
            </p:nvPr>
          </p:nvGraphicFramePr>
          <p:xfrm>
            <a:off x="2286569" y="3934404"/>
            <a:ext cx="456687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4" name="Equation" r:id="rId11" imgW="152280" imgH="177480" progId="Equation.DSMT4">
                    <p:embed/>
                  </p:oleObj>
                </mc:Choice>
                <mc:Fallback>
                  <p:oleObj name="Equation" r:id="rId11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569" y="3934404"/>
                          <a:ext cx="456687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8" name="对象 17"/>
            <p:cNvGraphicFramePr>
              <a:graphicFrameLocks noChangeAspect="1"/>
            </p:cNvGraphicFramePr>
            <p:nvPr/>
          </p:nvGraphicFramePr>
          <p:xfrm>
            <a:off x="755576" y="4527704"/>
            <a:ext cx="8622700" cy="594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5" name="Equation" r:id="rId13" imgW="3314520" imgH="228600" progId="Equation.DSMT4">
                    <p:embed/>
                  </p:oleObj>
                </mc:Choice>
                <mc:Fallback>
                  <p:oleObj name="Equation" r:id="rId13" imgW="3314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4527704"/>
                          <a:ext cx="8622700" cy="594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5314" y="188685"/>
            <a:ext cx="7489371" cy="11430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5400" dirty="0" smtClean="0">
                <a:solidFill>
                  <a:srgbClr val="FA0000"/>
                </a:solidFill>
                <a:latin typeface="楷体_GB2312" pitchFamily="49" charset="-122"/>
                <a:ea typeface="楷体_GB2312" pitchFamily="49" charset="-122"/>
              </a:rPr>
              <a:t>总结：三类特殊行列式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614872593"/>
              </p:ext>
            </p:extLst>
          </p:nvPr>
        </p:nvGraphicFramePr>
        <p:xfrm>
          <a:off x="1074058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nimBg="1"/>
      <p:bldGraphic spid="2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10051" y="254907"/>
            <a:ext cx="5732235" cy="596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600" b="1" dirty="0" smtClean="0">
                <a:solidFill>
                  <a:srgbClr val="FF0000"/>
                </a:solidFill>
              </a:rPr>
              <a:t>行列式的计算</a:t>
            </a:r>
            <a:r>
              <a:rPr lang="zh-CN" altLang="en-US" sz="3600" b="1" dirty="0">
                <a:solidFill>
                  <a:srgbClr val="FF0000"/>
                </a:solidFill>
              </a:rPr>
              <a:t>常用思路</a:t>
            </a:r>
            <a:endParaRPr lang="zh-CN" altLang="en-US" sz="3600" b="1" dirty="0" smtClean="0">
              <a:solidFill>
                <a:srgbClr val="FF0000"/>
              </a:solidFill>
            </a:endParaRPr>
          </a:p>
        </p:txBody>
      </p:sp>
      <p:sp>
        <p:nvSpPr>
          <p:cNvPr id="14339" name="Rectangle 14"/>
          <p:cNvSpPr>
            <a:spLocks noChangeArrowheads="1"/>
          </p:cNvSpPr>
          <p:nvPr/>
        </p:nvSpPr>
        <p:spPr bwMode="auto">
          <a:xfrm>
            <a:off x="0" y="295307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912284" y="1557338"/>
          <a:ext cx="4637616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Equation" r:id="rId3" imgW="1422400" imgH="254000" progId="Equation.DSMT4">
                  <p:embed/>
                </p:oleObj>
              </mc:Choice>
              <mc:Fallback>
                <p:oleObj name="Equation" r:id="rId3" imgW="14224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284" y="1557338"/>
                        <a:ext cx="4637616" cy="655637"/>
                      </a:xfrm>
                      <a:prstGeom prst="rect">
                        <a:avLst/>
                      </a:prstGeom>
                      <a:solidFill>
                        <a:srgbClr val="FFBEBE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17"/>
          <p:cNvSpPr txBox="1">
            <a:spLocks/>
          </p:cNvSpPr>
          <p:nvPr/>
        </p:nvSpPr>
        <p:spPr bwMode="auto">
          <a:xfrm>
            <a:off x="912285" y="2708275"/>
            <a:ext cx="4991100" cy="345757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  <a:defRPr/>
            </a:pPr>
            <a:r>
              <a:rPr lang="zh-CN" altLang="en-US" sz="3200" b="1" kern="0" dirty="0" smtClean="0">
                <a:solidFill>
                  <a:srgbClr val="FF0000"/>
                </a:solidFill>
              </a:rPr>
              <a:t>对角线法则</a:t>
            </a:r>
            <a:endParaRPr lang="zh-CN" altLang="en-US" sz="3200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6383868" y="1557338"/>
          <a:ext cx="463761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1" name="Equation" r:id="rId5" imgW="1295400" imgH="254000" progId="Equation.DSMT4">
                  <p:embed/>
                </p:oleObj>
              </mc:Choice>
              <mc:Fallback>
                <p:oleObj name="Equation" r:id="rId5" imgW="12954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868" y="1557338"/>
                        <a:ext cx="4637617" cy="654050"/>
                      </a:xfrm>
                      <a:prstGeom prst="rect">
                        <a:avLst/>
                      </a:prstGeom>
                      <a:solidFill>
                        <a:srgbClr val="FFBEBE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内容占位符 17"/>
          <p:cNvSpPr txBox="1">
            <a:spLocks/>
          </p:cNvSpPr>
          <p:nvPr/>
        </p:nvSpPr>
        <p:spPr bwMode="auto">
          <a:xfrm>
            <a:off x="6576485" y="2636838"/>
            <a:ext cx="4991100" cy="352901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 lnSpcReduction="10000"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endParaRPr lang="en-US" altLang="zh-CN" sz="3200" kern="0" dirty="0" smtClean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降阶</a:t>
            </a:r>
            <a:endParaRPr lang="en-US" altLang="zh-CN" sz="3200" kern="0" dirty="0" smtClean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6">
                  <a:lumMod val="20000"/>
                  <a:lumOff val="80000"/>
                </a:schemeClr>
              </a:buClr>
              <a:buFont typeface="Wingdings" pitchFamily="2" charset="2"/>
              <a:buChar char="u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</a:rPr>
              <a:t>实现方法：</a:t>
            </a:r>
            <a:r>
              <a:rPr lang="zh-CN" altLang="en-US" sz="2400" b="1" kern="0" dirty="0" smtClean="0">
                <a:solidFill>
                  <a:srgbClr val="FF0000"/>
                </a:solidFill>
              </a:rPr>
              <a:t>展开定理</a:t>
            </a:r>
            <a:endParaRPr lang="en-US" altLang="zh-CN" sz="2400" b="1" kern="0" dirty="0" smtClean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000000">
                    <a:lumMod val="90000"/>
                    <a:lumOff val="10000"/>
                  </a:srgbClr>
                </a:solidFill>
              </a:rPr>
              <a:t>化为上三角形行列式</a:t>
            </a:r>
            <a:endParaRPr lang="en-US" altLang="zh-CN" sz="3200" kern="0" dirty="0" smtClean="0">
              <a:solidFill>
                <a:srgbClr val="000000">
                  <a:lumMod val="90000"/>
                  <a:lumOff val="10000"/>
                </a:srgbClr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rgbClr val="B90000">
                  <a:lumMod val="20000"/>
                  <a:lumOff val="80000"/>
                </a:srgbClr>
              </a:buClr>
              <a:buFont typeface="Wingdings" pitchFamily="2" charset="2"/>
              <a:buChar char="u"/>
              <a:defRPr/>
            </a:pPr>
            <a:r>
              <a:rPr lang="zh-CN" altLang="en-US" sz="2400" kern="0" dirty="0" smtClean="0">
                <a:solidFill>
                  <a:srgbClr val="000000">
                    <a:lumMod val="90000"/>
                    <a:lumOff val="10000"/>
                  </a:srgbClr>
                </a:solidFill>
              </a:rPr>
              <a:t>   实现</a:t>
            </a:r>
            <a:r>
              <a:rPr lang="zh-CN" altLang="en-US" sz="2400" kern="0" dirty="0">
                <a:solidFill>
                  <a:srgbClr val="000000">
                    <a:lumMod val="90000"/>
                    <a:lumOff val="10000"/>
                  </a:srgbClr>
                </a:solidFill>
              </a:rPr>
              <a:t>方法</a:t>
            </a:r>
            <a:r>
              <a:rPr lang="zh-CN" altLang="en-US" sz="2400" kern="0" dirty="0" smtClean="0">
                <a:solidFill>
                  <a:srgbClr val="000000">
                    <a:lumMod val="90000"/>
                    <a:lumOff val="10000"/>
                  </a:srgbClr>
                </a:solidFill>
              </a:rPr>
              <a:t>：</a:t>
            </a:r>
            <a:r>
              <a:rPr lang="zh-CN" altLang="en-US" sz="2400" b="1" kern="0" dirty="0" smtClean="0">
                <a:solidFill>
                  <a:srgbClr val="FF0000"/>
                </a:solidFill>
              </a:rPr>
              <a:t>行列式性质</a:t>
            </a:r>
            <a:endParaRPr lang="en-US" altLang="zh-CN" sz="3200" b="1" kern="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chemeClr val="accent6">
                  <a:lumMod val="20000"/>
                  <a:lumOff val="80000"/>
                </a:schemeClr>
              </a:buClr>
              <a:buFont typeface="Wingdings" pitchFamily="2" charset="2"/>
              <a:buChar char="u"/>
              <a:defRPr/>
            </a:pPr>
            <a:endParaRPr lang="en-US" altLang="zh-CN" sz="2400" kern="0" dirty="0" smtClean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zh-CN" altLang="en-US" sz="2800" kern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animBg="1"/>
      <p:bldP spid="44" grpId="0" build="p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534</Words>
  <Application>Microsoft Office PowerPoint</Application>
  <PresentationFormat>自定义</PresentationFormat>
  <Paragraphs>92</Paragraphs>
  <Slides>33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Office 主题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总结：三类特殊行列式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166</cp:revision>
  <dcterms:created xsi:type="dcterms:W3CDTF">2016-07-04T12:59:51Z</dcterms:created>
  <dcterms:modified xsi:type="dcterms:W3CDTF">2018-09-26T11:21:06Z</dcterms:modified>
</cp:coreProperties>
</file>